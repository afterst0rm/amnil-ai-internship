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84" r:id="rId4"/>
  </p:sldMasterIdLst>
  <p:notesMasterIdLst>
    <p:notesMasterId r:id="rId28"/>
  </p:notesMasterIdLst>
  <p:handoutMasterIdLst>
    <p:handoutMasterId r:id="rId29"/>
  </p:handoutMasterIdLst>
  <p:sldIdLst>
    <p:sldId id="256" r:id="rId5"/>
    <p:sldId id="309" r:id="rId6"/>
    <p:sldId id="293" r:id="rId7"/>
    <p:sldId id="314" r:id="rId8"/>
    <p:sldId id="316" r:id="rId9"/>
    <p:sldId id="317" r:id="rId10"/>
    <p:sldId id="318" r:id="rId11"/>
    <p:sldId id="321" r:id="rId12"/>
    <p:sldId id="323" r:id="rId13"/>
    <p:sldId id="324" r:id="rId14"/>
    <p:sldId id="325" r:id="rId15"/>
    <p:sldId id="326" r:id="rId16"/>
    <p:sldId id="348" r:id="rId17"/>
    <p:sldId id="328" r:id="rId18"/>
    <p:sldId id="329" r:id="rId19"/>
    <p:sldId id="349" r:id="rId20"/>
    <p:sldId id="350" r:id="rId21"/>
    <p:sldId id="333" r:id="rId22"/>
    <p:sldId id="334" r:id="rId23"/>
    <p:sldId id="351" r:id="rId24"/>
    <p:sldId id="352" r:id="rId25"/>
    <p:sldId id="353" r:id="rId26"/>
    <p:sldId id="315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3ADD40F-F5EC-FD44-DFC4-9C7128D0E3B5}" v="1513" dt="2025-10-29T05:57:35.212"/>
  </p1510:revLst>
</p1510:revInfo>
</file>

<file path=ppt/tableStyles.xml><?xml version="1.0" encoding="utf-8"?>
<a:tblStyleLst xmlns:a="http://schemas.openxmlformats.org/drawingml/2006/main" def="{5C22544A-7EE6-4342-B048-85BDC9FD1C3A}"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2132FF3-00C3-45FE-8501-B8F9D165715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D83E6F-356D-4DFE-9AA3-675AB044805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810618-3E38-4CD7-8875-0133B3A8EF5D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F9CB11-025B-45E9-A55D-3FB3C383EA9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D03088-6A83-46E0-9E61-CCAF7C22853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C23264-6C96-4D2A-B867-76FEADB599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35357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EFA7AE-61BF-43B4-B36F-68C449FF1070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5C81A1-5F9C-4C15-B6E5-49FBACAD2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3676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118E17-E86B-4918-AC6E-373CA9D866B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7203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3AC3AA-9C47-4E0B-BAC0-E8DEA4AD5A4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4371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7C4C44-4694-2732-1458-DC460CA9A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1AD180-5DDA-E755-0524-1B36900BFC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1C8288-300C-B3FF-8624-C3CE5D6B64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5B925D-4441-5CC9-8D25-8E1F9555E4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118E17-E86B-4918-AC6E-373CA9D866B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8382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1131F-DCE2-920D-866E-1D9D9AB2E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084716-93A1-5361-7684-1D3E617876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7053C5-25F6-E72A-8856-62521F99EC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D151BF-079C-5D1C-1CA0-3EB85F326D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118E17-E86B-4918-AC6E-373CA9D866B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6538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8DE30-B259-22BA-5C9E-9599E469B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C47932-5C0C-8C39-BA64-A1A0C67845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617FE5-5B03-85AD-D888-D686F35D62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22F93E-3825-A185-CEDC-E9379AEF2E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3AC3AA-9C47-4E0B-BAC0-E8DEA4AD5A4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4853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496AA-8606-58A4-2C00-739015ABA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E6E193-6F34-6111-D334-D42AC56522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E513C6-3A89-F0E4-CB26-7DD0F6869D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2ABA63-4B26-6689-05D7-BBB15CC398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3AC3AA-9C47-4E0B-BAC0-E8DEA4AD5A4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2800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47DE3-0950-601B-E2E9-0FA36D600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4E8E1E-B8F1-CA5A-1B5C-3ECBC35DFE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99E36C-EE08-2CBC-EF05-F4CC339ED1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26BE68-0DD3-9440-11F5-42B6D5793B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3AC3AA-9C47-4E0B-BAC0-E8DEA4AD5A4E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1447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Bottom Right">
            <a:extLst>
              <a:ext uri="{FF2B5EF4-FFF2-40B4-BE49-F238E27FC236}">
                <a16:creationId xmlns:a16="http://schemas.microsoft.com/office/drawing/2014/main" id="{0CBC73C8-CC60-49A5-BC76-BA8E43BB84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grpSp>
          <p:nvGrpSpPr>
            <p:cNvPr id="24" name="Graphic 157">
              <a:extLst>
                <a:ext uri="{FF2B5EF4-FFF2-40B4-BE49-F238E27FC236}">
                  <a16:creationId xmlns:a16="http://schemas.microsoft.com/office/drawing/2014/main" id="{A2B94463-7088-4D2A-B55D-9C55F95706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8662740" y="3276601"/>
              <a:ext cx="3529260" cy="3581399"/>
              <a:chOff x="4114800" y="1423987"/>
              <a:chExt cx="3961542" cy="4007547"/>
            </a:xfrm>
            <a:noFill/>
          </p:grpSpPr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5785D7F3-06BB-480E-A58D-A8E0EB87C4D4}"/>
                  </a:ext>
                </a:extLst>
              </p:cNvPr>
              <p:cNvSpPr/>
              <p:nvPr/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208AE46A-A447-444D-9163-96E61EC48767}"/>
                  </a:ext>
                </a:extLst>
              </p:cNvPr>
              <p:cNvSpPr/>
              <p:nvPr/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41997203-3E59-4097-B832-06B249C67618}"/>
                  </a:ext>
                </a:extLst>
              </p:cNvPr>
              <p:cNvSpPr/>
              <p:nvPr/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B5D4D033-43E9-4776-9E25-97767380D8CC}"/>
                  </a:ext>
                </a:extLst>
              </p:cNvPr>
              <p:cNvSpPr/>
              <p:nvPr/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FE52F424-D385-43AD-AE40-3D9501923110}"/>
                  </a:ext>
                </a:extLst>
              </p:cNvPr>
              <p:cNvSpPr/>
              <p:nvPr/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5E32ABCD-6C91-4A5F-BB61-8B3C026C9080}"/>
                  </a:ext>
                </a:extLst>
              </p:cNvPr>
              <p:cNvSpPr/>
              <p:nvPr/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B6ABE3A6-D624-4D18-A43B-D87C67481123}"/>
                  </a:ext>
                </a:extLst>
              </p:cNvPr>
              <p:cNvSpPr/>
              <p:nvPr/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F2787DC-EEA3-46C0-9CD4-1AB906DB4B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167AAA19-C621-4D54-B748-5A06F4417CA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9841" y="3003970"/>
            <a:ext cx="11084189" cy="3854030"/>
          </a:xfrm>
          <a:custGeom>
            <a:avLst/>
            <a:gdLst>
              <a:gd name="connsiteX0" fmla="*/ 5542094 w 11084189"/>
              <a:gd name="connsiteY0" fmla="*/ 0 h 3854030"/>
              <a:gd name="connsiteX1" fmla="*/ 11061525 w 11084189"/>
              <a:gd name="connsiteY1" fmla="*/ 3748287 h 3854030"/>
              <a:gd name="connsiteX2" fmla="*/ 11084189 w 11084189"/>
              <a:gd name="connsiteY2" fmla="*/ 3854030 h 3854030"/>
              <a:gd name="connsiteX3" fmla="*/ 0 w 11084189"/>
              <a:gd name="connsiteY3" fmla="*/ 3854030 h 3854030"/>
              <a:gd name="connsiteX4" fmla="*/ 22663 w 11084189"/>
              <a:gd name="connsiteY4" fmla="*/ 3748287 h 3854030"/>
              <a:gd name="connsiteX5" fmla="*/ 5542094 w 11084189"/>
              <a:gd name="connsiteY5" fmla="*/ 0 h 3854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084189" h="3854030">
                <a:moveTo>
                  <a:pt x="5542094" y="0"/>
                </a:moveTo>
                <a:cubicBezTo>
                  <a:pt x="8264668" y="0"/>
                  <a:pt x="10536186" y="1609144"/>
                  <a:pt x="11061525" y="3748287"/>
                </a:cubicBezTo>
                <a:lnTo>
                  <a:pt x="11084189" y="3854030"/>
                </a:lnTo>
                <a:lnTo>
                  <a:pt x="0" y="3854030"/>
                </a:lnTo>
                <a:lnTo>
                  <a:pt x="22663" y="3748287"/>
                </a:lnTo>
                <a:cubicBezTo>
                  <a:pt x="548002" y="1609144"/>
                  <a:pt x="2819520" y="0"/>
                  <a:pt x="5542094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Insert photo here</a:t>
            </a:r>
          </a:p>
        </p:txBody>
      </p:sp>
      <p:grpSp>
        <p:nvGrpSpPr>
          <p:cNvPr id="9" name="Top Right">
            <a:extLst>
              <a:ext uri="{FF2B5EF4-FFF2-40B4-BE49-F238E27FC236}">
                <a16:creationId xmlns:a16="http://schemas.microsoft.com/office/drawing/2014/main" id="{3E5EBBCF-761D-49AA-8960-D06A3484B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849" y="-3086"/>
            <a:ext cx="2198951" cy="3349518"/>
            <a:chOff x="10849" y="-3086"/>
            <a:chExt cx="2198951" cy="3349518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60F7E5D2-CFBA-4149-A9B1-32047212E5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8B55E1C-675E-425D-8EDF-AEA4D6B3475B}"/>
                </a:ext>
              </a:extLst>
            </p:cNvPr>
            <p:cNvSpPr/>
            <p:nvPr/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8FCA9AA7-FBFD-40D2-BF04-E2E0B1BD63FC}"/>
                </a:ext>
              </a:extLst>
            </p:cNvPr>
            <p:cNvSpPr/>
            <p:nvPr/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C09EC90-AF39-4D10-9018-0FFB283B91F4}"/>
                </a:ext>
              </a:extLst>
            </p:cNvPr>
            <p:cNvSpPr/>
            <p:nvPr/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F263181-1CB8-4DF1-94C2-E217E733B562}"/>
                </a:ext>
              </a:extLst>
            </p:cNvPr>
            <p:cNvSpPr/>
            <p:nvPr/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31408EA-002C-4A55-8451-03A0FCEC52B1}"/>
                </a:ext>
              </a:extLst>
            </p:cNvPr>
            <p:cNvSpPr/>
            <p:nvPr/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3E51D71-EB7F-46DD-AE4A-E64644F646AC}"/>
                </a:ext>
              </a:extLst>
            </p:cNvPr>
            <p:cNvSpPr/>
            <p:nvPr/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01E4470-A9CC-4FE2-9249-F71E89C4FB28}"/>
                </a:ext>
              </a:extLst>
            </p:cNvPr>
            <p:cNvSpPr/>
            <p:nvPr/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8" name="Title 1">
            <a:extLst>
              <a:ext uri="{FF2B5EF4-FFF2-40B4-BE49-F238E27FC236}">
                <a16:creationId xmlns:a16="http://schemas.microsoft.com/office/drawing/2014/main" id="{6653DE96-35D3-4AA3-B11A-A5882CC7A4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6275" y="570602"/>
            <a:ext cx="5996619" cy="2226076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baseline="0"/>
            </a:lvl1pPr>
          </a:lstStyle>
          <a:p>
            <a:pPr algn="l"/>
            <a:endParaRPr lang="en-US" sz="5400">
              <a:cs typeface="Posterama" panose="020B0504020200020000" pitchFamily="34" charset="0"/>
            </a:endParaRPr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E1C011E4-9F9C-45C6-9C1F-7A9F3721C2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13040" y="1597426"/>
            <a:ext cx="3370134" cy="44140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400"/>
            </a:lvl1pPr>
          </a:lstStyle>
          <a:p>
            <a:pPr algn="l">
              <a:lnSpc>
                <a:spcPct val="110000"/>
              </a:lnSpc>
            </a:pPr>
            <a:endParaRPr lang="en-US" sz="2200">
              <a:cs typeface="Segoe UI Semilight" panose="020B0402040204020203" pitchFamily="34" charset="0"/>
            </a:endParaRPr>
          </a:p>
        </p:txBody>
      </p:sp>
      <p:grpSp>
        <p:nvGrpSpPr>
          <p:cNvPr id="21" name="Cross">
            <a:extLst>
              <a:ext uri="{FF2B5EF4-FFF2-40B4-BE49-F238E27FC236}">
                <a16:creationId xmlns:a16="http://schemas.microsoft.com/office/drawing/2014/main" id="{51E372DC-98EB-4EBC-9D4C-A21D11837A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62000" y="6150811"/>
            <a:ext cx="118872" cy="118872"/>
            <a:chOff x="1175347" y="3733800"/>
            <a:chExt cx="118872" cy="118872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9173A0CF-667C-4499-98A9-03752E3C37AF}"/>
                </a:ext>
              </a:extLst>
            </p:cNvPr>
            <p:cNvCxnSpPr>
              <a:cxnSpLocks/>
            </p:cNvCxnSpPr>
            <p:nvPr/>
          </p:nvCxnSpPr>
          <p:spPr>
            <a:xfrm>
              <a:off x="1234783" y="3733800"/>
              <a:ext cx="0" cy="118872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5D99060-086B-40C6-A8B9-2768DB548A03}"/>
                </a:ext>
              </a:extLst>
            </p:cNvPr>
            <p:cNvCxnSpPr>
              <a:cxnSpLocks/>
            </p:cNvCxnSpPr>
            <p:nvPr/>
          </p:nvCxnSpPr>
          <p:spPr>
            <a:xfrm>
              <a:off x="1175347" y="3793236"/>
              <a:ext cx="11887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46585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Top left">
            <a:extLst>
              <a:ext uri="{FF2B5EF4-FFF2-40B4-BE49-F238E27FC236}">
                <a16:creationId xmlns:a16="http://schemas.microsoft.com/office/drawing/2014/main" id="{58A4F778-D8DF-42FD-B154-2F4B2C2028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849" y="-3086"/>
            <a:ext cx="2198951" cy="3349518"/>
            <a:chOff x="10849" y="-3086"/>
            <a:chExt cx="2198951" cy="3349518"/>
          </a:xfrm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0793C3B-AAD0-4446-A423-B0EB8EE2AA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57344207-297F-4959-8A55-69CE467B3CBD}"/>
                </a:ext>
              </a:extLst>
            </p:cNvPr>
            <p:cNvSpPr/>
            <p:nvPr/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479A031-8D8F-4167-9AC1-FF9067577187}"/>
                </a:ext>
              </a:extLst>
            </p:cNvPr>
            <p:cNvSpPr/>
            <p:nvPr/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2530E3E1-76BD-4378-9E7C-7302E4B84D71}"/>
                </a:ext>
              </a:extLst>
            </p:cNvPr>
            <p:cNvSpPr/>
            <p:nvPr/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8C42F67-50FC-4C12-B07D-7FD30B62543B}"/>
                </a:ext>
              </a:extLst>
            </p:cNvPr>
            <p:cNvSpPr/>
            <p:nvPr/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C3AD1C10-DF74-4C65-AF7B-89386448D4EA}"/>
                </a:ext>
              </a:extLst>
            </p:cNvPr>
            <p:cNvSpPr/>
            <p:nvPr/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E2D9D2C3-0C72-4401-8548-E2CACA3C95C5}"/>
                </a:ext>
              </a:extLst>
            </p:cNvPr>
            <p:cNvSpPr/>
            <p:nvPr/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83142937-438B-42B5-8B58-B26BD92F1544}"/>
                </a:ext>
              </a:extLst>
            </p:cNvPr>
            <p:cNvSpPr/>
            <p:nvPr/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AE9F08BF-E500-4B58-9AA3-B4517E83CE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692844" y="-3086"/>
            <a:ext cx="1326111" cy="59760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40" name="Bottom Right">
            <a:extLst>
              <a:ext uri="{FF2B5EF4-FFF2-40B4-BE49-F238E27FC236}">
                <a16:creationId xmlns:a16="http://schemas.microsoft.com/office/drawing/2014/main" id="{6DE93ED8-FDE6-418E-A743-2B368C71F3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grpSp>
          <p:nvGrpSpPr>
            <p:cNvPr id="41" name="Graphic 157">
              <a:extLst>
                <a:ext uri="{FF2B5EF4-FFF2-40B4-BE49-F238E27FC236}">
                  <a16:creationId xmlns:a16="http://schemas.microsoft.com/office/drawing/2014/main" id="{25190812-FA8A-4CB5-85A8-5DDFF8C94B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8662740" y="3276601"/>
              <a:ext cx="3529260" cy="3581399"/>
              <a:chOff x="4114800" y="1423987"/>
              <a:chExt cx="3961542" cy="4007547"/>
            </a:xfrm>
            <a:noFill/>
          </p:grpSpPr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71F1284C-D9B2-48EC-BDCE-6CF4C076ECB9}"/>
                  </a:ext>
                </a:extLst>
              </p:cNvPr>
              <p:cNvSpPr/>
              <p:nvPr/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DFDF02DB-02A4-4942-BD34-3F4903DA12A6}"/>
                  </a:ext>
                </a:extLst>
              </p:cNvPr>
              <p:cNvSpPr/>
              <p:nvPr/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739432B6-8074-4F72-BB48-F48015CAE048}"/>
                  </a:ext>
                </a:extLst>
              </p:cNvPr>
              <p:cNvSpPr/>
              <p:nvPr/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A017DF18-3257-471E-AFD3-39EB68FE2DF2}"/>
                  </a:ext>
                </a:extLst>
              </p:cNvPr>
              <p:cNvSpPr/>
              <p:nvPr/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A7360442-04D2-49F1-BBE1-ED7C5CA0FF1A}"/>
                  </a:ext>
                </a:extLst>
              </p:cNvPr>
              <p:cNvSpPr/>
              <p:nvPr/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8937ECC2-1561-4705-919F-243AFFCE8437}"/>
                  </a:ext>
                </a:extLst>
              </p:cNvPr>
              <p:cNvSpPr/>
              <p:nvPr/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7AF7D52A-2FC7-4627-955A-6CB0E5E7ABFD}"/>
                  </a:ext>
                </a:extLst>
              </p:cNvPr>
              <p:cNvSpPr/>
              <p:nvPr/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B3C81E55-0711-4E01-975D-4649E53C86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63" name="Title 1">
            <a:extLst>
              <a:ext uri="{FF2B5EF4-FFF2-40B4-BE49-F238E27FC236}">
                <a16:creationId xmlns:a16="http://schemas.microsoft.com/office/drawing/2014/main" id="{8782B20B-E447-47CC-93DB-B076EACC7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2" y="559813"/>
            <a:ext cx="5605358" cy="1664573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endParaRPr lang="en-US"/>
          </a:p>
        </p:txBody>
      </p:sp>
      <p:sp>
        <p:nvSpPr>
          <p:cNvPr id="65" name="Text Placeholder 37">
            <a:extLst>
              <a:ext uri="{FF2B5EF4-FFF2-40B4-BE49-F238E27FC236}">
                <a16:creationId xmlns:a16="http://schemas.microsoft.com/office/drawing/2014/main" id="{D5185B59-89FE-4275-B159-E5FEA474B46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95452" y="2384474"/>
            <a:ext cx="5608088" cy="3785763"/>
          </a:xfrm>
          <a:prstGeom prst="rect">
            <a:avLst/>
          </a:prstGeom>
        </p:spPr>
        <p:txBody>
          <a:bodyPr/>
          <a:lstStyle>
            <a:lvl1pPr marL="457200" indent="-457200">
              <a:lnSpc>
                <a:spcPct val="100000"/>
              </a:lnSpc>
              <a:buFont typeface="Avenir Next LT Pro" panose="020B0504020202020204" pitchFamily="34" charset="0"/>
              <a:buChar char="+"/>
              <a:defRPr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1" name="Picture Placeholder 2">
            <a:extLst>
              <a:ext uri="{FF2B5EF4-FFF2-40B4-BE49-F238E27FC236}">
                <a16:creationId xmlns:a16="http://schemas.microsoft.com/office/drawing/2014/main" id="{9079FD8C-6441-4214-93DC-E9E3BB41589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172325" y="558800"/>
            <a:ext cx="4818063" cy="277971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Insert photo here</a:t>
            </a:r>
          </a:p>
        </p:txBody>
      </p:sp>
      <p:sp>
        <p:nvSpPr>
          <p:cNvPr id="62" name="Picture Placeholder 59">
            <a:extLst>
              <a:ext uri="{FF2B5EF4-FFF2-40B4-BE49-F238E27FC236}">
                <a16:creationId xmlns:a16="http://schemas.microsoft.com/office/drawing/2014/main" id="{8BDEDA7F-304A-4A6E-8DB7-B842B551B24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169150" y="3503613"/>
            <a:ext cx="4818063" cy="266662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Insert photo here</a:t>
            </a:r>
          </a:p>
        </p:txBody>
      </p:sp>
      <p:sp>
        <p:nvSpPr>
          <p:cNvPr id="57" name="Date Placeholder 8">
            <a:extLst>
              <a:ext uri="{FF2B5EF4-FFF2-40B4-BE49-F238E27FC236}">
                <a16:creationId xmlns:a16="http://schemas.microsoft.com/office/drawing/2014/main" id="{786FFFB1-44AF-407C-A246-5AC9C17D34E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900" spc="200" baseline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/>
              <a:t>2/2/20XX</a:t>
            </a:r>
          </a:p>
        </p:txBody>
      </p:sp>
      <p:sp>
        <p:nvSpPr>
          <p:cNvPr id="58" name="Footer Placeholder 9">
            <a:extLst>
              <a:ext uri="{FF2B5EF4-FFF2-40B4-BE49-F238E27FC236}">
                <a16:creationId xmlns:a16="http://schemas.microsoft.com/office/drawing/2014/main" id="{556011BF-48D6-437C-A8D4-087E1EB7B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900" spc="200" baseline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59" name="Slide Number Placeholder 10">
            <a:extLst>
              <a:ext uri="{FF2B5EF4-FFF2-40B4-BE49-F238E27FC236}">
                <a16:creationId xmlns:a16="http://schemas.microsoft.com/office/drawing/2014/main" id="{975D7D2C-6BE7-4A0B-B546-9C9CE46F8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6000" y="6356350"/>
            <a:ext cx="1447800" cy="365125"/>
          </a:xfrm>
          <a:prstGeom prst="rect">
            <a:avLst/>
          </a:prstGeom>
        </p:spPr>
        <p:txBody>
          <a:bodyPr/>
          <a:lstStyle>
            <a:lvl1pPr algn="r">
              <a:defRPr sz="900" spc="200" baseline="0">
                <a:solidFill>
                  <a:schemeClr val="accent1"/>
                </a:solidFill>
                <a:effectLst/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648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Bottom Right">
            <a:extLst>
              <a:ext uri="{FF2B5EF4-FFF2-40B4-BE49-F238E27FC236}">
                <a16:creationId xmlns:a16="http://schemas.microsoft.com/office/drawing/2014/main" id="{E111E959-AE2E-40A4-98AD-7D52A1959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grpSp>
          <p:nvGrpSpPr>
            <p:cNvPr id="18" name="Graphic 157">
              <a:extLst>
                <a:ext uri="{FF2B5EF4-FFF2-40B4-BE49-F238E27FC236}">
                  <a16:creationId xmlns:a16="http://schemas.microsoft.com/office/drawing/2014/main" id="{0908BA80-B05F-4958-9382-A0D9410244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8662740" y="3276601"/>
              <a:ext cx="3529260" cy="3581399"/>
              <a:chOff x="4114800" y="1423987"/>
              <a:chExt cx="3961542" cy="4007547"/>
            </a:xfrm>
            <a:noFill/>
          </p:grpSpPr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75B7426F-B5A6-48C2-AA98-B1B4903DB48A}"/>
                  </a:ext>
                </a:extLst>
              </p:cNvPr>
              <p:cNvSpPr/>
              <p:nvPr/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46088CEA-297B-452F-B8C9-4FE4B30AD863}"/>
                  </a:ext>
                </a:extLst>
              </p:cNvPr>
              <p:cNvSpPr/>
              <p:nvPr/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00A58A3D-F03E-45B2-B6F2-3B23998696AD}"/>
                  </a:ext>
                </a:extLst>
              </p:cNvPr>
              <p:cNvSpPr/>
              <p:nvPr/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74551D63-42D8-4E16-B803-BCDF887E3BA8}"/>
                  </a:ext>
                </a:extLst>
              </p:cNvPr>
              <p:cNvSpPr/>
              <p:nvPr/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D32D482B-70A4-4367-9129-156A4E10BA2D}"/>
                  </a:ext>
                </a:extLst>
              </p:cNvPr>
              <p:cNvSpPr/>
              <p:nvPr/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403B5FA3-C7DC-40A8-903C-5CEB2D9F39F9}"/>
                  </a:ext>
                </a:extLst>
              </p:cNvPr>
              <p:cNvSpPr/>
              <p:nvPr/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C18C48C9-D302-4DF3-9905-1C77DADBB06D}"/>
                  </a:ext>
                </a:extLst>
              </p:cNvPr>
              <p:cNvSpPr/>
              <p:nvPr/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31D0B3BD-DDF6-4C74-88B5-F16A89D415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64" name="Top Left">
            <a:extLst>
              <a:ext uri="{FF2B5EF4-FFF2-40B4-BE49-F238E27FC236}">
                <a16:creationId xmlns:a16="http://schemas.microsoft.com/office/drawing/2014/main" id="{8087FF2B-AA37-46BB-98C5-51A0DBC1CD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849" y="-3086"/>
            <a:ext cx="2198951" cy="3349518"/>
            <a:chOff x="10849" y="-3086"/>
            <a:chExt cx="2198951" cy="3349518"/>
          </a:xfrm>
        </p:grpSpPr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C6EA10B1-B913-4692-AC3E-121374FD78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72B1778E-37F1-4D06-A0C1-E121F48AB542}"/>
                </a:ext>
              </a:extLst>
            </p:cNvPr>
            <p:cNvSpPr/>
            <p:nvPr/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65F5AAFE-F598-42CC-8D85-36011CE9D145}"/>
                </a:ext>
              </a:extLst>
            </p:cNvPr>
            <p:cNvSpPr/>
            <p:nvPr/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6D3678A3-EBA1-461E-B7FE-B58776C95CD3}"/>
                </a:ext>
              </a:extLst>
            </p:cNvPr>
            <p:cNvSpPr/>
            <p:nvPr/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B8543F0A-65E2-4F14-975F-3AA8B5B17417}"/>
                </a:ext>
              </a:extLst>
            </p:cNvPr>
            <p:cNvSpPr/>
            <p:nvPr/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A6925965-04E0-4184-8AE3-0FFE4EF318F3}"/>
                </a:ext>
              </a:extLst>
            </p:cNvPr>
            <p:cNvSpPr/>
            <p:nvPr/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C725961F-048D-4994-8055-83DE34C83663}"/>
                </a:ext>
              </a:extLst>
            </p:cNvPr>
            <p:cNvSpPr/>
            <p:nvPr/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00656CFD-98C0-4307-A549-3341C5CFFB78}"/>
                </a:ext>
              </a:extLst>
            </p:cNvPr>
            <p:cNvSpPr/>
            <p:nvPr/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0E66F049-1B70-4977-BDD1-C26AD9880F6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5531" y="158840"/>
            <a:ext cx="4790032" cy="2779466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20000"/>
              </a:lnSpc>
              <a:defRPr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99" name="Text Placeholder 97">
            <a:extLst>
              <a:ext uri="{FF2B5EF4-FFF2-40B4-BE49-F238E27FC236}">
                <a16:creationId xmlns:a16="http://schemas.microsoft.com/office/drawing/2014/main" id="{7018E2A7-B977-427A-AFCB-3A4836EB4DE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64947" y="168275"/>
            <a:ext cx="4790032" cy="2632256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90" name="Picture Placeholder 86">
            <a:extLst>
              <a:ext uri="{FF2B5EF4-FFF2-40B4-BE49-F238E27FC236}">
                <a16:creationId xmlns:a16="http://schemas.microsoft.com/office/drawing/2014/main" id="{ED450ADD-E6EC-4121-B563-F50E064A497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98741" y="2938306"/>
            <a:ext cx="11812017" cy="39159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Insert photo here</a:t>
            </a:r>
          </a:p>
        </p:txBody>
      </p:sp>
      <p:sp>
        <p:nvSpPr>
          <p:cNvPr id="91" name="Date Placeholder 8">
            <a:extLst>
              <a:ext uri="{FF2B5EF4-FFF2-40B4-BE49-F238E27FC236}">
                <a16:creationId xmlns:a16="http://schemas.microsoft.com/office/drawing/2014/main" id="{9DDE65E2-ADF9-4ECD-93DA-3242E5FF3409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900" spc="2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/>
              <a:t>2/2/20XX</a:t>
            </a:r>
          </a:p>
        </p:txBody>
      </p:sp>
      <p:sp>
        <p:nvSpPr>
          <p:cNvPr id="92" name="Footer Placeholder 9">
            <a:extLst>
              <a:ext uri="{FF2B5EF4-FFF2-40B4-BE49-F238E27FC236}">
                <a16:creationId xmlns:a16="http://schemas.microsoft.com/office/drawing/2014/main" id="{5B7FAD18-E3EE-4498-AEAC-7217CE6DA76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900" spc="2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93" name="Slide Number Placeholder 10">
            <a:extLst>
              <a:ext uri="{FF2B5EF4-FFF2-40B4-BE49-F238E27FC236}">
                <a16:creationId xmlns:a16="http://schemas.microsoft.com/office/drawing/2014/main" id="{5894C940-55FC-4B08-99A8-DD2254FABCA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9906000" y="6356350"/>
            <a:ext cx="1447800" cy="365125"/>
          </a:xfrm>
          <a:prstGeom prst="rect">
            <a:avLst/>
          </a:prstGeom>
        </p:spPr>
        <p:txBody>
          <a:bodyPr/>
          <a:lstStyle>
            <a:lvl1pPr algn="r">
              <a:defRPr sz="900" spc="2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1944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Bottom Right">
            <a:extLst>
              <a:ext uri="{FF2B5EF4-FFF2-40B4-BE49-F238E27FC236}">
                <a16:creationId xmlns:a16="http://schemas.microsoft.com/office/drawing/2014/main" id="{B023FEDE-FD35-413E-A6E6-2F36BD0D10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974976" y="3278144"/>
            <a:ext cx="4211600" cy="3581399"/>
            <a:chOff x="7980400" y="3276601"/>
            <a:chExt cx="4211600" cy="3581399"/>
          </a:xfrm>
        </p:grpSpPr>
        <p:grpSp>
          <p:nvGrpSpPr>
            <p:cNvPr id="23" name="Graphic 157">
              <a:extLst>
                <a:ext uri="{FF2B5EF4-FFF2-40B4-BE49-F238E27FC236}">
                  <a16:creationId xmlns:a16="http://schemas.microsoft.com/office/drawing/2014/main" id="{F296456E-2618-4FC5-BBF1-98139316B9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8662740" y="3276601"/>
              <a:ext cx="3529260" cy="3581397"/>
              <a:chOff x="4114800" y="1423987"/>
              <a:chExt cx="3961542" cy="4007547"/>
            </a:xfrm>
            <a:noFill/>
          </p:grpSpPr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7BF8EDC0-C078-4225-BC74-92C170331E38}"/>
                  </a:ext>
                </a:extLst>
              </p:cNvPr>
              <p:cNvSpPr/>
              <p:nvPr/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CD11E24B-6171-4BA5-9124-771EEDEA4B01}"/>
                  </a:ext>
                </a:extLst>
              </p:cNvPr>
              <p:cNvSpPr/>
              <p:nvPr/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C6B79974-93CA-440A-90D6-341091F806E7}"/>
                  </a:ext>
                </a:extLst>
              </p:cNvPr>
              <p:cNvSpPr/>
              <p:nvPr/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DC593E8A-F480-4181-9BFA-78603CBA776D}"/>
                  </a:ext>
                </a:extLst>
              </p:cNvPr>
              <p:cNvSpPr/>
              <p:nvPr/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73032549-12BB-4057-B2CF-E2C2F6B5ABE5}"/>
                  </a:ext>
                </a:extLst>
              </p:cNvPr>
              <p:cNvSpPr/>
              <p:nvPr/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73798276-B98D-42F7-AF59-B30CDDB4C987}"/>
                  </a:ext>
                </a:extLst>
              </p:cNvPr>
              <p:cNvSpPr/>
              <p:nvPr/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E548A05F-8BF4-489F-9169-CDD749ADB38E}"/>
                  </a:ext>
                </a:extLst>
              </p:cNvPr>
              <p:cNvSpPr/>
              <p:nvPr/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</p:grp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0987E2E0-CC03-4A51-9ADC-3A8F0F8146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pSp>
        <p:nvGrpSpPr>
          <p:cNvPr id="4" name="Top left">
            <a:extLst>
              <a:ext uri="{FF2B5EF4-FFF2-40B4-BE49-F238E27FC236}">
                <a16:creationId xmlns:a16="http://schemas.microsoft.com/office/drawing/2014/main" id="{F971CDD8-150B-43CA-B0B4-453E99E546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25" y="-1543"/>
            <a:ext cx="2198951" cy="3349518"/>
            <a:chOff x="10849" y="-3086"/>
            <a:chExt cx="2198951" cy="3349518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83FB31C0-83A2-4CA9-9E10-759376BB8F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F7AD3F4D-9E8E-4CDB-8839-1190B87F504B}"/>
                </a:ext>
              </a:extLst>
            </p:cNvPr>
            <p:cNvSpPr/>
            <p:nvPr/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1C05B4CB-A75C-4E77-9C9C-E85054415485}"/>
                </a:ext>
              </a:extLst>
            </p:cNvPr>
            <p:cNvSpPr/>
            <p:nvPr/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E6F2C58A-0001-4403-961A-8D72894A87EB}"/>
                </a:ext>
              </a:extLst>
            </p:cNvPr>
            <p:cNvSpPr/>
            <p:nvPr/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9666267-BD43-43DF-B0BB-96735BF82B20}"/>
                </a:ext>
              </a:extLst>
            </p:cNvPr>
            <p:cNvSpPr/>
            <p:nvPr/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B7B6C40E-1E26-456A-98BF-FD02DE25BBBF}"/>
                </a:ext>
              </a:extLst>
            </p:cNvPr>
            <p:cNvSpPr/>
            <p:nvPr/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E9DD0F3-80C9-4BAD-BE68-DF9B78B367FC}"/>
                </a:ext>
              </a:extLst>
            </p:cNvPr>
            <p:cNvSpPr/>
            <p:nvPr/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D374254-F113-4FB1-A938-2CBE5B375587}"/>
                </a:ext>
              </a:extLst>
            </p:cNvPr>
            <p:cNvSpPr/>
            <p:nvPr/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2C91688C-CA2F-423F-87BC-5CF5F4A66A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5653" y="744909"/>
            <a:ext cx="5581561" cy="3155419"/>
          </a:xfrm>
          <a:prstGeom prst="rect">
            <a:avLst/>
          </a:prstGeom>
        </p:spPr>
        <p:txBody>
          <a:bodyPr anchor="b">
            <a:normAutofit/>
          </a:bodyPr>
          <a:lstStyle/>
          <a:p>
            <a:pPr algn="l"/>
            <a:endParaRPr lang="en-US" sz="5400">
              <a:cs typeface="Posterama" panose="020B0504020200020000" pitchFamily="34" charset="0"/>
            </a:endParaRPr>
          </a:p>
        </p:txBody>
      </p:sp>
      <p:grpSp>
        <p:nvGrpSpPr>
          <p:cNvPr id="28" name="Cross">
            <a:extLst>
              <a:ext uri="{FF2B5EF4-FFF2-40B4-BE49-F238E27FC236}">
                <a16:creationId xmlns:a16="http://schemas.microsoft.com/office/drawing/2014/main" id="{DE90EA9D-D33A-4461-8A51-988087AEC6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948013" y="3330979"/>
            <a:ext cx="118872" cy="118872"/>
            <a:chOff x="1175347" y="3733800"/>
            <a:chExt cx="118872" cy="118872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F7119486-F5DF-4CAA-A71E-2861F2CBECF7}"/>
                </a:ext>
              </a:extLst>
            </p:cNvPr>
            <p:cNvCxnSpPr>
              <a:cxnSpLocks/>
            </p:cNvCxnSpPr>
            <p:nvPr/>
          </p:nvCxnSpPr>
          <p:spPr>
            <a:xfrm>
              <a:off x="1234783" y="3733800"/>
              <a:ext cx="0" cy="118872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2C858657-F484-4466-8AFB-7FAD2E65B72F}"/>
                </a:ext>
              </a:extLst>
            </p:cNvPr>
            <p:cNvCxnSpPr>
              <a:cxnSpLocks/>
            </p:cNvCxnSpPr>
            <p:nvPr/>
          </p:nvCxnSpPr>
          <p:spPr>
            <a:xfrm>
              <a:off x="1175347" y="3793236"/>
              <a:ext cx="11887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39" name="Text Placeholder 37">
            <a:extLst>
              <a:ext uri="{FF2B5EF4-FFF2-40B4-BE49-F238E27FC236}">
                <a16:creationId xmlns:a16="http://schemas.microsoft.com/office/drawing/2014/main" id="{98D12C8B-CC26-42CF-A68C-CF06CCA79DB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12825" y="4075113"/>
            <a:ext cx="5581650" cy="20542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42" name="Picture Placeholder 41">
            <a:extLst>
              <a:ext uri="{FF2B5EF4-FFF2-40B4-BE49-F238E27FC236}">
                <a16:creationId xmlns:a16="http://schemas.microsoft.com/office/drawing/2014/main" id="{E3C5E9AD-97DA-438E-9830-992F9CA586B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32018" y="920426"/>
            <a:ext cx="2478719" cy="4957437"/>
          </a:xfrm>
          <a:custGeom>
            <a:avLst/>
            <a:gdLst>
              <a:gd name="connsiteX0" fmla="*/ 2478719 w 2478719"/>
              <a:gd name="connsiteY0" fmla="*/ 0 h 4957437"/>
              <a:gd name="connsiteX1" fmla="*/ 2478719 w 2478719"/>
              <a:gd name="connsiteY1" fmla="*/ 4957437 h 4957437"/>
              <a:gd name="connsiteX2" fmla="*/ 0 w 2478719"/>
              <a:gd name="connsiteY2" fmla="*/ 2478719 h 4957437"/>
              <a:gd name="connsiteX3" fmla="*/ 2478719 w 2478719"/>
              <a:gd name="connsiteY3" fmla="*/ 0 h 49574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78719" h="4957437">
                <a:moveTo>
                  <a:pt x="2478719" y="0"/>
                </a:moveTo>
                <a:lnTo>
                  <a:pt x="2478719" y="4957437"/>
                </a:lnTo>
                <a:cubicBezTo>
                  <a:pt x="1109777" y="4957437"/>
                  <a:pt x="0" y="3847661"/>
                  <a:pt x="0" y="2478719"/>
                </a:cubicBezTo>
                <a:cubicBezTo>
                  <a:pt x="0" y="1109777"/>
                  <a:pt x="1109777" y="0"/>
                  <a:pt x="2478719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to add photo</a:t>
            </a:r>
          </a:p>
        </p:txBody>
      </p:sp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29CDCB5D-3CB9-4A05-9109-F46C1FEB08B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244935" y="920815"/>
            <a:ext cx="2410165" cy="2410165"/>
          </a:xfrm>
          <a:custGeom>
            <a:avLst/>
            <a:gdLst>
              <a:gd name="connsiteX0" fmla="*/ 0 w 2410165"/>
              <a:gd name="connsiteY0" fmla="*/ 0 h 2410165"/>
              <a:gd name="connsiteX1" fmla="*/ 2410165 w 2410165"/>
              <a:gd name="connsiteY1" fmla="*/ 2410165 h 2410165"/>
              <a:gd name="connsiteX2" fmla="*/ 0 w 2410165"/>
              <a:gd name="connsiteY2" fmla="*/ 2410165 h 2410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10165" h="2410165">
                <a:moveTo>
                  <a:pt x="0" y="0"/>
                </a:moveTo>
                <a:cubicBezTo>
                  <a:pt x="1331082" y="0"/>
                  <a:pt x="2410165" y="1079083"/>
                  <a:pt x="2410165" y="2410165"/>
                </a:cubicBezTo>
                <a:lnTo>
                  <a:pt x="0" y="2410165"/>
                </a:lnTo>
                <a:close/>
              </a:path>
            </a:pathLst>
          </a:custGeom>
        </p:spPr>
        <p:txBody>
          <a:bodyPr wrap="square" anchor="b">
            <a:no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to</a:t>
            </a:r>
          </a:p>
          <a:p>
            <a:r>
              <a:rPr lang="en-US"/>
              <a:t>add photo</a:t>
            </a:r>
          </a:p>
        </p:txBody>
      </p:sp>
      <p:sp>
        <p:nvSpPr>
          <p:cNvPr id="48" name="Picture Placeholder 47">
            <a:extLst>
              <a:ext uri="{FF2B5EF4-FFF2-40B4-BE49-F238E27FC236}">
                <a16:creationId xmlns:a16="http://schemas.microsoft.com/office/drawing/2014/main" id="{C1949CC4-76B8-4D86-AF8E-6201557DC29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9244934" y="3471379"/>
            <a:ext cx="2410165" cy="2406483"/>
          </a:xfrm>
          <a:custGeom>
            <a:avLst/>
            <a:gdLst>
              <a:gd name="connsiteX0" fmla="*/ 0 w 2410165"/>
              <a:gd name="connsiteY0" fmla="*/ 0 h 2406483"/>
              <a:gd name="connsiteX1" fmla="*/ 2410165 w 2410165"/>
              <a:gd name="connsiteY1" fmla="*/ 0 h 2406483"/>
              <a:gd name="connsiteX2" fmla="*/ 0 w 2410165"/>
              <a:gd name="connsiteY2" fmla="*/ 2406483 h 2406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10165" h="2406483">
                <a:moveTo>
                  <a:pt x="0" y="0"/>
                </a:moveTo>
                <a:lnTo>
                  <a:pt x="2410165" y="0"/>
                </a:lnTo>
                <a:cubicBezTo>
                  <a:pt x="2410165" y="1329048"/>
                  <a:pt x="1331082" y="2406483"/>
                  <a:pt x="0" y="2406483"/>
                </a:cubicBezTo>
                <a:close/>
              </a:path>
            </a:pathLst>
          </a:custGeom>
        </p:spPr>
        <p:txBody>
          <a:bodyPr wrap="square" anchor="t">
            <a:no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to</a:t>
            </a:r>
          </a:p>
          <a:p>
            <a:r>
              <a:rPr lang="en-US"/>
              <a:t>add photo</a:t>
            </a:r>
          </a:p>
        </p:txBody>
      </p:sp>
    </p:spTree>
    <p:extLst>
      <p:ext uri="{BB962C8B-B14F-4D97-AF65-F5344CB8AC3E}">
        <p14:creationId xmlns:p14="http://schemas.microsoft.com/office/powerpoint/2010/main" val="37557528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Rectangle 1">
            <a:extLst>
              <a:ext uri="{FF2B5EF4-FFF2-40B4-BE49-F238E27FC236}">
                <a16:creationId xmlns:a16="http://schemas.microsoft.com/office/drawing/2014/main" id="{1225C57A-6BA3-4E88-81DB-F98A7E8F9C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4F9A67F-2D88-49BB-87D0-5430BD24E5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4" name="Top left">
            <a:extLst>
              <a:ext uri="{FF2B5EF4-FFF2-40B4-BE49-F238E27FC236}">
                <a16:creationId xmlns:a16="http://schemas.microsoft.com/office/drawing/2014/main" id="{F5534F84-ABA8-471C-A8B7-F32A0AD1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25" y="-1543"/>
            <a:ext cx="2198951" cy="3349518"/>
            <a:chOff x="10849" y="-3086"/>
            <a:chExt cx="2198951" cy="3349518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C120E573-F17E-4067-ACC7-2CFE0E36AF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0A9A04E4-A99F-444D-8C94-C8345135FEB6}"/>
                </a:ext>
              </a:extLst>
            </p:cNvPr>
            <p:cNvSpPr/>
            <p:nvPr/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A25C62E1-A6EA-45F5-98E7-AFC16D32A1EE}"/>
                </a:ext>
              </a:extLst>
            </p:cNvPr>
            <p:cNvSpPr/>
            <p:nvPr/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E49BBA52-97E5-462E-89FE-054F9420E234}"/>
                </a:ext>
              </a:extLst>
            </p:cNvPr>
            <p:cNvSpPr/>
            <p:nvPr/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9548F12-A85E-4D96-A275-D42CC29DE220}"/>
                </a:ext>
              </a:extLst>
            </p:cNvPr>
            <p:cNvSpPr/>
            <p:nvPr/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91A48A8C-0AD8-4EE1-ABFC-3BC7281B3417}"/>
                </a:ext>
              </a:extLst>
            </p:cNvPr>
            <p:cNvSpPr/>
            <p:nvPr/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D288D21-2CC5-4CD1-A620-1F777FCFB123}"/>
                </a:ext>
              </a:extLst>
            </p:cNvPr>
            <p:cNvSpPr/>
            <p:nvPr/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5A40365-E048-4BD5-B813-8F22247869EE}"/>
                </a:ext>
              </a:extLst>
            </p:cNvPr>
            <p:cNvSpPr/>
            <p:nvPr/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8F5D6640-231E-4BB4-AE0F-70176A3BE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1" y="557191"/>
            <a:ext cx="9988166" cy="1325397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pPr>
              <a:lnSpc>
                <a:spcPct val="100000"/>
              </a:lnSpc>
            </a:pPr>
            <a:endParaRPr lang="en-US"/>
          </a:p>
        </p:txBody>
      </p:sp>
      <p:grpSp>
        <p:nvGrpSpPr>
          <p:cNvPr id="14" name="Bottom Right">
            <a:extLst>
              <a:ext uri="{FF2B5EF4-FFF2-40B4-BE49-F238E27FC236}">
                <a16:creationId xmlns:a16="http://schemas.microsoft.com/office/drawing/2014/main" id="{2B5DBC70-6B80-4634-BE74-063E4A256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974976" y="3278144"/>
            <a:ext cx="4211600" cy="3581399"/>
            <a:chOff x="7980400" y="3276601"/>
            <a:chExt cx="4211600" cy="3581399"/>
          </a:xfrm>
        </p:grpSpPr>
        <p:grpSp>
          <p:nvGrpSpPr>
            <p:cNvPr id="15" name="Graphic 157">
              <a:extLst>
                <a:ext uri="{FF2B5EF4-FFF2-40B4-BE49-F238E27FC236}">
                  <a16:creationId xmlns:a16="http://schemas.microsoft.com/office/drawing/2014/main" id="{4F2F0A0F-98AB-4BFF-A7D6-2AD57BBE6E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8662740" y="3276601"/>
              <a:ext cx="3529260" cy="3581397"/>
              <a:chOff x="4114800" y="1423987"/>
              <a:chExt cx="3961542" cy="4007547"/>
            </a:xfrm>
            <a:noFill/>
          </p:grpSpPr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DD4C8780-103D-4273-8C53-67974B2A94DC}"/>
                  </a:ext>
                </a:extLst>
              </p:cNvPr>
              <p:cNvSpPr/>
              <p:nvPr/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4AD6E1B3-1715-4109-8CB1-9105B0BFA994}"/>
                  </a:ext>
                </a:extLst>
              </p:cNvPr>
              <p:cNvSpPr/>
              <p:nvPr/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38820D0E-8FC9-4216-A6BF-2299C5AF7C14}"/>
                  </a:ext>
                </a:extLst>
              </p:cNvPr>
              <p:cNvSpPr/>
              <p:nvPr/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AF0D6914-EF36-446C-9B37-B29925ED144F}"/>
                  </a:ext>
                </a:extLst>
              </p:cNvPr>
              <p:cNvSpPr/>
              <p:nvPr/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FFAE074B-38DD-4BDA-A83B-AC2A1E8D1664}"/>
                  </a:ext>
                </a:extLst>
              </p:cNvPr>
              <p:cNvSpPr/>
              <p:nvPr/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C8DE4EEA-58F1-46B6-B27D-4542CA39C042}"/>
                  </a:ext>
                </a:extLst>
              </p:cNvPr>
              <p:cNvSpPr/>
              <p:nvPr/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F436828B-D2E1-4D62-AAF4-796CB97FF892}"/>
                  </a:ext>
                </a:extLst>
              </p:cNvPr>
              <p:cNvSpPr/>
              <p:nvPr/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</p:grp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885C3206-220B-4FE2-A199-6D4F2D7CE3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8" name="Date Placeholder 8">
            <a:extLst>
              <a:ext uri="{FF2B5EF4-FFF2-40B4-BE49-F238E27FC236}">
                <a16:creationId xmlns:a16="http://schemas.microsoft.com/office/drawing/2014/main" id="{B26AF064-D340-46EA-9C15-A6CB4E37646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900" spc="200" baseline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/>
              <a:t>2/2/20XX</a:t>
            </a:r>
          </a:p>
        </p:txBody>
      </p:sp>
      <p:sp>
        <p:nvSpPr>
          <p:cNvPr id="29" name="Footer Placeholder 9">
            <a:extLst>
              <a:ext uri="{FF2B5EF4-FFF2-40B4-BE49-F238E27FC236}">
                <a16:creationId xmlns:a16="http://schemas.microsoft.com/office/drawing/2014/main" id="{03F75FA5-935D-4AF9-B1EF-2F4DAAE58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900" spc="200" baseline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30" name="Slide Number Placeholder 10">
            <a:extLst>
              <a:ext uri="{FF2B5EF4-FFF2-40B4-BE49-F238E27FC236}">
                <a16:creationId xmlns:a16="http://schemas.microsoft.com/office/drawing/2014/main" id="{71F9F335-851C-42ED-B5C1-9FABCA15F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6000" y="6356350"/>
            <a:ext cx="1447800" cy="365125"/>
          </a:xfrm>
          <a:prstGeom prst="rect">
            <a:avLst/>
          </a:prstGeom>
        </p:spPr>
        <p:txBody>
          <a:bodyPr/>
          <a:lstStyle>
            <a:lvl1pPr algn="r">
              <a:defRPr sz="900" spc="200" baseline="0">
                <a:solidFill>
                  <a:schemeClr val="accent1"/>
                </a:solidFill>
                <a:effectLst/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4330C721-3559-4CDE-B4AF-4F7C98229EB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433513" y="2343150"/>
            <a:ext cx="9324975" cy="35528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76649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op left">
            <a:extLst>
              <a:ext uri="{FF2B5EF4-FFF2-40B4-BE49-F238E27FC236}">
                <a16:creationId xmlns:a16="http://schemas.microsoft.com/office/drawing/2014/main" id="{6B68C4F3-DA58-488E-A1B9-C574806E06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25" y="-1543"/>
            <a:ext cx="2198951" cy="3349518"/>
            <a:chOff x="10849" y="-3086"/>
            <a:chExt cx="2198951" cy="3349518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7C14282E-9BBD-4DB8-9BEF-3B2029C43A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54227016-75FE-458D-8526-2BC0F6325277}"/>
                </a:ext>
              </a:extLst>
            </p:cNvPr>
            <p:cNvSpPr/>
            <p:nvPr/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F8D36287-4581-4AB3-AD73-BB1788B529CE}"/>
                </a:ext>
              </a:extLst>
            </p:cNvPr>
            <p:cNvSpPr/>
            <p:nvPr/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A687500-D055-420B-BA89-C2497BEC9CEE}"/>
                </a:ext>
              </a:extLst>
            </p:cNvPr>
            <p:cNvSpPr/>
            <p:nvPr/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561ED86A-A615-457B-B605-DDEFA04887AA}"/>
                </a:ext>
              </a:extLst>
            </p:cNvPr>
            <p:cNvSpPr/>
            <p:nvPr/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F9B08EFF-6109-4E38-8AE0-C0DC57673936}"/>
                </a:ext>
              </a:extLst>
            </p:cNvPr>
            <p:cNvSpPr/>
            <p:nvPr/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62AAAC3-A562-4FFF-9C3D-2A15BB0C8217}"/>
                </a:ext>
              </a:extLst>
            </p:cNvPr>
            <p:cNvSpPr/>
            <p:nvPr/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4532044-D738-480C-BFDC-BA047A4549FB}"/>
                </a:ext>
              </a:extLst>
            </p:cNvPr>
            <p:cNvSpPr/>
            <p:nvPr/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0E6D5A92-6D6E-4B53-BA01-E1231CF64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1" y="557191"/>
            <a:ext cx="9988166" cy="1325397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pPr>
              <a:lnSpc>
                <a:spcPct val="100000"/>
              </a:lnSpc>
            </a:pPr>
            <a:endParaRPr lang="en-US"/>
          </a:p>
        </p:txBody>
      </p:sp>
      <p:grpSp>
        <p:nvGrpSpPr>
          <p:cNvPr id="14" name="Bottom Right">
            <a:extLst>
              <a:ext uri="{FF2B5EF4-FFF2-40B4-BE49-F238E27FC236}">
                <a16:creationId xmlns:a16="http://schemas.microsoft.com/office/drawing/2014/main" id="{933458C1-788D-4D50-BC21-6447B0730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974976" y="3278144"/>
            <a:ext cx="4211600" cy="3581399"/>
            <a:chOff x="7980400" y="3276601"/>
            <a:chExt cx="4211600" cy="3581399"/>
          </a:xfrm>
        </p:grpSpPr>
        <p:grpSp>
          <p:nvGrpSpPr>
            <p:cNvPr id="15" name="Graphic 157">
              <a:extLst>
                <a:ext uri="{FF2B5EF4-FFF2-40B4-BE49-F238E27FC236}">
                  <a16:creationId xmlns:a16="http://schemas.microsoft.com/office/drawing/2014/main" id="{0D41BA5F-BA2A-4386-A7B4-FB811DF51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8662740" y="3276601"/>
              <a:ext cx="3529260" cy="3581397"/>
              <a:chOff x="4114800" y="1423987"/>
              <a:chExt cx="3961542" cy="4007547"/>
            </a:xfrm>
            <a:noFill/>
          </p:grpSpPr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EFDE3885-EA9A-4FF9-84BD-B43D6D1ED4DD}"/>
                  </a:ext>
                </a:extLst>
              </p:cNvPr>
              <p:cNvSpPr/>
              <p:nvPr/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5ECB0097-BB98-4FEC-A705-D82D6A97CA25}"/>
                  </a:ext>
                </a:extLst>
              </p:cNvPr>
              <p:cNvSpPr/>
              <p:nvPr/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20E6CFFF-B349-4360-92E1-0451760008D5}"/>
                  </a:ext>
                </a:extLst>
              </p:cNvPr>
              <p:cNvSpPr/>
              <p:nvPr/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6A22594E-9B08-4B25-8789-304CA2FC58A4}"/>
                  </a:ext>
                </a:extLst>
              </p:cNvPr>
              <p:cNvSpPr/>
              <p:nvPr/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AE707CB4-8E5B-40D8-A59A-38A6B3619F24}"/>
                  </a:ext>
                </a:extLst>
              </p:cNvPr>
              <p:cNvSpPr/>
              <p:nvPr/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51A45863-5560-4ACD-ACE3-94776845B138}"/>
                  </a:ext>
                </a:extLst>
              </p:cNvPr>
              <p:cNvSpPr/>
              <p:nvPr/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FD8510C7-0AAE-424E-8D10-9E3FC0DB98F1}"/>
                  </a:ext>
                </a:extLst>
              </p:cNvPr>
              <p:cNvSpPr/>
              <p:nvPr/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</p:grp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BA78C71-D0E4-4A5E-B6DB-3065CB6ACE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4" name="Date Placeholder 8">
            <a:extLst>
              <a:ext uri="{FF2B5EF4-FFF2-40B4-BE49-F238E27FC236}">
                <a16:creationId xmlns:a16="http://schemas.microsoft.com/office/drawing/2014/main" id="{4EC9294D-6492-44C5-AE14-74B5D86BAE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900" spc="200" baseline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/>
              <a:t>2/2/20XX</a:t>
            </a:r>
          </a:p>
        </p:txBody>
      </p:sp>
      <p:sp>
        <p:nvSpPr>
          <p:cNvPr id="25" name="Footer Placeholder 9">
            <a:extLst>
              <a:ext uri="{FF2B5EF4-FFF2-40B4-BE49-F238E27FC236}">
                <a16:creationId xmlns:a16="http://schemas.microsoft.com/office/drawing/2014/main" id="{0E08DE30-AEBD-48F0-A130-0753399D6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900" spc="200" baseline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6" name="Slide Number Placeholder 10">
            <a:extLst>
              <a:ext uri="{FF2B5EF4-FFF2-40B4-BE49-F238E27FC236}">
                <a16:creationId xmlns:a16="http://schemas.microsoft.com/office/drawing/2014/main" id="{71415C84-324E-4C0D-B691-C384E436D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6000" y="6356350"/>
            <a:ext cx="1447800" cy="365125"/>
          </a:xfrm>
          <a:prstGeom prst="rect">
            <a:avLst/>
          </a:prstGeom>
        </p:spPr>
        <p:txBody>
          <a:bodyPr/>
          <a:lstStyle>
            <a:lvl1pPr algn="r">
              <a:defRPr sz="900" spc="200" baseline="0">
                <a:solidFill>
                  <a:schemeClr val="accent1"/>
                </a:solidFill>
                <a:effectLst/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6A6618-F041-427E-AE99-91D2386AE89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860550" y="2055813"/>
            <a:ext cx="8662988" cy="33099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84184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Top left">
            <a:extLst>
              <a:ext uri="{FF2B5EF4-FFF2-40B4-BE49-F238E27FC236}">
                <a16:creationId xmlns:a16="http://schemas.microsoft.com/office/drawing/2014/main" id="{E7C1007A-38A4-44A0-BF98-887471DFFB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25" y="-1543"/>
            <a:ext cx="2198951" cy="3349518"/>
            <a:chOff x="10849" y="-3086"/>
            <a:chExt cx="2198951" cy="334951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FC8DFC3-A77D-4047-89B1-5A9587DD92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367B319-DB4D-49DE-8B1B-D2F94F892C83}"/>
                </a:ext>
              </a:extLst>
            </p:cNvPr>
            <p:cNvSpPr/>
            <p:nvPr/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FB6224A-9986-4980-9954-62E88B4E23A7}"/>
                </a:ext>
              </a:extLst>
            </p:cNvPr>
            <p:cNvSpPr/>
            <p:nvPr/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84F0DA6F-4771-4DAA-B032-F2F1CD6D7FFF}"/>
                </a:ext>
              </a:extLst>
            </p:cNvPr>
            <p:cNvSpPr/>
            <p:nvPr/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E826A14-FAD5-41CA-8B7E-B4938DC64FB2}"/>
                </a:ext>
              </a:extLst>
            </p:cNvPr>
            <p:cNvSpPr/>
            <p:nvPr/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EAD248F0-8D25-4CDF-814F-87863C8D4959}"/>
                </a:ext>
              </a:extLst>
            </p:cNvPr>
            <p:cNvSpPr/>
            <p:nvPr/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AE247D0-EA10-4307-A6D9-DC65CD336229}"/>
                </a:ext>
              </a:extLst>
            </p:cNvPr>
            <p:cNvSpPr/>
            <p:nvPr/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816F0BC8-01B3-4EA5-8D3C-D08A7083C407}"/>
                </a:ext>
              </a:extLst>
            </p:cNvPr>
            <p:cNvSpPr/>
            <p:nvPr/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</p:grpSp>
      <p:grpSp>
        <p:nvGrpSpPr>
          <p:cNvPr id="17" name="Bottom Right">
            <a:extLst>
              <a:ext uri="{FF2B5EF4-FFF2-40B4-BE49-F238E27FC236}">
                <a16:creationId xmlns:a16="http://schemas.microsoft.com/office/drawing/2014/main" id="{3C4C6F91-040E-49E0-B048-C983B556B4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974976" y="3278144"/>
            <a:ext cx="4211600" cy="3581399"/>
            <a:chOff x="7980400" y="3276601"/>
            <a:chExt cx="4211600" cy="3581399"/>
          </a:xfrm>
        </p:grpSpPr>
        <p:grpSp>
          <p:nvGrpSpPr>
            <p:cNvPr id="18" name="Graphic 157">
              <a:extLst>
                <a:ext uri="{FF2B5EF4-FFF2-40B4-BE49-F238E27FC236}">
                  <a16:creationId xmlns:a16="http://schemas.microsoft.com/office/drawing/2014/main" id="{5F735938-366A-4689-940D-6AC867D189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8662740" y="3276601"/>
              <a:ext cx="3529260" cy="3581397"/>
              <a:chOff x="4114800" y="1423987"/>
              <a:chExt cx="3961542" cy="4007547"/>
            </a:xfrm>
            <a:noFill/>
          </p:grpSpPr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082D0C32-CA40-4D76-A0AE-355F4EDE9E47}"/>
                  </a:ext>
                </a:extLst>
              </p:cNvPr>
              <p:cNvSpPr/>
              <p:nvPr/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D4AA2F5B-1059-4660-A88B-0138D3DEA112}"/>
                  </a:ext>
                </a:extLst>
              </p:cNvPr>
              <p:cNvSpPr/>
              <p:nvPr/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8DBAAE2E-B09E-47A6-88B0-3B386570963B}"/>
                  </a:ext>
                </a:extLst>
              </p:cNvPr>
              <p:cNvSpPr/>
              <p:nvPr/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80123DD0-D648-4002-B4DD-748944CF16C9}"/>
                  </a:ext>
                </a:extLst>
              </p:cNvPr>
              <p:cNvSpPr/>
              <p:nvPr/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B0FFF952-E585-449F-8014-AF83F5F6BF02}"/>
                  </a:ext>
                </a:extLst>
              </p:cNvPr>
              <p:cNvSpPr/>
              <p:nvPr/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60910C5D-897F-48B1-BECF-735BDC46365B}"/>
                  </a:ext>
                </a:extLst>
              </p:cNvPr>
              <p:cNvSpPr/>
              <p:nvPr/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98633913-4C49-4FE2-A15B-78DE0FD26852}"/>
                  </a:ext>
                </a:extLst>
              </p:cNvPr>
              <p:cNvSpPr/>
              <p:nvPr/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</p:grp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A9958AAF-ED1A-47A9-A07D-09465AFCF9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46" name="Picture Placeholder 44">
            <a:extLst>
              <a:ext uri="{FF2B5EF4-FFF2-40B4-BE49-F238E27FC236}">
                <a16:creationId xmlns:a16="http://schemas.microsoft.com/office/drawing/2014/main" id="{FA2F33D7-521D-4F09-A571-EC79B9DD0EE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2962" y="588461"/>
            <a:ext cx="12194962" cy="572460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Insert photo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44AEF9-63A1-44CB-BD42-5FDC2C575D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34263" y="1506070"/>
            <a:ext cx="4456111" cy="3135405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Bef>
                <a:spcPts val="1000"/>
              </a:spcBef>
              <a:defRPr sz="4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52" name="Text Placeholder 50">
            <a:extLst>
              <a:ext uri="{FF2B5EF4-FFF2-40B4-BE49-F238E27FC236}">
                <a16:creationId xmlns:a16="http://schemas.microsoft.com/office/drawing/2014/main" id="{5C6D6C0E-14CB-497A-A6C2-E067A88FA53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434263" y="4778001"/>
            <a:ext cx="4430712" cy="97192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pPr lvl="0"/>
            <a:r>
              <a:rPr lang="en-US"/>
              <a:t>Click to subtitle</a:t>
            </a:r>
          </a:p>
        </p:txBody>
      </p:sp>
      <p:sp>
        <p:nvSpPr>
          <p:cNvPr id="47" name="Date Placeholder 8">
            <a:extLst>
              <a:ext uri="{FF2B5EF4-FFF2-40B4-BE49-F238E27FC236}">
                <a16:creationId xmlns:a16="http://schemas.microsoft.com/office/drawing/2014/main" id="{57880508-D524-4D72-B2D9-3EABCCBA5C9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900" spc="200" baseline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/>
              <a:t>2/2/20XX</a:t>
            </a:r>
          </a:p>
        </p:txBody>
      </p:sp>
      <p:sp>
        <p:nvSpPr>
          <p:cNvPr id="48" name="Footer Placeholder 9">
            <a:extLst>
              <a:ext uri="{FF2B5EF4-FFF2-40B4-BE49-F238E27FC236}">
                <a16:creationId xmlns:a16="http://schemas.microsoft.com/office/drawing/2014/main" id="{FC67283E-EA51-43E9-A8CE-4D01EABCA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900" spc="200" baseline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49" name="Slide Number Placeholder 10">
            <a:extLst>
              <a:ext uri="{FF2B5EF4-FFF2-40B4-BE49-F238E27FC236}">
                <a16:creationId xmlns:a16="http://schemas.microsoft.com/office/drawing/2014/main" id="{5008A3F2-2B1F-4E12-8D14-128006A2F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6000" y="6356350"/>
            <a:ext cx="1447800" cy="365125"/>
          </a:xfrm>
          <a:prstGeom prst="rect">
            <a:avLst/>
          </a:prstGeom>
        </p:spPr>
        <p:txBody>
          <a:bodyPr/>
          <a:lstStyle>
            <a:lvl1pPr algn="r">
              <a:defRPr sz="900" spc="200" baseline="0">
                <a:solidFill>
                  <a:schemeClr val="accent1"/>
                </a:solidFill>
                <a:effectLst/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174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3B353E9E-6F4F-441B-886F-D53691BE137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47750" y="1376793"/>
            <a:ext cx="2075688" cy="2073275"/>
          </a:xfrm>
          <a:prstGeom prst="round2DiagRect">
            <a:avLst/>
          </a:prstGeom>
        </p:spPr>
        <p:txBody>
          <a:bodyPr/>
          <a:lstStyle>
            <a:lvl1pPr>
              <a:defRPr sz="1600"/>
            </a:lvl1pPr>
          </a:lstStyle>
          <a:p>
            <a:endParaRPr lang="en-US"/>
          </a:p>
        </p:txBody>
      </p:sp>
      <p:sp>
        <p:nvSpPr>
          <p:cNvPr id="37" name="Picture Placeholder 23">
            <a:extLst>
              <a:ext uri="{FF2B5EF4-FFF2-40B4-BE49-F238E27FC236}">
                <a16:creationId xmlns:a16="http://schemas.microsoft.com/office/drawing/2014/main" id="{B5B9D2EE-DC4C-4740-AF09-5C66500163E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721626" y="1376793"/>
            <a:ext cx="2075688" cy="2073275"/>
          </a:xfrm>
          <a:prstGeom prst="round2DiagRect">
            <a:avLst/>
          </a:prstGeom>
        </p:spPr>
        <p:txBody>
          <a:bodyPr/>
          <a:lstStyle>
            <a:lvl1pPr>
              <a:defRPr sz="1600"/>
            </a:lvl1pPr>
          </a:lstStyle>
          <a:p>
            <a:endParaRPr lang="en-US"/>
          </a:p>
        </p:txBody>
      </p:sp>
      <p:sp>
        <p:nvSpPr>
          <p:cNvPr id="38" name="Picture Placeholder 23">
            <a:extLst>
              <a:ext uri="{FF2B5EF4-FFF2-40B4-BE49-F238E27FC236}">
                <a16:creationId xmlns:a16="http://schemas.microsoft.com/office/drawing/2014/main" id="{B81132E6-0A29-47B6-9E41-947D61422D4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394260" y="1376793"/>
            <a:ext cx="2075688" cy="2073275"/>
          </a:xfrm>
          <a:prstGeom prst="round2DiagRect">
            <a:avLst/>
          </a:prstGeom>
        </p:spPr>
        <p:txBody>
          <a:bodyPr/>
          <a:lstStyle>
            <a:lvl1pPr>
              <a:defRPr sz="1600"/>
            </a:lvl1pPr>
          </a:lstStyle>
          <a:p>
            <a:endParaRPr lang="en-US"/>
          </a:p>
        </p:txBody>
      </p:sp>
      <p:sp>
        <p:nvSpPr>
          <p:cNvPr id="39" name="Picture Placeholder 23">
            <a:extLst>
              <a:ext uri="{FF2B5EF4-FFF2-40B4-BE49-F238E27FC236}">
                <a16:creationId xmlns:a16="http://schemas.microsoft.com/office/drawing/2014/main" id="{4C0E80EA-58EE-412B-A4AE-3EFE6BB25CF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057247" y="1376793"/>
            <a:ext cx="2075688" cy="2073275"/>
          </a:xfrm>
          <a:prstGeom prst="round2DiagRect">
            <a:avLst/>
          </a:prstGeom>
        </p:spPr>
        <p:txBody>
          <a:bodyPr/>
          <a:lstStyle>
            <a:lvl1pPr>
              <a:defRPr sz="1600"/>
            </a:lvl1pPr>
          </a:lstStyle>
          <a:p>
            <a:endParaRPr lang="en-US"/>
          </a:p>
        </p:txBody>
      </p:sp>
      <p:grpSp>
        <p:nvGrpSpPr>
          <p:cNvPr id="4" name="Top left">
            <a:extLst>
              <a:ext uri="{FF2B5EF4-FFF2-40B4-BE49-F238E27FC236}">
                <a16:creationId xmlns:a16="http://schemas.microsoft.com/office/drawing/2014/main" id="{698EF02E-6CA2-4CA6-9212-FFB45FA9A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25" y="-1543"/>
            <a:ext cx="2198951" cy="3349518"/>
            <a:chOff x="10849" y="-3086"/>
            <a:chExt cx="2198951" cy="3349518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AD5EB16E-0C22-49FD-A9C9-C4F0599D6A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36172559-F798-4A8A-9698-620049B5E1E3}"/>
                </a:ext>
              </a:extLst>
            </p:cNvPr>
            <p:cNvSpPr/>
            <p:nvPr/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1EF78E13-7F65-4E92-9600-C7EB240AAFB8}"/>
                </a:ext>
              </a:extLst>
            </p:cNvPr>
            <p:cNvSpPr/>
            <p:nvPr/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19D42D9C-D474-4039-AED0-7E1055E2B8DD}"/>
                </a:ext>
              </a:extLst>
            </p:cNvPr>
            <p:cNvSpPr/>
            <p:nvPr/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1B9CCFDE-F5F0-4883-8851-0FDCF34A1E92}"/>
                </a:ext>
              </a:extLst>
            </p:cNvPr>
            <p:cNvSpPr/>
            <p:nvPr/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A4195171-BFB5-4F1E-A417-55F80F5148AE}"/>
                </a:ext>
              </a:extLst>
            </p:cNvPr>
            <p:cNvSpPr/>
            <p:nvPr/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B8D4B3A-91E6-4C2F-9123-094E5718BFCE}"/>
                </a:ext>
              </a:extLst>
            </p:cNvPr>
            <p:cNvSpPr/>
            <p:nvPr/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325D776-3B6A-4BAA-B4F0-0944C0EABAEF}"/>
                </a:ext>
              </a:extLst>
            </p:cNvPr>
            <p:cNvSpPr/>
            <p:nvPr/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</p:grpSp>
      <p:grpSp>
        <p:nvGrpSpPr>
          <p:cNvPr id="13" name="Bottom Right">
            <a:extLst>
              <a:ext uri="{FF2B5EF4-FFF2-40B4-BE49-F238E27FC236}">
                <a16:creationId xmlns:a16="http://schemas.microsoft.com/office/drawing/2014/main" id="{D45C93FD-55BA-4F2D-90F8-6DD517383A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974976" y="3278144"/>
            <a:ext cx="4211600" cy="3581399"/>
            <a:chOff x="7980400" y="3276601"/>
            <a:chExt cx="4211600" cy="3581399"/>
          </a:xfrm>
        </p:grpSpPr>
        <p:grpSp>
          <p:nvGrpSpPr>
            <p:cNvPr id="14" name="Graphic 157">
              <a:extLst>
                <a:ext uri="{FF2B5EF4-FFF2-40B4-BE49-F238E27FC236}">
                  <a16:creationId xmlns:a16="http://schemas.microsoft.com/office/drawing/2014/main" id="{18B36122-15B8-4C6F-906C-77A513D374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8662740" y="3276601"/>
              <a:ext cx="3529260" cy="3581397"/>
              <a:chOff x="4114800" y="1423987"/>
              <a:chExt cx="3961542" cy="4007547"/>
            </a:xfrm>
            <a:noFill/>
          </p:grpSpPr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B50C0A59-1449-4599-8828-44025BFECBEE}"/>
                  </a:ext>
                </a:extLst>
              </p:cNvPr>
              <p:cNvSpPr/>
              <p:nvPr/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D9C52D9E-28AD-486F-B7C4-F04A7C4801E2}"/>
                  </a:ext>
                </a:extLst>
              </p:cNvPr>
              <p:cNvSpPr/>
              <p:nvPr/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9909F516-4614-4EFB-BCB1-15AA5C678F14}"/>
                  </a:ext>
                </a:extLst>
              </p:cNvPr>
              <p:cNvSpPr/>
              <p:nvPr/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C3F02F4A-40B8-4D3C-B6B1-90E7B65255E8}"/>
                  </a:ext>
                </a:extLst>
              </p:cNvPr>
              <p:cNvSpPr/>
              <p:nvPr/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6BDCF159-602C-402C-A70E-34753F59D0F4}"/>
                  </a:ext>
                </a:extLst>
              </p:cNvPr>
              <p:cNvSpPr/>
              <p:nvPr/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4EB71FB2-F1B2-4117-BA16-95D8C9AC3E5E}"/>
                  </a:ext>
                </a:extLst>
              </p:cNvPr>
              <p:cNvSpPr/>
              <p:nvPr/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42E9C5BE-5CF5-4EB1-8D41-FA7AA2DAE423}"/>
                  </a:ext>
                </a:extLst>
              </p:cNvPr>
              <p:cNvSpPr/>
              <p:nvPr/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</p:grp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9625B7A-8E4D-40D0-A98E-7A64991B9E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3" name="Title 1">
            <a:extLst>
              <a:ext uri="{FF2B5EF4-FFF2-40B4-BE49-F238E27FC236}">
                <a16:creationId xmlns:a16="http://schemas.microsoft.com/office/drawing/2014/main" id="{339C0337-ABAF-49EC-BD34-55A05ADF1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1" y="4625685"/>
            <a:ext cx="9988166" cy="1495403"/>
          </a:xfrm>
          <a:prstGeom prst="rect">
            <a:avLst/>
          </a:prstGeom>
        </p:spPr>
        <p:txBody>
          <a:bodyPr anchor="ctr"/>
          <a:lstStyle/>
          <a:p>
            <a:pPr>
              <a:lnSpc>
                <a:spcPct val="100000"/>
              </a:lnSpc>
            </a:pPr>
            <a:endParaRPr lang="en-US"/>
          </a:p>
        </p:txBody>
      </p:sp>
      <p:sp>
        <p:nvSpPr>
          <p:cNvPr id="28" name="Date Placeholder 8">
            <a:extLst>
              <a:ext uri="{FF2B5EF4-FFF2-40B4-BE49-F238E27FC236}">
                <a16:creationId xmlns:a16="http://schemas.microsoft.com/office/drawing/2014/main" id="{595B4059-AC5C-40F9-903D-D05AF8A7371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900" spc="200" baseline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/>
              <a:t>2/2/20XX</a:t>
            </a:r>
          </a:p>
        </p:txBody>
      </p:sp>
      <p:sp>
        <p:nvSpPr>
          <p:cNvPr id="29" name="Footer Placeholder 9">
            <a:extLst>
              <a:ext uri="{FF2B5EF4-FFF2-40B4-BE49-F238E27FC236}">
                <a16:creationId xmlns:a16="http://schemas.microsoft.com/office/drawing/2014/main" id="{9E19627B-F45E-41E4-8387-B5D665DB6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900" spc="200" baseline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30" name="Slide Number Placeholder 10">
            <a:extLst>
              <a:ext uri="{FF2B5EF4-FFF2-40B4-BE49-F238E27FC236}">
                <a16:creationId xmlns:a16="http://schemas.microsoft.com/office/drawing/2014/main" id="{7AA8C8B6-7507-4A7B-A983-5D1FC6DB4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6000" y="6356350"/>
            <a:ext cx="1447800" cy="365125"/>
          </a:xfrm>
          <a:prstGeom prst="rect">
            <a:avLst/>
          </a:prstGeom>
        </p:spPr>
        <p:txBody>
          <a:bodyPr/>
          <a:lstStyle>
            <a:lvl1pPr algn="r">
              <a:defRPr sz="900" spc="200" baseline="0">
                <a:solidFill>
                  <a:schemeClr val="accent1"/>
                </a:solidFill>
                <a:effectLst/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EF679943-2591-4C3C-A9D6-F8AD1E41DE0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47325" y="3669894"/>
            <a:ext cx="2075688" cy="27432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lang="en-US" sz="2000" b="0" kern="1200" spc="2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41" name="Text Placeholder 39">
            <a:extLst>
              <a:ext uri="{FF2B5EF4-FFF2-40B4-BE49-F238E27FC236}">
                <a16:creationId xmlns:a16="http://schemas.microsoft.com/office/drawing/2014/main" id="{5EFF3AD0-ADD5-4CCC-A7B8-6E6DF274CC2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47325" y="3952612"/>
            <a:ext cx="2075688" cy="27432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lang="en-US" sz="1600" b="0" kern="1200" spc="2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5" name="Text Placeholder 39">
            <a:extLst>
              <a:ext uri="{FF2B5EF4-FFF2-40B4-BE49-F238E27FC236}">
                <a16:creationId xmlns:a16="http://schemas.microsoft.com/office/drawing/2014/main" id="{F84D2534-80B7-4C76-8CC7-C155F492300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21626" y="3663772"/>
            <a:ext cx="2075688" cy="27432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lang="en-US" sz="2000" b="0" kern="1200" spc="2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46" name="Text Placeholder 39">
            <a:extLst>
              <a:ext uri="{FF2B5EF4-FFF2-40B4-BE49-F238E27FC236}">
                <a16:creationId xmlns:a16="http://schemas.microsoft.com/office/drawing/2014/main" id="{074FF2A5-4FD0-475E-B34F-956208C2C7D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721626" y="3946490"/>
            <a:ext cx="2075688" cy="27432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lang="en-US" sz="1600" b="0" kern="1200" spc="2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7" name="Text Placeholder 39">
            <a:extLst>
              <a:ext uri="{FF2B5EF4-FFF2-40B4-BE49-F238E27FC236}">
                <a16:creationId xmlns:a16="http://schemas.microsoft.com/office/drawing/2014/main" id="{D39B066F-DC64-4779-B6D2-EB90B137438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94260" y="3673396"/>
            <a:ext cx="2075688" cy="27432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lang="en-US" sz="2000" b="0" kern="1200" spc="2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48" name="Text Placeholder 39">
            <a:extLst>
              <a:ext uri="{FF2B5EF4-FFF2-40B4-BE49-F238E27FC236}">
                <a16:creationId xmlns:a16="http://schemas.microsoft.com/office/drawing/2014/main" id="{A7A64C29-8FC5-4291-9F73-B5D6A4E223F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94260" y="3956114"/>
            <a:ext cx="2075688" cy="27432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lang="en-US" sz="1600" b="0" kern="1200" spc="2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9" name="Text Placeholder 39">
            <a:extLst>
              <a:ext uri="{FF2B5EF4-FFF2-40B4-BE49-F238E27FC236}">
                <a16:creationId xmlns:a16="http://schemas.microsoft.com/office/drawing/2014/main" id="{4013DD3C-DA77-4D01-9929-C5A92618B36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057247" y="3673396"/>
            <a:ext cx="2075688" cy="27432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lang="en-US" sz="2000" b="0" kern="1200" spc="2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50" name="Text Placeholder 39">
            <a:extLst>
              <a:ext uri="{FF2B5EF4-FFF2-40B4-BE49-F238E27FC236}">
                <a16:creationId xmlns:a16="http://schemas.microsoft.com/office/drawing/2014/main" id="{7B511BF1-3697-426A-B69F-372C0D423DA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057247" y="3956114"/>
            <a:ext cx="2075688" cy="27432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lang="en-US" sz="1600" b="0" kern="1200" spc="2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1730485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op left">
            <a:extLst>
              <a:ext uri="{FF2B5EF4-FFF2-40B4-BE49-F238E27FC236}">
                <a16:creationId xmlns:a16="http://schemas.microsoft.com/office/drawing/2014/main" id="{2FFEA91A-0EFC-48F7-B7D5-80A0E1B762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25" y="-1543"/>
            <a:ext cx="2198951" cy="3349518"/>
            <a:chOff x="10849" y="-3086"/>
            <a:chExt cx="2198951" cy="3349518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516EB67A-55A4-4D1D-925D-7970028D95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E5E55AEF-DB73-4710-9416-FEB3FD97C15C}"/>
                </a:ext>
              </a:extLst>
            </p:cNvPr>
            <p:cNvSpPr/>
            <p:nvPr/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FD2908CE-9399-4B3D-AA3B-9C535EF8B4AD}"/>
                </a:ext>
              </a:extLst>
            </p:cNvPr>
            <p:cNvSpPr/>
            <p:nvPr/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8639D73A-BE27-4C16-844B-7258A8A11179}"/>
                </a:ext>
              </a:extLst>
            </p:cNvPr>
            <p:cNvSpPr/>
            <p:nvPr/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1A76B215-E0A3-46C3-9D5F-9365987E538A}"/>
                </a:ext>
              </a:extLst>
            </p:cNvPr>
            <p:cNvSpPr/>
            <p:nvPr/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6EC2A41-C8B0-4DAF-963A-25A1129447CA}"/>
                </a:ext>
              </a:extLst>
            </p:cNvPr>
            <p:cNvSpPr/>
            <p:nvPr/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BA7290A1-550E-4C14-9692-08A32E701314}"/>
                </a:ext>
              </a:extLst>
            </p:cNvPr>
            <p:cNvSpPr/>
            <p:nvPr/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2C1450BD-4122-4D86-ABD1-F26F1194C6E6}"/>
                </a:ext>
              </a:extLst>
            </p:cNvPr>
            <p:cNvSpPr/>
            <p:nvPr/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</p:grpSp>
      <p:grpSp>
        <p:nvGrpSpPr>
          <p:cNvPr id="13" name="Bottom Right">
            <a:extLst>
              <a:ext uri="{FF2B5EF4-FFF2-40B4-BE49-F238E27FC236}">
                <a16:creationId xmlns:a16="http://schemas.microsoft.com/office/drawing/2014/main" id="{BE4E36A0-93C4-40C8-8EEF-C463BBC763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974976" y="3278144"/>
            <a:ext cx="4211600" cy="3581399"/>
            <a:chOff x="7980400" y="3276601"/>
            <a:chExt cx="4211600" cy="3581399"/>
          </a:xfrm>
        </p:grpSpPr>
        <p:grpSp>
          <p:nvGrpSpPr>
            <p:cNvPr id="14" name="Graphic 157">
              <a:extLst>
                <a:ext uri="{FF2B5EF4-FFF2-40B4-BE49-F238E27FC236}">
                  <a16:creationId xmlns:a16="http://schemas.microsoft.com/office/drawing/2014/main" id="{1CCF8ACD-1787-41D1-B29E-E10FAE0330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8662740" y="3276601"/>
              <a:ext cx="3529260" cy="3581397"/>
              <a:chOff x="4114800" y="1423987"/>
              <a:chExt cx="3961542" cy="4007547"/>
            </a:xfrm>
            <a:noFill/>
          </p:grpSpPr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C622B3C7-2A88-4657-8DEC-962E52F43F11}"/>
                  </a:ext>
                </a:extLst>
              </p:cNvPr>
              <p:cNvSpPr/>
              <p:nvPr/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5C36A0C0-7D0D-4D1D-9316-224CF1A823A4}"/>
                  </a:ext>
                </a:extLst>
              </p:cNvPr>
              <p:cNvSpPr/>
              <p:nvPr/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D8D15477-C8B6-4ADB-BD54-698A9B5915EB}"/>
                  </a:ext>
                </a:extLst>
              </p:cNvPr>
              <p:cNvSpPr/>
              <p:nvPr/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20A4C13F-5758-4BE4-9925-C6E35301C4B7}"/>
                  </a:ext>
                </a:extLst>
              </p:cNvPr>
              <p:cNvSpPr/>
              <p:nvPr/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C9A29BFA-3801-4847-A1E1-87A32423B402}"/>
                  </a:ext>
                </a:extLst>
              </p:cNvPr>
              <p:cNvSpPr/>
              <p:nvPr/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20C42F85-0FBE-48C0-A629-8BC17C93C2FB}"/>
                  </a:ext>
                </a:extLst>
              </p:cNvPr>
              <p:cNvSpPr/>
              <p:nvPr/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2E443C38-4EE5-4E5F-ADF6-66502151DB3F}"/>
                  </a:ext>
                </a:extLst>
              </p:cNvPr>
              <p:cNvSpPr/>
              <p:nvPr/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</p:grp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754DE6C-441A-4CEF-B2BF-E2755FD916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3" name="Title 1">
            <a:extLst>
              <a:ext uri="{FF2B5EF4-FFF2-40B4-BE49-F238E27FC236}">
                <a16:creationId xmlns:a16="http://schemas.microsoft.com/office/drawing/2014/main" id="{4E5B71B3-BF16-460A-B638-D1A604335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1" y="4625685"/>
            <a:ext cx="9988166" cy="1495403"/>
          </a:xfrm>
          <a:prstGeom prst="rect">
            <a:avLst/>
          </a:prstGeom>
        </p:spPr>
        <p:txBody>
          <a:bodyPr anchor="ctr"/>
          <a:lstStyle/>
          <a:p>
            <a:pPr>
              <a:lnSpc>
                <a:spcPct val="100000"/>
              </a:lnSpc>
            </a:pPr>
            <a:endParaRPr lang="en-US"/>
          </a:p>
        </p:txBody>
      </p:sp>
      <p:sp>
        <p:nvSpPr>
          <p:cNvPr id="24" name="Date Placeholder 8">
            <a:extLst>
              <a:ext uri="{FF2B5EF4-FFF2-40B4-BE49-F238E27FC236}">
                <a16:creationId xmlns:a16="http://schemas.microsoft.com/office/drawing/2014/main" id="{9571135A-2E5D-477D-B14A-2B9AA45553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900" spc="200" baseline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/>
              <a:t>2/2/20XX</a:t>
            </a:r>
          </a:p>
        </p:txBody>
      </p:sp>
      <p:sp>
        <p:nvSpPr>
          <p:cNvPr id="25" name="Footer Placeholder 9">
            <a:extLst>
              <a:ext uri="{FF2B5EF4-FFF2-40B4-BE49-F238E27FC236}">
                <a16:creationId xmlns:a16="http://schemas.microsoft.com/office/drawing/2014/main" id="{13453AD8-C108-4346-9519-C496F8B0E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900" spc="200" baseline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6" name="Slide Number Placeholder 10">
            <a:extLst>
              <a:ext uri="{FF2B5EF4-FFF2-40B4-BE49-F238E27FC236}">
                <a16:creationId xmlns:a16="http://schemas.microsoft.com/office/drawing/2014/main" id="{EBB5DBC4-2BAD-41DC-AFCC-11E01A842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6000" y="6356350"/>
            <a:ext cx="1447800" cy="365125"/>
          </a:xfrm>
          <a:prstGeom prst="rect">
            <a:avLst/>
          </a:prstGeom>
        </p:spPr>
        <p:txBody>
          <a:bodyPr/>
          <a:lstStyle>
            <a:lvl1pPr algn="r">
              <a:defRPr sz="900" spc="200" baseline="0">
                <a:solidFill>
                  <a:schemeClr val="accent1"/>
                </a:solidFill>
                <a:effectLst/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77A857-1402-4ABB-A7CC-9467704990C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1350" y="501650"/>
            <a:ext cx="10909300" cy="43497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60244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op Left">
            <a:extLst>
              <a:ext uri="{FF2B5EF4-FFF2-40B4-BE49-F238E27FC236}">
                <a16:creationId xmlns:a16="http://schemas.microsoft.com/office/drawing/2014/main" id="{BBD4F959-5EA4-4F76-B85B-21D723B3B3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849" y="-3086"/>
            <a:ext cx="2198951" cy="3349518"/>
            <a:chOff x="10849" y="-3086"/>
            <a:chExt cx="2198951" cy="3349518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FEA59C57-9D10-43F2-A117-CF056B0EE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15FBE050-1863-42EC-8923-851534803290}"/>
                </a:ext>
              </a:extLst>
            </p:cNvPr>
            <p:cNvSpPr/>
            <p:nvPr/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53B1833D-57B2-41AD-9621-7D5A33B79274}"/>
                </a:ext>
              </a:extLst>
            </p:cNvPr>
            <p:cNvSpPr/>
            <p:nvPr/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76CF914-CBD8-4950-AC92-B6D0618B9537}"/>
                </a:ext>
              </a:extLst>
            </p:cNvPr>
            <p:cNvSpPr/>
            <p:nvPr/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9C115E25-746D-4185-9005-7A0A71516E6A}"/>
                </a:ext>
              </a:extLst>
            </p:cNvPr>
            <p:cNvSpPr/>
            <p:nvPr/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43669368-7C2F-4AAB-8948-A821629A7F57}"/>
                </a:ext>
              </a:extLst>
            </p:cNvPr>
            <p:cNvSpPr/>
            <p:nvPr/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CA60BEC-2BDB-42C0-8A61-4653057BEE3C}"/>
                </a:ext>
              </a:extLst>
            </p:cNvPr>
            <p:cNvSpPr/>
            <p:nvPr/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4C734BC0-49E3-41A4-AB17-D87FF2D36F92}"/>
                </a:ext>
              </a:extLst>
            </p:cNvPr>
            <p:cNvSpPr/>
            <p:nvPr/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82113BB3-DE71-4C25-A6D0-241EC8A2B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2" y="559814"/>
            <a:ext cx="9795636" cy="1335662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pPr>
              <a:lnSpc>
                <a:spcPct val="100000"/>
              </a:lnSpc>
            </a:pPr>
            <a:endParaRPr lang="en-US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DD0D7D96-3677-493A-BA3B-CCC0ACA7D50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95388" y="2107496"/>
            <a:ext cx="4756714" cy="5976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C164B7E-5CDD-4C49-94D6-CBB9803DD1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5281" y="2717782"/>
            <a:ext cx="4745568" cy="336560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/>
            </a:lvl1pPr>
          </a:lstStyle>
          <a:p>
            <a:pPr>
              <a:lnSpc>
                <a:spcPct val="110000"/>
              </a:lnSpc>
            </a:pPr>
            <a:endParaRPr lang="en-US" sz="1800"/>
          </a:p>
        </p:txBody>
      </p:sp>
      <p:grpSp>
        <p:nvGrpSpPr>
          <p:cNvPr id="17" name="Bottom Right">
            <a:extLst>
              <a:ext uri="{FF2B5EF4-FFF2-40B4-BE49-F238E27FC236}">
                <a16:creationId xmlns:a16="http://schemas.microsoft.com/office/drawing/2014/main" id="{FDEE985A-E675-4CC8-AB6B-94F735668B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7FC5E817-3F3A-422C-88A5-0EDF0234D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439256" y="6178637"/>
              <a:ext cx="1482102" cy="67936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grpSp>
          <p:nvGrpSpPr>
            <p:cNvPr id="19" name="Graphic 157">
              <a:extLst>
                <a:ext uri="{FF2B5EF4-FFF2-40B4-BE49-F238E27FC236}">
                  <a16:creationId xmlns:a16="http://schemas.microsoft.com/office/drawing/2014/main" id="{121B83E4-00E3-40BA-9880-8A0D84CD3B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8662740" y="3276601"/>
              <a:ext cx="3529260" cy="3581399"/>
              <a:chOff x="4114800" y="1423987"/>
              <a:chExt cx="3961542" cy="4007547"/>
            </a:xfrm>
            <a:noFill/>
          </p:grpSpPr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DB568EA9-E3D2-4FE2-A215-56181CD8DC0D}"/>
                  </a:ext>
                </a:extLst>
              </p:cNvPr>
              <p:cNvSpPr/>
              <p:nvPr/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286325F6-B50A-451C-9242-76F44D08BCD0}"/>
                  </a:ext>
                </a:extLst>
              </p:cNvPr>
              <p:cNvSpPr/>
              <p:nvPr/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0BD3EC36-E2A2-4E31-9B9A-DB99BCB1FFCD}"/>
                  </a:ext>
                </a:extLst>
              </p:cNvPr>
              <p:cNvSpPr/>
              <p:nvPr/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2B0C0B52-C62D-4870-95FC-E72200874998}"/>
                  </a:ext>
                </a:extLst>
              </p:cNvPr>
              <p:cNvSpPr/>
              <p:nvPr/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EA1BC770-E7E8-4B4C-9E44-AF28FF3478C6}"/>
                  </a:ext>
                </a:extLst>
              </p:cNvPr>
              <p:cNvSpPr/>
              <p:nvPr/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2DFC082B-D4DC-4554-BD0D-A01C683AD833}"/>
                  </a:ext>
                </a:extLst>
              </p:cNvPr>
              <p:cNvSpPr/>
              <p:nvPr/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ECEA946C-6AE4-4E0A-9096-BA3FFF9956E8}"/>
                  </a:ext>
                </a:extLst>
              </p:cNvPr>
              <p:cNvSpPr/>
              <p:nvPr/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EC0D7998-F951-4D21-85A4-F7F8086219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6" name="Text Placeholder 30">
            <a:extLst>
              <a:ext uri="{FF2B5EF4-FFF2-40B4-BE49-F238E27FC236}">
                <a16:creationId xmlns:a16="http://schemas.microsoft.com/office/drawing/2014/main" id="{9B5560C7-50D0-4CC5-AD89-48007BB98B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43612" y="2107388"/>
            <a:ext cx="4756714" cy="5976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18AD3389-AD6B-43DD-A8D3-747CC5638441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43505" y="2717674"/>
            <a:ext cx="4745568" cy="336560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/>
            </a:lvl1pPr>
          </a:lstStyle>
          <a:p>
            <a:pPr>
              <a:lnSpc>
                <a:spcPct val="110000"/>
              </a:lnSpc>
            </a:pPr>
            <a:endParaRPr lang="en-US" sz="1800"/>
          </a:p>
        </p:txBody>
      </p:sp>
      <p:sp>
        <p:nvSpPr>
          <p:cNvPr id="32" name="Date Placeholder 8">
            <a:extLst>
              <a:ext uri="{FF2B5EF4-FFF2-40B4-BE49-F238E27FC236}">
                <a16:creationId xmlns:a16="http://schemas.microsoft.com/office/drawing/2014/main" id="{20D0392A-9FDF-463E-8831-4E69142567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900" spc="200" baseline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/>
              <a:t>2/2/20XX</a:t>
            </a:r>
          </a:p>
        </p:txBody>
      </p:sp>
      <p:sp>
        <p:nvSpPr>
          <p:cNvPr id="33" name="Footer Placeholder 9">
            <a:extLst>
              <a:ext uri="{FF2B5EF4-FFF2-40B4-BE49-F238E27FC236}">
                <a16:creationId xmlns:a16="http://schemas.microsoft.com/office/drawing/2014/main" id="{1DDEDA5B-5F9E-4C6B-A89B-05B29AF7A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900" spc="200" baseline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34" name="Slide Number Placeholder 10">
            <a:extLst>
              <a:ext uri="{FF2B5EF4-FFF2-40B4-BE49-F238E27FC236}">
                <a16:creationId xmlns:a16="http://schemas.microsoft.com/office/drawing/2014/main" id="{C8ED2EA9-7B76-428A-B33B-166EFA245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6000" y="6356350"/>
            <a:ext cx="1447800" cy="365125"/>
          </a:xfrm>
          <a:prstGeom prst="rect">
            <a:avLst/>
          </a:prstGeom>
        </p:spPr>
        <p:txBody>
          <a:bodyPr/>
          <a:lstStyle>
            <a:lvl1pPr algn="r">
              <a:defRPr sz="900" spc="200" baseline="0">
                <a:solidFill>
                  <a:schemeClr val="accent1"/>
                </a:solidFill>
                <a:effectLst/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7080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Top Left">
            <a:extLst>
              <a:ext uri="{FF2B5EF4-FFF2-40B4-BE49-F238E27FC236}">
                <a16:creationId xmlns:a16="http://schemas.microsoft.com/office/drawing/2014/main" id="{F814A4FB-5C5F-4FBA-8692-F2853E8F30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849" y="-3086"/>
            <a:ext cx="2198951" cy="3349518"/>
            <a:chOff x="10849" y="-3086"/>
            <a:chExt cx="2198951" cy="3349518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4980A145-1B2A-495B-BB8D-3217B44328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0984DC62-D617-4E12-A239-CDDF4B6B262E}"/>
                </a:ext>
              </a:extLst>
            </p:cNvPr>
            <p:cNvSpPr/>
            <p:nvPr/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F8A564AC-EDDB-4E4E-BDB1-E48BAD8588ED}"/>
                </a:ext>
              </a:extLst>
            </p:cNvPr>
            <p:cNvSpPr/>
            <p:nvPr/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49464CE0-3907-4E76-AFE6-DE1A516EDF34}"/>
                </a:ext>
              </a:extLst>
            </p:cNvPr>
            <p:cNvSpPr/>
            <p:nvPr/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9B3B21B9-2870-497E-829A-0CC4F7008462}"/>
                </a:ext>
              </a:extLst>
            </p:cNvPr>
            <p:cNvSpPr/>
            <p:nvPr/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909A199D-FF1B-459F-930B-A6D196E86E30}"/>
                </a:ext>
              </a:extLst>
            </p:cNvPr>
            <p:cNvSpPr/>
            <p:nvPr/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47E0149D-5979-466E-A1C2-993EA08A6504}"/>
                </a:ext>
              </a:extLst>
            </p:cNvPr>
            <p:cNvSpPr/>
            <p:nvPr/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41FDA39F-7BD7-4DDD-9428-51E38CD97ED1}"/>
                </a:ext>
              </a:extLst>
            </p:cNvPr>
            <p:cNvSpPr/>
            <p:nvPr/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EB1A75F4-7B0E-4667-A4CC-A89FC6C5D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2" y="559814"/>
            <a:ext cx="9795636" cy="1335662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pPr>
              <a:lnSpc>
                <a:spcPct val="100000"/>
              </a:lnSpc>
            </a:pPr>
            <a:endParaRPr lang="en-US"/>
          </a:p>
        </p:txBody>
      </p:sp>
      <p:sp>
        <p:nvSpPr>
          <p:cNvPr id="24" name="Text Placeholder 30">
            <a:extLst>
              <a:ext uri="{FF2B5EF4-FFF2-40B4-BE49-F238E27FC236}">
                <a16:creationId xmlns:a16="http://schemas.microsoft.com/office/drawing/2014/main" id="{BD1F0F39-9F6D-4B25-8117-CC1868D8FD9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2044" y="2107496"/>
            <a:ext cx="3327366" cy="5976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4F61A9F3-10B2-440F-8037-9098D468B8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937" y="2717782"/>
            <a:ext cx="3319569" cy="336560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/>
            </a:lvl1pPr>
          </a:lstStyle>
          <a:p>
            <a:pPr>
              <a:lnSpc>
                <a:spcPct val="110000"/>
              </a:lnSpc>
            </a:pPr>
            <a:endParaRPr lang="en-US" sz="1800"/>
          </a:p>
        </p:txBody>
      </p:sp>
      <p:grpSp>
        <p:nvGrpSpPr>
          <p:cNvPr id="13" name="Bottom Right">
            <a:extLst>
              <a:ext uri="{FF2B5EF4-FFF2-40B4-BE49-F238E27FC236}">
                <a16:creationId xmlns:a16="http://schemas.microsoft.com/office/drawing/2014/main" id="{42796FA7-0B8D-4A6A-B372-11F8712842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E9DEDEF-994C-4A05-BAA2-67F5BD8349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439256" y="6178637"/>
              <a:ext cx="1482102" cy="67936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grpSp>
          <p:nvGrpSpPr>
            <p:cNvPr id="15" name="Graphic 157">
              <a:extLst>
                <a:ext uri="{FF2B5EF4-FFF2-40B4-BE49-F238E27FC236}">
                  <a16:creationId xmlns:a16="http://schemas.microsoft.com/office/drawing/2014/main" id="{BB94129B-E855-47D6-9855-B7BBA91965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8662740" y="3276601"/>
              <a:ext cx="3529260" cy="3581399"/>
              <a:chOff x="4114800" y="1423987"/>
              <a:chExt cx="3961542" cy="4007547"/>
            </a:xfrm>
            <a:noFill/>
          </p:grpSpPr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F51AB20C-DF56-47C5-896F-0DB80D03FDC8}"/>
                  </a:ext>
                </a:extLst>
              </p:cNvPr>
              <p:cNvSpPr/>
              <p:nvPr/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CFDCBD64-0658-4106-89B1-85886D501AF4}"/>
                  </a:ext>
                </a:extLst>
              </p:cNvPr>
              <p:cNvSpPr/>
              <p:nvPr/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B4A46042-D02F-49E2-94BE-4343D185C109}"/>
                  </a:ext>
                </a:extLst>
              </p:cNvPr>
              <p:cNvSpPr/>
              <p:nvPr/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3BB3FF94-2A73-4E66-B0F7-52680ACEE507}"/>
                  </a:ext>
                </a:extLst>
              </p:cNvPr>
              <p:cNvSpPr/>
              <p:nvPr/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3F248489-3035-4F9D-B606-06A95BB4E166}"/>
                  </a:ext>
                </a:extLst>
              </p:cNvPr>
              <p:cNvSpPr/>
              <p:nvPr/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0689AA6E-4D9C-4F1F-8400-646DBC1DEB4D}"/>
                  </a:ext>
                </a:extLst>
              </p:cNvPr>
              <p:cNvSpPr/>
              <p:nvPr/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4D905AEC-08D4-41F2-AD1B-63851B364937}"/>
                  </a:ext>
                </a:extLst>
              </p:cNvPr>
              <p:cNvSpPr/>
              <p:nvPr/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599A04F-CD3E-4093-A4F6-84E34675CF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CAD7B113-A329-4BA2-AFE9-605C0245BE8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23061" y="2107496"/>
            <a:ext cx="3327366" cy="5976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8D6DC0D7-6E45-4762-A081-2A9D1DF03B9B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4422954" y="2717782"/>
            <a:ext cx="3319569" cy="336560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/>
            </a:lvl1pPr>
          </a:lstStyle>
          <a:p>
            <a:pPr>
              <a:lnSpc>
                <a:spcPct val="110000"/>
              </a:lnSpc>
            </a:pPr>
            <a:endParaRPr lang="en-US" sz="1800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52827B4A-2F73-4A8C-9EB2-DE175123E91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16137" y="2107496"/>
            <a:ext cx="3327366" cy="5976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274DFA3-F7E2-4525-B0FD-F36F75AC670C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016030" y="2717782"/>
            <a:ext cx="3319569" cy="336560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/>
            </a:lvl1pPr>
          </a:lstStyle>
          <a:p>
            <a:pPr>
              <a:lnSpc>
                <a:spcPct val="110000"/>
              </a:lnSpc>
            </a:pPr>
            <a:endParaRPr lang="en-US" sz="1800"/>
          </a:p>
        </p:txBody>
      </p:sp>
      <p:sp>
        <p:nvSpPr>
          <p:cNvPr id="25" name="Date Placeholder 8">
            <a:extLst>
              <a:ext uri="{FF2B5EF4-FFF2-40B4-BE49-F238E27FC236}">
                <a16:creationId xmlns:a16="http://schemas.microsoft.com/office/drawing/2014/main" id="{D7DADA0B-95F3-437B-BB04-284E5066D3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900" spc="200" baseline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/>
              <a:t>2/2/20XX</a:t>
            </a:r>
          </a:p>
        </p:txBody>
      </p:sp>
      <p:sp>
        <p:nvSpPr>
          <p:cNvPr id="26" name="Footer Placeholder 9">
            <a:extLst>
              <a:ext uri="{FF2B5EF4-FFF2-40B4-BE49-F238E27FC236}">
                <a16:creationId xmlns:a16="http://schemas.microsoft.com/office/drawing/2014/main" id="{79EB3AB4-7EA2-4CAC-A6BD-9D885C897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900" spc="200" baseline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7" name="Slide Number Placeholder 10">
            <a:extLst>
              <a:ext uri="{FF2B5EF4-FFF2-40B4-BE49-F238E27FC236}">
                <a16:creationId xmlns:a16="http://schemas.microsoft.com/office/drawing/2014/main" id="{5F4C612D-28B2-4621-BF60-4C517747A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6000" y="6356350"/>
            <a:ext cx="1447800" cy="365125"/>
          </a:xfrm>
          <a:prstGeom prst="rect">
            <a:avLst/>
          </a:prstGeom>
        </p:spPr>
        <p:txBody>
          <a:bodyPr/>
          <a:lstStyle>
            <a:lvl1pPr algn="r">
              <a:defRPr sz="900" spc="200" baseline="0">
                <a:solidFill>
                  <a:schemeClr val="accent1"/>
                </a:solidFill>
                <a:effectLst/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9557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ummar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Bottom Right">
            <a:extLst>
              <a:ext uri="{FF2B5EF4-FFF2-40B4-BE49-F238E27FC236}">
                <a16:creationId xmlns:a16="http://schemas.microsoft.com/office/drawing/2014/main" id="{87D6C0D7-A737-43ED-826C-2CA4342FDC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CA11D72-A324-4CBE-81EF-0749941030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439256" y="6178637"/>
              <a:ext cx="1482102" cy="67936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grpSp>
          <p:nvGrpSpPr>
            <p:cNvPr id="19" name="Graphic 157">
              <a:extLst>
                <a:ext uri="{FF2B5EF4-FFF2-40B4-BE49-F238E27FC236}">
                  <a16:creationId xmlns:a16="http://schemas.microsoft.com/office/drawing/2014/main" id="{9D281BC3-CDBE-4B5A-BC91-05B7893FA1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8662740" y="3276601"/>
              <a:ext cx="3529260" cy="3581399"/>
              <a:chOff x="4114800" y="1423987"/>
              <a:chExt cx="3961542" cy="4007547"/>
            </a:xfrm>
            <a:noFill/>
          </p:grpSpPr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161F2C16-D16B-4E77-A7C3-F034E339C8E3}"/>
                  </a:ext>
                </a:extLst>
              </p:cNvPr>
              <p:cNvSpPr/>
              <p:nvPr/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6384EDC3-48C8-4B4E-9475-A04F1DD7E3F6}"/>
                  </a:ext>
                </a:extLst>
              </p:cNvPr>
              <p:cNvSpPr/>
              <p:nvPr/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62DE50AA-70A1-42B0-9A48-90179EFB9F89}"/>
                  </a:ext>
                </a:extLst>
              </p:cNvPr>
              <p:cNvSpPr/>
              <p:nvPr/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B45B8FC7-7430-4175-B520-9EBD801FD290}"/>
                  </a:ext>
                </a:extLst>
              </p:cNvPr>
              <p:cNvSpPr/>
              <p:nvPr/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AB71D997-36EB-47F1-AA27-4D84A7630728}"/>
                  </a:ext>
                </a:extLst>
              </p:cNvPr>
              <p:cNvSpPr/>
              <p:nvPr/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37933934-0680-4A62-B61F-E3A67308AAD6}"/>
                  </a:ext>
                </a:extLst>
              </p:cNvPr>
              <p:cNvSpPr/>
              <p:nvPr/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E017FEEF-F8AC-41EC-ABC5-915B19B1AB9A}"/>
                  </a:ext>
                </a:extLst>
              </p:cNvPr>
              <p:cNvSpPr/>
              <p:nvPr/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70A86BE-FF1E-4233-818E-C14D21E7BA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37" name="Top Left">
            <a:extLst>
              <a:ext uri="{FF2B5EF4-FFF2-40B4-BE49-F238E27FC236}">
                <a16:creationId xmlns:a16="http://schemas.microsoft.com/office/drawing/2014/main" id="{A64EEEED-5E70-4887-BF25-521AD226CC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849" y="-3086"/>
            <a:ext cx="2198951" cy="3349518"/>
            <a:chOff x="10849" y="-3086"/>
            <a:chExt cx="2198951" cy="3349518"/>
          </a:xfrm>
        </p:grpSpPr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C91FCFBD-2F49-483C-B742-FF146DCA4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62F0911B-F120-4420-AA06-AD353E1767EE}"/>
                </a:ext>
              </a:extLst>
            </p:cNvPr>
            <p:cNvSpPr/>
            <p:nvPr/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6F9966F6-9C92-4F47-B467-5A8E5ED4787D}"/>
                </a:ext>
              </a:extLst>
            </p:cNvPr>
            <p:cNvSpPr/>
            <p:nvPr/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C362B109-529A-404A-884A-8E710062A1A9}"/>
                </a:ext>
              </a:extLst>
            </p:cNvPr>
            <p:cNvSpPr/>
            <p:nvPr/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AE9B88E9-C70C-4258-B3BA-A8779F3BE493}"/>
                </a:ext>
              </a:extLst>
            </p:cNvPr>
            <p:cNvSpPr/>
            <p:nvPr/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6255D292-A4F0-46F0-9AB1-39848FAB066C}"/>
                </a:ext>
              </a:extLst>
            </p:cNvPr>
            <p:cNvSpPr/>
            <p:nvPr/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D52C09E6-F356-45FC-BD84-6DCA0DA0B6D9}"/>
                </a:ext>
              </a:extLst>
            </p:cNvPr>
            <p:cNvSpPr/>
            <p:nvPr/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5578C025-F0CB-42E1-9FCA-C1FD0EF38FE3}"/>
                </a:ext>
              </a:extLst>
            </p:cNvPr>
            <p:cNvSpPr/>
            <p:nvPr/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6" name="Title 1">
            <a:extLst>
              <a:ext uri="{FF2B5EF4-FFF2-40B4-BE49-F238E27FC236}">
                <a16:creationId xmlns:a16="http://schemas.microsoft.com/office/drawing/2014/main" id="{56035778-0626-4342-AA4C-D8F9F76EE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2" y="559813"/>
            <a:ext cx="4987809" cy="1664573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endParaRPr lang="en-US"/>
          </a:p>
        </p:txBody>
      </p:sp>
      <p:sp>
        <p:nvSpPr>
          <p:cNvPr id="47" name="Content Placeholder 2">
            <a:extLst>
              <a:ext uri="{FF2B5EF4-FFF2-40B4-BE49-F238E27FC236}">
                <a16:creationId xmlns:a16="http://schemas.microsoft.com/office/drawing/2014/main" id="{9698C764-7CE3-448C-B388-39B815517E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5756" y="2384474"/>
            <a:ext cx="4987488" cy="372861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>
              <a:lnSpc>
                <a:spcPct val="110000"/>
              </a:lnSpc>
            </a:pPr>
            <a:endParaRPr lang="en-US" sz="1800"/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75903FF3-B1FC-4719-8686-C6F5099E360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08749" y="862806"/>
            <a:ext cx="5132388" cy="5132388"/>
          </a:xfrm>
          <a:custGeom>
            <a:avLst/>
            <a:gdLst>
              <a:gd name="connsiteX0" fmla="*/ 2566194 w 5132388"/>
              <a:gd name="connsiteY0" fmla="*/ 0 h 5132388"/>
              <a:gd name="connsiteX1" fmla="*/ 5132388 w 5132388"/>
              <a:gd name="connsiteY1" fmla="*/ 2566194 h 5132388"/>
              <a:gd name="connsiteX2" fmla="*/ 2566194 w 5132388"/>
              <a:gd name="connsiteY2" fmla="*/ 5132388 h 5132388"/>
              <a:gd name="connsiteX3" fmla="*/ 0 w 5132388"/>
              <a:gd name="connsiteY3" fmla="*/ 2566194 h 5132388"/>
              <a:gd name="connsiteX4" fmla="*/ 2566194 w 5132388"/>
              <a:gd name="connsiteY4" fmla="*/ 0 h 5132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32388" h="5132388">
                <a:moveTo>
                  <a:pt x="2566194" y="0"/>
                </a:moveTo>
                <a:cubicBezTo>
                  <a:pt x="3983464" y="0"/>
                  <a:pt x="5132388" y="1148924"/>
                  <a:pt x="5132388" y="2566194"/>
                </a:cubicBezTo>
                <a:cubicBezTo>
                  <a:pt x="5132388" y="3983464"/>
                  <a:pt x="3983464" y="5132388"/>
                  <a:pt x="2566194" y="5132388"/>
                </a:cubicBezTo>
                <a:cubicBezTo>
                  <a:pt x="1148924" y="5132388"/>
                  <a:pt x="0" y="3983464"/>
                  <a:pt x="0" y="2566194"/>
                </a:cubicBezTo>
                <a:cubicBezTo>
                  <a:pt x="0" y="1148924"/>
                  <a:pt x="1148924" y="0"/>
                  <a:pt x="2566194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Insert photo here</a:t>
            </a:r>
          </a:p>
        </p:txBody>
      </p:sp>
      <p:sp>
        <p:nvSpPr>
          <p:cNvPr id="59" name="Date Placeholder 8">
            <a:extLst>
              <a:ext uri="{FF2B5EF4-FFF2-40B4-BE49-F238E27FC236}">
                <a16:creationId xmlns:a16="http://schemas.microsoft.com/office/drawing/2014/main" id="{A82599B9-EBEF-4011-9E38-FC40FF7B02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900" spc="200" baseline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/>
              <a:t>2/2/20XX</a:t>
            </a:r>
          </a:p>
        </p:txBody>
      </p:sp>
      <p:sp>
        <p:nvSpPr>
          <p:cNvPr id="60" name="Footer Placeholder 9">
            <a:extLst>
              <a:ext uri="{FF2B5EF4-FFF2-40B4-BE49-F238E27FC236}">
                <a16:creationId xmlns:a16="http://schemas.microsoft.com/office/drawing/2014/main" id="{851C129C-6681-4E11-B9FE-9F5FFF543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900" spc="200" baseline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1" name="Slide Number Placeholder 10">
            <a:extLst>
              <a:ext uri="{FF2B5EF4-FFF2-40B4-BE49-F238E27FC236}">
                <a16:creationId xmlns:a16="http://schemas.microsoft.com/office/drawing/2014/main" id="{DC6D20C1-D99F-47B0-B1F7-EA8101F8C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6000" y="6356350"/>
            <a:ext cx="1447800" cy="365125"/>
          </a:xfrm>
          <a:prstGeom prst="rect">
            <a:avLst/>
          </a:prstGeom>
        </p:spPr>
        <p:txBody>
          <a:bodyPr/>
          <a:lstStyle>
            <a:lvl1pPr algn="r">
              <a:defRPr sz="900" spc="200" baseline="0">
                <a:solidFill>
                  <a:schemeClr val="accent1"/>
                </a:solidFill>
                <a:effectLst/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0276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Bottom Right">
            <a:extLst>
              <a:ext uri="{FF2B5EF4-FFF2-40B4-BE49-F238E27FC236}">
                <a16:creationId xmlns:a16="http://schemas.microsoft.com/office/drawing/2014/main" id="{562BD150-E869-44AC-B0E8-35618F795B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FF918A15-3E7F-42BB-83AB-473EF76AB0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439256" y="6178637"/>
              <a:ext cx="1482102" cy="67936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grpSp>
          <p:nvGrpSpPr>
            <p:cNvPr id="30" name="Graphic 157">
              <a:extLst>
                <a:ext uri="{FF2B5EF4-FFF2-40B4-BE49-F238E27FC236}">
                  <a16:creationId xmlns:a16="http://schemas.microsoft.com/office/drawing/2014/main" id="{1AA9D900-7A0C-4788-85E0-9329B727A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8662740" y="3276601"/>
              <a:ext cx="3529260" cy="3581399"/>
              <a:chOff x="4114800" y="1423987"/>
              <a:chExt cx="3961542" cy="4007547"/>
            </a:xfrm>
            <a:noFill/>
          </p:grpSpPr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839D0A43-40DB-4967-BF0C-05CB54D3DF2C}"/>
                  </a:ext>
                </a:extLst>
              </p:cNvPr>
              <p:cNvSpPr/>
              <p:nvPr/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F6C7E54F-930C-4B8D-9CE6-DCC37269B132}"/>
                  </a:ext>
                </a:extLst>
              </p:cNvPr>
              <p:cNvSpPr/>
              <p:nvPr/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A4F6F66D-CC67-443B-9CB5-FFD695ED4518}"/>
                  </a:ext>
                </a:extLst>
              </p:cNvPr>
              <p:cNvSpPr/>
              <p:nvPr/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6B392295-CB7C-4805-B4B1-AC7531AC270A}"/>
                  </a:ext>
                </a:extLst>
              </p:cNvPr>
              <p:cNvSpPr/>
              <p:nvPr/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91ADCAAB-0B5C-4495-8D5D-32C87A21407D}"/>
                  </a:ext>
                </a:extLst>
              </p:cNvPr>
              <p:cNvSpPr/>
              <p:nvPr/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8F02E2A1-7B5F-4C33-98CD-98E24B61EFFB}"/>
                  </a:ext>
                </a:extLst>
              </p:cNvPr>
              <p:cNvSpPr/>
              <p:nvPr/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7577F4AD-5552-4A2F-A3FA-67834BF96FBE}"/>
                  </a:ext>
                </a:extLst>
              </p:cNvPr>
              <p:cNvSpPr/>
              <p:nvPr/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C17EE90C-247C-4F8E-9B86-BD7E31F126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985E1522-3C37-44A6-81DC-1BF369AF0B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6275" y="4098524"/>
            <a:ext cx="5996628" cy="2226076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l"/>
            <a:endParaRPr lang="en-US" sz="5400">
              <a:cs typeface="Posterama" panose="020B0504020200020000" pitchFamily="34" charset="0"/>
            </a:endParaRPr>
          </a:p>
        </p:txBody>
      </p:sp>
      <p:sp>
        <p:nvSpPr>
          <p:cNvPr id="44" name="Subtitle 2">
            <a:extLst>
              <a:ext uri="{FF2B5EF4-FFF2-40B4-BE49-F238E27FC236}">
                <a16:creationId xmlns:a16="http://schemas.microsoft.com/office/drawing/2014/main" id="{5048357E-69C2-4F32-8C47-3D84340F61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85430" y="4085112"/>
            <a:ext cx="3997745" cy="2228758"/>
          </a:xfrm>
          <a:prstGeom prst="rect">
            <a:avLst/>
          </a:prstGeom>
        </p:spPr>
        <p:txBody>
          <a:bodyPr anchor="ctr"/>
          <a:lstStyle/>
          <a:p>
            <a:pPr algn="l">
              <a:lnSpc>
                <a:spcPct val="110000"/>
              </a:lnSpc>
            </a:pPr>
            <a:endParaRPr lang="en-US" sz="2200">
              <a:cs typeface="Segoe UI Semilight" panose="020B0402040204020203" pitchFamily="34" charset="0"/>
            </a:endParaRPr>
          </a:p>
        </p:txBody>
      </p:sp>
      <p:sp>
        <p:nvSpPr>
          <p:cNvPr id="63" name="Date Placeholder 8">
            <a:extLst>
              <a:ext uri="{FF2B5EF4-FFF2-40B4-BE49-F238E27FC236}">
                <a16:creationId xmlns:a16="http://schemas.microsoft.com/office/drawing/2014/main" id="{0CB3C12F-97EC-48F0-B4FC-924D91ECF3A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900" spc="200" baseline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/>
              <a:t>2/2/20XX</a:t>
            </a:r>
          </a:p>
        </p:txBody>
      </p:sp>
      <p:sp>
        <p:nvSpPr>
          <p:cNvPr id="64" name="Footer Placeholder 9">
            <a:extLst>
              <a:ext uri="{FF2B5EF4-FFF2-40B4-BE49-F238E27FC236}">
                <a16:creationId xmlns:a16="http://schemas.microsoft.com/office/drawing/2014/main" id="{E3780E67-8AD7-4AB6-880C-281395A8E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900" spc="200" baseline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5" name="Slide Number Placeholder 10">
            <a:extLst>
              <a:ext uri="{FF2B5EF4-FFF2-40B4-BE49-F238E27FC236}">
                <a16:creationId xmlns:a16="http://schemas.microsoft.com/office/drawing/2014/main" id="{28F5F854-E7C5-4C18-A6E1-ECEF9BDE5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6000" y="6356350"/>
            <a:ext cx="1447800" cy="365125"/>
          </a:xfrm>
          <a:prstGeom prst="rect">
            <a:avLst/>
          </a:prstGeom>
        </p:spPr>
        <p:txBody>
          <a:bodyPr/>
          <a:lstStyle>
            <a:lvl1pPr algn="r">
              <a:defRPr sz="900" spc="200" baseline="0">
                <a:solidFill>
                  <a:schemeClr val="accent1"/>
                </a:solidFill>
                <a:effectLst/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9" name="Picture Placeholder 68">
            <a:extLst>
              <a:ext uri="{FF2B5EF4-FFF2-40B4-BE49-F238E27FC236}">
                <a16:creationId xmlns:a16="http://schemas.microsoft.com/office/drawing/2014/main" id="{22FBEE11-58B3-429A-8DAC-6A64A613383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9842" y="0"/>
            <a:ext cx="11084189" cy="3854030"/>
          </a:xfrm>
          <a:custGeom>
            <a:avLst/>
            <a:gdLst>
              <a:gd name="connsiteX0" fmla="*/ 0 w 11084189"/>
              <a:gd name="connsiteY0" fmla="*/ 0 h 3854030"/>
              <a:gd name="connsiteX1" fmla="*/ 11084189 w 11084189"/>
              <a:gd name="connsiteY1" fmla="*/ 0 h 3854030"/>
              <a:gd name="connsiteX2" fmla="*/ 11061525 w 11084189"/>
              <a:gd name="connsiteY2" fmla="*/ 105743 h 3854030"/>
              <a:gd name="connsiteX3" fmla="*/ 5542094 w 11084189"/>
              <a:gd name="connsiteY3" fmla="*/ 3854030 h 3854030"/>
              <a:gd name="connsiteX4" fmla="*/ 22663 w 11084189"/>
              <a:gd name="connsiteY4" fmla="*/ 105743 h 3854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84189" h="3854030">
                <a:moveTo>
                  <a:pt x="0" y="0"/>
                </a:moveTo>
                <a:lnTo>
                  <a:pt x="11084189" y="0"/>
                </a:lnTo>
                <a:lnTo>
                  <a:pt x="11061525" y="105743"/>
                </a:lnTo>
                <a:cubicBezTo>
                  <a:pt x="10536186" y="2244886"/>
                  <a:pt x="8264668" y="3854030"/>
                  <a:pt x="5542094" y="3854030"/>
                </a:cubicBezTo>
                <a:cubicBezTo>
                  <a:pt x="2819520" y="3854030"/>
                  <a:pt x="548002" y="2244886"/>
                  <a:pt x="22663" y="105743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Insert photo here</a:t>
            </a:r>
          </a:p>
        </p:txBody>
      </p:sp>
      <p:grpSp>
        <p:nvGrpSpPr>
          <p:cNvPr id="14" name="Top Left">
            <a:extLst>
              <a:ext uri="{FF2B5EF4-FFF2-40B4-BE49-F238E27FC236}">
                <a16:creationId xmlns:a16="http://schemas.microsoft.com/office/drawing/2014/main" id="{33360105-7353-4ECE-84E2-90AB638A3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849" y="15178"/>
            <a:ext cx="2198951" cy="3331254"/>
            <a:chOff x="10849" y="15178"/>
            <a:chExt cx="2198951" cy="3331254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D5AB2A0-6800-4AD4-A205-3E8C1112BC30}"/>
                </a:ext>
              </a:extLst>
            </p:cNvPr>
            <p:cNvSpPr/>
            <p:nvPr/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2B26919-92C3-4374-AE4E-4317D65064C0}"/>
                </a:ext>
              </a:extLst>
            </p:cNvPr>
            <p:cNvSpPr/>
            <p:nvPr/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46716C0-CAC5-41FA-B385-EBA8AFFDF128}"/>
                </a:ext>
              </a:extLst>
            </p:cNvPr>
            <p:cNvSpPr/>
            <p:nvPr/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BE7C1332-4CF7-41C1-ACC4-6C23744D478F}"/>
                </a:ext>
              </a:extLst>
            </p:cNvPr>
            <p:cNvSpPr/>
            <p:nvPr/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C35C136-D3C6-42F1-840C-EE7B2BA3776E}"/>
                </a:ext>
              </a:extLst>
            </p:cNvPr>
            <p:cNvSpPr/>
            <p:nvPr/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BF98CB80-2DAC-44B7-B719-6DF8BC2DBB91}"/>
                </a:ext>
              </a:extLst>
            </p:cNvPr>
            <p:cNvSpPr/>
            <p:nvPr/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0613FF3-B071-4C0E-B6E7-6815CCCC403A}"/>
                </a:ext>
              </a:extLst>
            </p:cNvPr>
            <p:cNvSpPr/>
            <p:nvPr/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2" name="Cross">
            <a:extLst>
              <a:ext uri="{FF2B5EF4-FFF2-40B4-BE49-F238E27FC236}">
                <a16:creationId xmlns:a16="http://schemas.microsoft.com/office/drawing/2014/main" id="{54409833-5EAC-4A40-B5BB-DE8282DD8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48476" y="143843"/>
            <a:ext cx="118872" cy="118872"/>
            <a:chOff x="1175347" y="3733800"/>
            <a:chExt cx="118872" cy="118872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7B9F7703-741D-4FB8-8620-F3BBFF5A0157}"/>
                </a:ext>
              </a:extLst>
            </p:cNvPr>
            <p:cNvCxnSpPr>
              <a:cxnSpLocks/>
            </p:cNvCxnSpPr>
            <p:nvPr/>
          </p:nvCxnSpPr>
          <p:spPr>
            <a:xfrm>
              <a:off x="1234783" y="3733800"/>
              <a:ext cx="0" cy="118872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C34E00B-1518-4EAC-A170-4D2B5C23FB6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347" y="3793236"/>
              <a:ext cx="11887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25" name="Cross">
            <a:extLst>
              <a:ext uri="{FF2B5EF4-FFF2-40B4-BE49-F238E27FC236}">
                <a16:creationId xmlns:a16="http://schemas.microsoft.com/office/drawing/2014/main" id="{CFFED490-4247-4E3E-8A2E-5AF8A14E68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00876" y="296243"/>
            <a:ext cx="118872" cy="118872"/>
            <a:chOff x="1175347" y="3733800"/>
            <a:chExt cx="118872" cy="118872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A378251-A149-4A27-9D43-C6E87A300F23}"/>
                </a:ext>
              </a:extLst>
            </p:cNvPr>
            <p:cNvCxnSpPr>
              <a:cxnSpLocks/>
            </p:cNvCxnSpPr>
            <p:nvPr/>
          </p:nvCxnSpPr>
          <p:spPr>
            <a:xfrm>
              <a:off x="1234783" y="3733800"/>
              <a:ext cx="0" cy="118872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7ADD3F7-FA3D-4A72-B8B3-3FCBBFCB0ACF}"/>
                </a:ext>
              </a:extLst>
            </p:cNvPr>
            <p:cNvCxnSpPr>
              <a:cxnSpLocks/>
            </p:cNvCxnSpPr>
            <p:nvPr/>
          </p:nvCxnSpPr>
          <p:spPr>
            <a:xfrm>
              <a:off x="1175347" y="3793236"/>
              <a:ext cx="11887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0459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7152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722" r:id="rId8"/>
    <p:sldLayoutId id="2147483693" r:id="rId9"/>
    <p:sldLayoutId id="2147483694" r:id="rId10"/>
    <p:sldLayoutId id="2147483695" r:id="rId11"/>
    <p:sldLayoutId id="2147483720" r:id="rId12"/>
    <p:sldLayoutId id="2147483721" r:id="rId13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accent5"/>
        </a:buClr>
        <a:buFont typeface="Avenir Next LT Pro" panose="020B0504020202020204" pitchFamily="34" charset="0"/>
        <a:buChar char="+"/>
        <a:defRPr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Char char="+"/>
        <a:defRPr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Char char="+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Char char="+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Char char="+"/>
        <a:defRPr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47A131F-D5DE-41A5-B4CF-4F345319B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AF4666D-BD98-40A5-A75F-478B98201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692844" y="-3086"/>
            <a:ext cx="1326111" cy="59760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rPr>
              <a:t> 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68680585-71F9-4721-A998-4974171D2E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9256" y="6172200"/>
            <a:ext cx="1482102" cy="67936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rPr>
              <a:t> 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12BC95C2-2EEC-4F59-ABA8-660B0D059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7352" y="5197178"/>
            <a:ext cx="4211600" cy="1660822"/>
          </a:xfrm>
          <a:custGeom>
            <a:avLst/>
            <a:gdLst>
              <a:gd name="connsiteX0" fmla="*/ 4211600 w 4211600"/>
              <a:gd name="connsiteY0" fmla="*/ 0 h 1660822"/>
              <a:gd name="connsiteX1" fmla="*/ 4211600 w 4211600"/>
              <a:gd name="connsiteY1" fmla="*/ 58430 h 1660822"/>
              <a:gd name="connsiteX2" fmla="*/ 4136524 w 4211600"/>
              <a:gd name="connsiteY2" fmla="*/ 208808 h 1660822"/>
              <a:gd name="connsiteX3" fmla="*/ 3973354 w 4211600"/>
              <a:gd name="connsiteY3" fmla="*/ 437313 h 1660822"/>
              <a:gd name="connsiteX4" fmla="*/ 3884746 w 4211600"/>
              <a:gd name="connsiteY4" fmla="*/ 553613 h 1660822"/>
              <a:gd name="connsiteX5" fmla="*/ 3849435 w 4211600"/>
              <a:gd name="connsiteY5" fmla="*/ 603143 h 1660822"/>
              <a:gd name="connsiteX6" fmla="*/ 3661849 w 4211600"/>
              <a:gd name="connsiteY6" fmla="*/ 819075 h 1660822"/>
              <a:gd name="connsiteX7" fmla="*/ 3402589 w 4211600"/>
              <a:gd name="connsiteY7" fmla="*/ 952996 h 1660822"/>
              <a:gd name="connsiteX8" fmla="*/ 3130202 w 4211600"/>
              <a:gd name="connsiteY8" fmla="*/ 1023386 h 1660822"/>
              <a:gd name="connsiteX9" fmla="*/ 2914657 w 4211600"/>
              <a:gd name="connsiteY9" fmla="*/ 1068058 h 1660822"/>
              <a:gd name="connsiteX10" fmla="*/ 2582149 w 4211600"/>
              <a:gd name="connsiteY10" fmla="*/ 1138924 h 1660822"/>
              <a:gd name="connsiteX11" fmla="*/ 2483958 w 4211600"/>
              <a:gd name="connsiteY11" fmla="*/ 1162356 h 1660822"/>
              <a:gd name="connsiteX12" fmla="*/ 2123750 w 4211600"/>
              <a:gd name="connsiteY12" fmla="*/ 1238651 h 1660822"/>
              <a:gd name="connsiteX13" fmla="*/ 1761444 w 4211600"/>
              <a:gd name="connsiteY13" fmla="*/ 1273417 h 1660822"/>
              <a:gd name="connsiteX14" fmla="*/ 1608382 w 4211600"/>
              <a:gd name="connsiteY14" fmla="*/ 1284466 h 1660822"/>
              <a:gd name="connsiteX15" fmla="*/ 999942 w 4211600"/>
              <a:gd name="connsiteY15" fmla="*/ 1354284 h 1660822"/>
              <a:gd name="connsiteX16" fmla="*/ 484705 w 4211600"/>
              <a:gd name="connsiteY16" fmla="*/ 1450487 h 1660822"/>
              <a:gd name="connsiteX17" fmla="*/ 113310 w 4211600"/>
              <a:gd name="connsiteY17" fmla="*/ 1613700 h 1660822"/>
              <a:gd name="connsiteX18" fmla="*/ 39668 w 4211600"/>
              <a:gd name="connsiteY18" fmla="*/ 1660822 h 1660822"/>
              <a:gd name="connsiteX19" fmla="*/ 0 w 4211600"/>
              <a:gd name="connsiteY19" fmla="*/ 1660822 h 1660822"/>
              <a:gd name="connsiteX20" fmla="*/ 96701 w 4211600"/>
              <a:gd name="connsiteY20" fmla="*/ 1598934 h 1660822"/>
              <a:gd name="connsiteX21" fmla="*/ 474335 w 4211600"/>
              <a:gd name="connsiteY21" fmla="*/ 1433056 h 1660822"/>
              <a:gd name="connsiteX22" fmla="*/ 994299 w 4211600"/>
              <a:gd name="connsiteY22" fmla="*/ 1335806 h 1660822"/>
              <a:gd name="connsiteX23" fmla="*/ 1605231 w 4211600"/>
              <a:gd name="connsiteY23" fmla="*/ 1265702 h 1660822"/>
              <a:gd name="connsiteX24" fmla="*/ 1758819 w 4211600"/>
              <a:gd name="connsiteY24" fmla="*/ 1254558 h 1660822"/>
              <a:gd name="connsiteX25" fmla="*/ 2118106 w 4211600"/>
              <a:gd name="connsiteY25" fmla="*/ 1220077 h 1660822"/>
              <a:gd name="connsiteX26" fmla="*/ 2475557 w 4211600"/>
              <a:gd name="connsiteY26" fmla="*/ 1144353 h 1660822"/>
              <a:gd name="connsiteX27" fmla="*/ 2573878 w 4211600"/>
              <a:gd name="connsiteY27" fmla="*/ 1120827 h 1660822"/>
              <a:gd name="connsiteX28" fmla="*/ 2907437 w 4211600"/>
              <a:gd name="connsiteY28" fmla="*/ 1049675 h 1660822"/>
              <a:gd name="connsiteX29" fmla="*/ 3122589 w 4211600"/>
              <a:gd name="connsiteY29" fmla="*/ 1005098 h 1660822"/>
              <a:gd name="connsiteX30" fmla="*/ 3391169 w 4211600"/>
              <a:gd name="connsiteY30" fmla="*/ 935756 h 1660822"/>
              <a:gd name="connsiteX31" fmla="*/ 3642290 w 4211600"/>
              <a:gd name="connsiteY31" fmla="*/ 806216 h 1660822"/>
              <a:gd name="connsiteX32" fmla="*/ 3825937 w 4211600"/>
              <a:gd name="connsiteY32" fmla="*/ 594475 h 1660822"/>
              <a:gd name="connsiteX33" fmla="*/ 3861381 w 4211600"/>
              <a:gd name="connsiteY33" fmla="*/ 544755 h 1660822"/>
              <a:gd name="connsiteX34" fmla="*/ 3950381 w 4211600"/>
              <a:gd name="connsiteY34" fmla="*/ 427978 h 1660822"/>
              <a:gd name="connsiteX35" fmla="*/ 4112370 w 4211600"/>
              <a:gd name="connsiteY35" fmla="*/ 201378 h 1660822"/>
              <a:gd name="connsiteX36" fmla="*/ 4195989 w 4211600"/>
              <a:gd name="connsiteY36" fmla="*/ 33834 h 1660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211600" h="1660822">
                <a:moveTo>
                  <a:pt x="4211600" y="0"/>
                </a:moveTo>
                <a:lnTo>
                  <a:pt x="4211600" y="58430"/>
                </a:lnTo>
                <a:lnTo>
                  <a:pt x="4136524" y="208808"/>
                </a:lnTo>
                <a:cubicBezTo>
                  <a:pt x="4089791" y="287770"/>
                  <a:pt x="4030588" y="363780"/>
                  <a:pt x="3973354" y="437313"/>
                </a:cubicBezTo>
                <a:cubicBezTo>
                  <a:pt x="3943819" y="475222"/>
                  <a:pt x="3913231" y="514465"/>
                  <a:pt x="3884746" y="553613"/>
                </a:cubicBezTo>
                <a:cubicBezTo>
                  <a:pt x="3872801" y="569996"/>
                  <a:pt x="3861119" y="586569"/>
                  <a:pt x="3849435" y="603143"/>
                </a:cubicBezTo>
                <a:cubicBezTo>
                  <a:pt x="3796665" y="678009"/>
                  <a:pt x="3742187" y="755352"/>
                  <a:pt x="3661849" y="819075"/>
                </a:cubicBezTo>
                <a:cubicBezTo>
                  <a:pt x="3596214" y="871176"/>
                  <a:pt x="3509050" y="916230"/>
                  <a:pt x="3402589" y="952996"/>
                </a:cubicBezTo>
                <a:cubicBezTo>
                  <a:pt x="3312406" y="984048"/>
                  <a:pt x="3215660" y="1005003"/>
                  <a:pt x="3130202" y="1023386"/>
                </a:cubicBezTo>
                <a:cubicBezTo>
                  <a:pt x="3058529" y="1038816"/>
                  <a:pt x="2985412" y="1053675"/>
                  <a:pt x="2914657" y="1068058"/>
                </a:cubicBezTo>
                <a:cubicBezTo>
                  <a:pt x="2805176" y="1090251"/>
                  <a:pt x="2692021" y="1113207"/>
                  <a:pt x="2582149" y="1138924"/>
                </a:cubicBezTo>
                <a:cubicBezTo>
                  <a:pt x="2549330" y="1146639"/>
                  <a:pt x="2516644" y="1154450"/>
                  <a:pt x="2483958" y="1162356"/>
                </a:cubicBezTo>
                <a:cubicBezTo>
                  <a:pt x="2367257" y="1190550"/>
                  <a:pt x="2246621" y="1219601"/>
                  <a:pt x="2123750" y="1238651"/>
                </a:cubicBezTo>
                <a:cubicBezTo>
                  <a:pt x="2004294" y="1257129"/>
                  <a:pt x="1880769" y="1265416"/>
                  <a:pt x="1761444" y="1273417"/>
                </a:cubicBezTo>
                <a:cubicBezTo>
                  <a:pt x="1711167" y="1276751"/>
                  <a:pt x="1659184" y="1280275"/>
                  <a:pt x="1608382" y="1284466"/>
                </a:cubicBezTo>
                <a:cubicBezTo>
                  <a:pt x="1408589" y="1300944"/>
                  <a:pt x="1214570" y="1325805"/>
                  <a:pt x="999942" y="1354284"/>
                </a:cubicBezTo>
                <a:cubicBezTo>
                  <a:pt x="826403" y="1377240"/>
                  <a:pt x="647744" y="1400957"/>
                  <a:pt x="484705" y="1450487"/>
                </a:cubicBezTo>
                <a:cubicBezTo>
                  <a:pt x="355831" y="1489635"/>
                  <a:pt x="231387" y="1544374"/>
                  <a:pt x="113310" y="1613700"/>
                </a:cubicBezTo>
                <a:lnTo>
                  <a:pt x="39668" y="1660822"/>
                </a:lnTo>
                <a:lnTo>
                  <a:pt x="0" y="1660822"/>
                </a:lnTo>
                <a:lnTo>
                  <a:pt x="96701" y="1598934"/>
                </a:lnTo>
                <a:cubicBezTo>
                  <a:pt x="216635" y="1528533"/>
                  <a:pt x="343196" y="1472919"/>
                  <a:pt x="474335" y="1433056"/>
                </a:cubicBezTo>
                <a:cubicBezTo>
                  <a:pt x="639999" y="1382669"/>
                  <a:pt x="820102" y="1358856"/>
                  <a:pt x="994299" y="1335806"/>
                </a:cubicBezTo>
                <a:cubicBezTo>
                  <a:pt x="1210239" y="1307231"/>
                  <a:pt x="1404650" y="1282275"/>
                  <a:pt x="1605231" y="1265702"/>
                </a:cubicBezTo>
                <a:cubicBezTo>
                  <a:pt x="1656428" y="1261511"/>
                  <a:pt x="1708411" y="1257987"/>
                  <a:pt x="1758819" y="1254558"/>
                </a:cubicBezTo>
                <a:cubicBezTo>
                  <a:pt x="1877487" y="1246557"/>
                  <a:pt x="2000094" y="1238365"/>
                  <a:pt x="2118106" y="1220077"/>
                </a:cubicBezTo>
                <a:cubicBezTo>
                  <a:pt x="2239531" y="1201313"/>
                  <a:pt x="2359513" y="1172357"/>
                  <a:pt x="2475557" y="1144353"/>
                </a:cubicBezTo>
                <a:cubicBezTo>
                  <a:pt x="2508243" y="1136448"/>
                  <a:pt x="2541060" y="1128542"/>
                  <a:pt x="2573878" y="1120827"/>
                </a:cubicBezTo>
                <a:cubicBezTo>
                  <a:pt x="2684276" y="1094919"/>
                  <a:pt x="2797694" y="1071963"/>
                  <a:pt x="2907437" y="1049675"/>
                </a:cubicBezTo>
                <a:cubicBezTo>
                  <a:pt x="2978061" y="1035387"/>
                  <a:pt x="3051178" y="1020528"/>
                  <a:pt x="3122589" y="1005098"/>
                </a:cubicBezTo>
                <a:cubicBezTo>
                  <a:pt x="3206997" y="986810"/>
                  <a:pt x="3302823" y="966141"/>
                  <a:pt x="3391169" y="935756"/>
                </a:cubicBezTo>
                <a:cubicBezTo>
                  <a:pt x="3494479" y="900132"/>
                  <a:pt x="3578886" y="856508"/>
                  <a:pt x="3642290" y="806216"/>
                </a:cubicBezTo>
                <a:cubicBezTo>
                  <a:pt x="3720133" y="744303"/>
                  <a:pt x="3773953" y="668103"/>
                  <a:pt x="3825937" y="594475"/>
                </a:cubicBezTo>
                <a:cubicBezTo>
                  <a:pt x="3837621" y="577902"/>
                  <a:pt x="3849435" y="561233"/>
                  <a:pt x="3861381" y="544755"/>
                </a:cubicBezTo>
                <a:cubicBezTo>
                  <a:pt x="3889997" y="505416"/>
                  <a:pt x="3920715" y="465983"/>
                  <a:pt x="3950381" y="427978"/>
                </a:cubicBezTo>
                <a:cubicBezTo>
                  <a:pt x="4007353" y="354921"/>
                  <a:pt x="4066163" y="279388"/>
                  <a:pt x="4112370" y="201378"/>
                </a:cubicBezTo>
                <a:cubicBezTo>
                  <a:pt x="4144662" y="146800"/>
                  <a:pt x="4170785" y="89364"/>
                  <a:pt x="4195989" y="3383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8" name="Graphic 141">
            <a:extLst>
              <a:ext uri="{FF2B5EF4-FFF2-40B4-BE49-F238E27FC236}">
                <a16:creationId xmlns:a16="http://schemas.microsoft.com/office/drawing/2014/main" id="{03E9870D-4BBA-43AF-8D44-BBADF020CF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15178"/>
            <a:ext cx="2198951" cy="3331254"/>
            <a:chOff x="4473129" y="923925"/>
            <a:chExt cx="3308947" cy="5012817"/>
          </a:xfrm>
          <a:noFill/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34BC5055-C77D-43CD-BB1D-A77B6779CD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85988" y="924020"/>
              <a:ext cx="3296088" cy="5012722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DB12D0B8-9385-489A-85AE-3D14AD0BA2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923925"/>
              <a:ext cx="2977477" cy="462714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158A14A-147E-4130-A5E2-38FD84B181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94561" y="923925"/>
              <a:ext cx="2356712" cy="4118991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75B8B1EB-5E2B-472C-AE60-2EC5961F16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923925"/>
              <a:ext cx="2059193" cy="3980116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B4F5BD77-58D7-4B61-A666-1B4139A63A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85131" y="1719357"/>
              <a:ext cx="743796" cy="2867501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F5CBEC6B-EDB6-40B8-8771-E5AF41B8D6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1912731"/>
              <a:ext cx="597294" cy="2543540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91BD0EE8-AA47-4044-9251-9F5A4B8201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91417" y="2227197"/>
              <a:ext cx="389425" cy="2011236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7" name="Graphic 157">
            <a:extLst>
              <a:ext uri="{FF2B5EF4-FFF2-40B4-BE49-F238E27FC236}">
                <a16:creationId xmlns:a16="http://schemas.microsoft.com/office/drawing/2014/main" id="{C3279E8D-2BAA-4CB1-834B-09FADD54DE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610600" y="3276600"/>
            <a:ext cx="3529260" cy="3581398"/>
            <a:chOff x="4114800" y="1423987"/>
            <a:chExt cx="3961542" cy="4007547"/>
          </a:xfrm>
          <a:noFill/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3456F18E-4F61-486D-9CD6-65B30372C5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114800" y="1423987"/>
              <a:ext cx="3946874" cy="3989641"/>
            </a:xfrm>
            <a:custGeom>
              <a:avLst/>
              <a:gdLst>
                <a:gd name="connsiteX0" fmla="*/ 0 w 3946874"/>
                <a:gd name="connsiteY0" fmla="*/ 3989641 h 3989641"/>
                <a:gd name="connsiteX1" fmla="*/ 79439 w 3946874"/>
                <a:gd name="connsiteY1" fmla="*/ 3891153 h 3989641"/>
                <a:gd name="connsiteX2" fmla="*/ 297371 w 3946874"/>
                <a:gd name="connsiteY2" fmla="*/ 3626930 h 3989641"/>
                <a:gd name="connsiteX3" fmla="*/ 454343 w 3946874"/>
                <a:gd name="connsiteY3" fmla="*/ 3440335 h 3989641"/>
                <a:gd name="connsiteX4" fmla="*/ 622363 w 3946874"/>
                <a:gd name="connsiteY4" fmla="*/ 3290697 h 3989641"/>
                <a:gd name="connsiteX5" fmla="*/ 927068 w 3946874"/>
                <a:gd name="connsiteY5" fmla="*/ 3087434 h 3989641"/>
                <a:gd name="connsiteX6" fmla="*/ 1176338 w 3946874"/>
                <a:gd name="connsiteY6" fmla="*/ 2915603 h 3989641"/>
                <a:gd name="connsiteX7" fmla="*/ 1394270 w 3946874"/>
                <a:gd name="connsiteY7" fmla="*/ 2780729 h 3989641"/>
                <a:gd name="connsiteX8" fmla="*/ 1601057 w 3946874"/>
                <a:gd name="connsiteY8" fmla="*/ 2723483 h 3989641"/>
                <a:gd name="connsiteX9" fmla="*/ 1756220 w 3946874"/>
                <a:gd name="connsiteY9" fmla="*/ 2743772 h 3989641"/>
                <a:gd name="connsiteX10" fmla="*/ 1889189 w 3946874"/>
                <a:gd name="connsiteY10" fmla="*/ 2765965 h 3989641"/>
                <a:gd name="connsiteX11" fmla="*/ 2007394 w 3946874"/>
                <a:gd name="connsiteY11" fmla="*/ 2765965 h 3989641"/>
                <a:gd name="connsiteX12" fmla="*/ 2184654 w 3946874"/>
                <a:gd name="connsiteY12" fmla="*/ 2671763 h 3989641"/>
                <a:gd name="connsiteX13" fmla="*/ 2372773 w 3946874"/>
                <a:gd name="connsiteY13" fmla="*/ 2538984 h 3989641"/>
                <a:gd name="connsiteX14" fmla="*/ 2439543 w 3946874"/>
                <a:gd name="connsiteY14" fmla="*/ 2510504 h 3989641"/>
                <a:gd name="connsiteX15" fmla="*/ 2650617 w 3946874"/>
                <a:gd name="connsiteY15" fmla="*/ 2434781 h 3989641"/>
                <a:gd name="connsiteX16" fmla="*/ 2785110 w 3946874"/>
                <a:gd name="connsiteY16" fmla="*/ 2383060 h 3989641"/>
                <a:gd name="connsiteX17" fmla="*/ 2897315 w 3946874"/>
                <a:gd name="connsiteY17" fmla="*/ 2318861 h 3989641"/>
                <a:gd name="connsiteX18" fmla="*/ 2997994 w 3946874"/>
                <a:gd name="connsiteY18" fmla="*/ 2226183 h 3989641"/>
                <a:gd name="connsiteX19" fmla="*/ 3061240 w 3946874"/>
                <a:gd name="connsiteY19" fmla="*/ 2141506 h 3989641"/>
                <a:gd name="connsiteX20" fmla="*/ 3152108 w 3946874"/>
                <a:gd name="connsiteY20" fmla="*/ 2005203 h 3989641"/>
                <a:gd name="connsiteX21" fmla="*/ 3274124 w 3946874"/>
                <a:gd name="connsiteY21" fmla="*/ 1871567 h 3989641"/>
                <a:gd name="connsiteX22" fmla="*/ 3388138 w 3946874"/>
                <a:gd name="connsiteY22" fmla="*/ 1770888 h 3989641"/>
                <a:gd name="connsiteX23" fmla="*/ 3466529 w 3946874"/>
                <a:gd name="connsiteY23" fmla="*/ 1679162 h 3989641"/>
                <a:gd name="connsiteX24" fmla="*/ 3538633 w 3946874"/>
                <a:gd name="connsiteY24" fmla="*/ 1551718 h 3989641"/>
                <a:gd name="connsiteX25" fmla="*/ 3588544 w 3946874"/>
                <a:gd name="connsiteY25" fmla="*/ 1376172 h 3989641"/>
                <a:gd name="connsiteX26" fmla="*/ 3597402 w 3946874"/>
                <a:gd name="connsiteY26" fmla="*/ 1293305 h 3989641"/>
                <a:gd name="connsiteX27" fmla="*/ 3721227 w 3946874"/>
                <a:gd name="connsiteY27" fmla="*/ 880491 h 3989641"/>
                <a:gd name="connsiteX28" fmla="*/ 3761137 w 3946874"/>
                <a:gd name="connsiteY28" fmla="*/ 463677 h 3989641"/>
                <a:gd name="connsiteX29" fmla="*/ 3946874 w 3946874"/>
                <a:gd name="connsiteY29" fmla="*/ 0 h 3989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946874" h="3989641">
                  <a:moveTo>
                    <a:pt x="0" y="3989641"/>
                  </a:moveTo>
                  <a:cubicBezTo>
                    <a:pt x="19050" y="3957257"/>
                    <a:pt x="50959" y="3916013"/>
                    <a:pt x="79439" y="3891153"/>
                  </a:cubicBezTo>
                  <a:cubicBezTo>
                    <a:pt x="165544" y="3815906"/>
                    <a:pt x="227933" y="3717989"/>
                    <a:pt x="297371" y="3626930"/>
                  </a:cubicBezTo>
                  <a:cubicBezTo>
                    <a:pt x="346615" y="3562255"/>
                    <a:pt x="398050" y="3499009"/>
                    <a:pt x="454343" y="3440335"/>
                  </a:cubicBezTo>
                  <a:cubicBezTo>
                    <a:pt x="506349" y="3386042"/>
                    <a:pt x="562642" y="3336227"/>
                    <a:pt x="622363" y="3290697"/>
                  </a:cubicBezTo>
                  <a:cubicBezTo>
                    <a:pt x="719519" y="3216688"/>
                    <a:pt x="824960" y="3154585"/>
                    <a:pt x="927068" y="3087434"/>
                  </a:cubicBezTo>
                  <a:cubicBezTo>
                    <a:pt x="1011365" y="3031998"/>
                    <a:pt x="1093565" y="2973324"/>
                    <a:pt x="1176338" y="2915603"/>
                  </a:cubicBezTo>
                  <a:cubicBezTo>
                    <a:pt x="1246537" y="2866644"/>
                    <a:pt x="1317308" y="2818066"/>
                    <a:pt x="1394270" y="2780729"/>
                  </a:cubicBezTo>
                  <a:cubicBezTo>
                    <a:pt x="1459421" y="2749106"/>
                    <a:pt x="1528763" y="2724436"/>
                    <a:pt x="1601057" y="2723483"/>
                  </a:cubicBezTo>
                  <a:cubicBezTo>
                    <a:pt x="1653350" y="2722721"/>
                    <a:pt x="1704785" y="2733485"/>
                    <a:pt x="1756220" y="2743772"/>
                  </a:cubicBezTo>
                  <a:cubicBezTo>
                    <a:pt x="1800320" y="2752630"/>
                    <a:pt x="1844612" y="2760250"/>
                    <a:pt x="1889189" y="2765965"/>
                  </a:cubicBezTo>
                  <a:cubicBezTo>
                    <a:pt x="1928622" y="2771013"/>
                    <a:pt x="1968437" y="2773299"/>
                    <a:pt x="2007394" y="2765965"/>
                  </a:cubicBezTo>
                  <a:cubicBezTo>
                    <a:pt x="2073878" y="2753487"/>
                    <a:pt x="2130647" y="2712911"/>
                    <a:pt x="2184654" y="2671763"/>
                  </a:cubicBezTo>
                  <a:cubicBezTo>
                    <a:pt x="2245900" y="2625090"/>
                    <a:pt x="2304002" y="2573465"/>
                    <a:pt x="2372773" y="2538984"/>
                  </a:cubicBezTo>
                  <a:cubicBezTo>
                    <a:pt x="2394395" y="2528126"/>
                    <a:pt x="2416874" y="2518982"/>
                    <a:pt x="2439543" y="2510504"/>
                  </a:cubicBezTo>
                  <a:cubicBezTo>
                    <a:pt x="2509552" y="2484215"/>
                    <a:pt x="2580037" y="2459450"/>
                    <a:pt x="2650617" y="2434781"/>
                  </a:cubicBezTo>
                  <a:cubicBezTo>
                    <a:pt x="2695956" y="2418874"/>
                    <a:pt x="2741295" y="2402872"/>
                    <a:pt x="2785110" y="2383060"/>
                  </a:cubicBezTo>
                  <a:cubicBezTo>
                    <a:pt x="2824448" y="2365248"/>
                    <a:pt x="2862358" y="2344198"/>
                    <a:pt x="2897315" y="2318861"/>
                  </a:cubicBezTo>
                  <a:cubicBezTo>
                    <a:pt x="2934367" y="2292096"/>
                    <a:pt x="2968085" y="2260854"/>
                    <a:pt x="2997994" y="2226183"/>
                  </a:cubicBezTo>
                  <a:cubicBezTo>
                    <a:pt x="3020949" y="2199513"/>
                    <a:pt x="3041714" y="2170938"/>
                    <a:pt x="3061240" y="2141506"/>
                  </a:cubicBezTo>
                  <a:cubicBezTo>
                    <a:pt x="3091529" y="2095976"/>
                    <a:pt x="3119533" y="2049018"/>
                    <a:pt x="3152108" y="2005203"/>
                  </a:cubicBezTo>
                  <a:cubicBezTo>
                    <a:pt x="3188113" y="1956626"/>
                    <a:pt x="3229261" y="1912144"/>
                    <a:pt x="3274124" y="1871567"/>
                  </a:cubicBezTo>
                  <a:cubicBezTo>
                    <a:pt x="3311747" y="1837563"/>
                    <a:pt x="3351848" y="1806321"/>
                    <a:pt x="3388138" y="1770888"/>
                  </a:cubicBezTo>
                  <a:cubicBezTo>
                    <a:pt x="3416999" y="1742694"/>
                    <a:pt x="3443002" y="1711833"/>
                    <a:pt x="3466529" y="1679162"/>
                  </a:cubicBezTo>
                  <a:cubicBezTo>
                    <a:pt x="3495008" y="1639348"/>
                    <a:pt x="3519392" y="1596771"/>
                    <a:pt x="3538633" y="1551718"/>
                  </a:cubicBezTo>
                  <a:cubicBezTo>
                    <a:pt x="3562731" y="1495616"/>
                    <a:pt x="3578924" y="1436465"/>
                    <a:pt x="3588544" y="1376172"/>
                  </a:cubicBezTo>
                  <a:cubicBezTo>
                    <a:pt x="3592925" y="1348740"/>
                    <a:pt x="3595688" y="1321022"/>
                    <a:pt x="3597402" y="1293305"/>
                  </a:cubicBezTo>
                  <a:cubicBezTo>
                    <a:pt x="3605974" y="1155859"/>
                    <a:pt x="3717703" y="1018127"/>
                    <a:pt x="3721227" y="880491"/>
                  </a:cubicBezTo>
                  <a:cubicBezTo>
                    <a:pt x="3724751" y="740855"/>
                    <a:pt x="3743135" y="602171"/>
                    <a:pt x="3761137" y="463677"/>
                  </a:cubicBezTo>
                  <a:cubicBezTo>
                    <a:pt x="3776186" y="347758"/>
                    <a:pt x="3934968" y="116205"/>
                    <a:pt x="3946874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318DDF45-08F0-46B6-A0B7-133735C94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95978" y="2441733"/>
              <a:ext cx="3665410" cy="2985611"/>
            </a:xfrm>
            <a:custGeom>
              <a:avLst/>
              <a:gdLst>
                <a:gd name="connsiteX0" fmla="*/ 0 w 3665410"/>
                <a:gd name="connsiteY0" fmla="*/ 2985611 h 2985611"/>
                <a:gd name="connsiteX1" fmla="*/ 166211 w 3665410"/>
                <a:gd name="connsiteY1" fmla="*/ 2699766 h 2985611"/>
                <a:gd name="connsiteX2" fmla="*/ 397002 w 3665410"/>
                <a:gd name="connsiteY2" fmla="*/ 2414969 h 2985611"/>
                <a:gd name="connsiteX3" fmla="*/ 620173 w 3665410"/>
                <a:gd name="connsiteY3" fmla="*/ 2237899 h 2985611"/>
                <a:gd name="connsiteX4" fmla="*/ 823341 w 3665410"/>
                <a:gd name="connsiteY4" fmla="*/ 2085499 h 2985611"/>
                <a:gd name="connsiteX5" fmla="*/ 1089565 w 3665410"/>
                <a:gd name="connsiteY5" fmla="*/ 1911477 h 2985611"/>
                <a:gd name="connsiteX6" fmla="*/ 1145000 w 3665410"/>
                <a:gd name="connsiteY6" fmla="*/ 1886807 h 2985611"/>
                <a:gd name="connsiteX7" fmla="*/ 1375791 w 3665410"/>
                <a:gd name="connsiteY7" fmla="*/ 1842135 h 2985611"/>
                <a:gd name="connsiteX8" fmla="*/ 1486567 w 3665410"/>
                <a:gd name="connsiteY8" fmla="*/ 1857566 h 2985611"/>
                <a:gd name="connsiteX9" fmla="*/ 1568101 w 3665410"/>
                <a:gd name="connsiteY9" fmla="*/ 1871377 h 2985611"/>
                <a:gd name="connsiteX10" fmla="*/ 1810607 w 3665410"/>
                <a:gd name="connsiteY10" fmla="*/ 1871377 h 2985611"/>
                <a:gd name="connsiteX11" fmla="*/ 1997964 w 3665410"/>
                <a:gd name="connsiteY11" fmla="*/ 1790605 h 2985611"/>
                <a:gd name="connsiteX12" fmla="*/ 2109883 w 3665410"/>
                <a:gd name="connsiteY12" fmla="*/ 1702784 h 2985611"/>
                <a:gd name="connsiteX13" fmla="*/ 2321433 w 3665410"/>
                <a:gd name="connsiteY13" fmla="*/ 1552384 h 2985611"/>
                <a:gd name="connsiteX14" fmla="*/ 2558891 w 3665410"/>
                <a:gd name="connsiteY14" fmla="*/ 1453420 h 2985611"/>
                <a:gd name="connsiteX15" fmla="*/ 2709767 w 3665410"/>
                <a:gd name="connsiteY15" fmla="*/ 1377887 h 2985611"/>
                <a:gd name="connsiteX16" fmla="*/ 2885408 w 3665410"/>
                <a:gd name="connsiteY16" fmla="*/ 1237393 h 2985611"/>
                <a:gd name="connsiteX17" fmla="*/ 3017711 w 3665410"/>
                <a:gd name="connsiteY17" fmla="*/ 1072229 h 2985611"/>
                <a:gd name="connsiteX18" fmla="*/ 3150680 w 3665410"/>
                <a:gd name="connsiteY18" fmla="*/ 921830 h 2985611"/>
                <a:gd name="connsiteX19" fmla="*/ 3255169 w 3665410"/>
                <a:gd name="connsiteY19" fmla="*/ 801815 h 2985611"/>
                <a:gd name="connsiteX20" fmla="*/ 3339275 w 3665410"/>
                <a:gd name="connsiteY20" fmla="*/ 694182 h 2985611"/>
                <a:gd name="connsiteX21" fmla="*/ 3409188 w 3665410"/>
                <a:gd name="connsiteY21" fmla="*/ 546926 h 2985611"/>
                <a:gd name="connsiteX22" fmla="*/ 3464243 w 3665410"/>
                <a:gd name="connsiteY22" fmla="*/ 347663 h 2985611"/>
                <a:gd name="connsiteX23" fmla="*/ 3665411 w 3665410"/>
                <a:gd name="connsiteY23" fmla="*/ 0 h 29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665410" h="2985611">
                  <a:moveTo>
                    <a:pt x="0" y="2985611"/>
                  </a:moveTo>
                  <a:cubicBezTo>
                    <a:pt x="0" y="2985611"/>
                    <a:pt x="86773" y="2802827"/>
                    <a:pt x="166211" y="2699766"/>
                  </a:cubicBezTo>
                  <a:cubicBezTo>
                    <a:pt x="240983" y="2602706"/>
                    <a:pt x="309182" y="2500122"/>
                    <a:pt x="397002" y="2414969"/>
                  </a:cubicBezTo>
                  <a:cubicBezTo>
                    <a:pt x="465296" y="2348865"/>
                    <a:pt x="543592" y="2294477"/>
                    <a:pt x="620173" y="2237899"/>
                  </a:cubicBezTo>
                  <a:cubicBezTo>
                    <a:pt x="688277" y="2187607"/>
                    <a:pt x="755333" y="2135886"/>
                    <a:pt x="823341" y="2085499"/>
                  </a:cubicBezTo>
                  <a:cubicBezTo>
                    <a:pt x="908685" y="2022253"/>
                    <a:pt x="994791" y="1959197"/>
                    <a:pt x="1089565" y="1911477"/>
                  </a:cubicBezTo>
                  <a:cubicBezTo>
                    <a:pt x="1107662" y="1902428"/>
                    <a:pt x="1126141" y="1894141"/>
                    <a:pt x="1145000" y="1886807"/>
                  </a:cubicBezTo>
                  <a:cubicBezTo>
                    <a:pt x="1218819" y="1858232"/>
                    <a:pt x="1296924" y="1838611"/>
                    <a:pt x="1375791" y="1842135"/>
                  </a:cubicBezTo>
                  <a:cubicBezTo>
                    <a:pt x="1413129" y="1843754"/>
                    <a:pt x="1449896" y="1850422"/>
                    <a:pt x="1486567" y="1857566"/>
                  </a:cubicBezTo>
                  <a:cubicBezTo>
                    <a:pt x="1513618" y="1862804"/>
                    <a:pt x="1540859" y="1867376"/>
                    <a:pt x="1568101" y="1871377"/>
                  </a:cubicBezTo>
                  <a:cubicBezTo>
                    <a:pt x="1648778" y="1883188"/>
                    <a:pt x="1730978" y="1887665"/>
                    <a:pt x="1810607" y="1871377"/>
                  </a:cubicBezTo>
                  <a:cubicBezTo>
                    <a:pt x="1877854" y="1857661"/>
                    <a:pt x="1941100" y="1829086"/>
                    <a:pt x="1997964" y="1790605"/>
                  </a:cubicBezTo>
                  <a:cubicBezTo>
                    <a:pt x="2037302" y="1764030"/>
                    <a:pt x="2073497" y="1733264"/>
                    <a:pt x="2109883" y="1702784"/>
                  </a:cubicBezTo>
                  <a:cubicBezTo>
                    <a:pt x="2176367" y="1647063"/>
                    <a:pt x="2244852" y="1593151"/>
                    <a:pt x="2321433" y="1552384"/>
                  </a:cubicBezTo>
                  <a:cubicBezTo>
                    <a:pt x="2397157" y="1512094"/>
                    <a:pt x="2479548" y="1486281"/>
                    <a:pt x="2558891" y="1453420"/>
                  </a:cubicBezTo>
                  <a:cubicBezTo>
                    <a:pt x="2610898" y="1431798"/>
                    <a:pt x="2661571" y="1407033"/>
                    <a:pt x="2709767" y="1377887"/>
                  </a:cubicBezTo>
                  <a:cubicBezTo>
                    <a:pt x="2774252" y="1338929"/>
                    <a:pt x="2834069" y="1292447"/>
                    <a:pt x="2885408" y="1237393"/>
                  </a:cubicBezTo>
                  <a:cubicBezTo>
                    <a:pt x="2933605" y="1185767"/>
                    <a:pt x="2973324" y="1127093"/>
                    <a:pt x="3017711" y="1072229"/>
                  </a:cubicBezTo>
                  <a:cubicBezTo>
                    <a:pt x="3059811" y="1020223"/>
                    <a:pt x="3105912" y="971645"/>
                    <a:pt x="3150680" y="921830"/>
                  </a:cubicBezTo>
                  <a:cubicBezTo>
                    <a:pt x="3186113" y="882396"/>
                    <a:pt x="3220593" y="842010"/>
                    <a:pt x="3255169" y="801815"/>
                  </a:cubicBezTo>
                  <a:cubicBezTo>
                    <a:pt x="3284887" y="767239"/>
                    <a:pt x="3314605" y="732473"/>
                    <a:pt x="3339275" y="694182"/>
                  </a:cubicBezTo>
                  <a:cubicBezTo>
                    <a:pt x="3368707" y="648367"/>
                    <a:pt x="3390138" y="597980"/>
                    <a:pt x="3409188" y="546926"/>
                  </a:cubicBezTo>
                  <a:cubicBezTo>
                    <a:pt x="3433382" y="482156"/>
                    <a:pt x="3453384" y="415861"/>
                    <a:pt x="3464243" y="347663"/>
                  </a:cubicBezTo>
                  <a:cubicBezTo>
                    <a:pt x="3476244" y="272224"/>
                    <a:pt x="3661696" y="76295"/>
                    <a:pt x="366541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B9D0CC0F-710D-43F4-BC86-7637674201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90402" y="5229700"/>
              <a:ext cx="285940" cy="199072"/>
            </a:xfrm>
            <a:custGeom>
              <a:avLst/>
              <a:gdLst>
                <a:gd name="connsiteX0" fmla="*/ 0 w 285940"/>
                <a:gd name="connsiteY0" fmla="*/ 199073 h 199072"/>
                <a:gd name="connsiteX1" fmla="*/ 285940 w 285940"/>
                <a:gd name="connsiteY1" fmla="*/ 0 h 199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85940" h="199072">
                  <a:moveTo>
                    <a:pt x="0" y="199073"/>
                  </a:moveTo>
                  <a:cubicBezTo>
                    <a:pt x="0" y="199073"/>
                    <a:pt x="242125" y="39243"/>
                    <a:pt x="28594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6FB36AB6-CB81-495A-8A33-C0BCE67D6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393114" y="5049773"/>
              <a:ext cx="655796" cy="381190"/>
            </a:xfrm>
            <a:custGeom>
              <a:avLst/>
              <a:gdLst>
                <a:gd name="connsiteX0" fmla="*/ 0 w 655796"/>
                <a:gd name="connsiteY0" fmla="*/ 381190 h 381190"/>
                <a:gd name="connsiteX1" fmla="*/ 655796 w 655796"/>
                <a:gd name="connsiteY1" fmla="*/ 0 h 381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5796" h="381190">
                  <a:moveTo>
                    <a:pt x="0" y="381190"/>
                  </a:moveTo>
                  <a:cubicBezTo>
                    <a:pt x="0" y="381190"/>
                    <a:pt x="461105" y="172117"/>
                    <a:pt x="65579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993F7E6-ABF6-482D-BEA5-B4E607DDB4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154072" y="3867816"/>
              <a:ext cx="2907315" cy="1544764"/>
            </a:xfrm>
            <a:custGeom>
              <a:avLst/>
              <a:gdLst>
                <a:gd name="connsiteX0" fmla="*/ 0 w 2907315"/>
                <a:gd name="connsiteY0" fmla="*/ 1544764 h 1544764"/>
                <a:gd name="connsiteX1" fmla="*/ 201644 w 2907315"/>
                <a:gd name="connsiteY1" fmla="*/ 1352550 h 1544764"/>
                <a:gd name="connsiteX2" fmla="*/ 423196 w 2907315"/>
                <a:gd name="connsiteY2" fmla="*/ 1196054 h 1544764"/>
                <a:gd name="connsiteX3" fmla="*/ 782193 w 2907315"/>
                <a:gd name="connsiteY3" fmla="*/ 1099947 h 1544764"/>
                <a:gd name="connsiteX4" fmla="*/ 1052513 w 2907315"/>
                <a:gd name="connsiteY4" fmla="*/ 1042321 h 1544764"/>
                <a:gd name="connsiteX5" fmla="*/ 1311783 w 2907315"/>
                <a:gd name="connsiteY5" fmla="*/ 1056037 h 1544764"/>
                <a:gd name="connsiteX6" fmla="*/ 1484662 w 2907315"/>
                <a:gd name="connsiteY6" fmla="*/ 1083469 h 1544764"/>
                <a:gd name="connsiteX7" fmla="*/ 1788224 w 2907315"/>
                <a:gd name="connsiteY7" fmla="*/ 1023080 h 1544764"/>
                <a:gd name="connsiteX8" fmla="*/ 2269045 w 2907315"/>
                <a:gd name="connsiteY8" fmla="*/ 734758 h 1544764"/>
                <a:gd name="connsiteX9" fmla="*/ 2534984 w 2907315"/>
                <a:gd name="connsiteY9" fmla="*/ 572738 h 1544764"/>
                <a:gd name="connsiteX10" fmla="*/ 2907316 w 2907315"/>
                <a:gd name="connsiteY10" fmla="*/ 0 h 1544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7315" h="1544764">
                  <a:moveTo>
                    <a:pt x="0" y="1544764"/>
                  </a:moveTo>
                  <a:cubicBezTo>
                    <a:pt x="0" y="1544764"/>
                    <a:pt x="98012" y="1443990"/>
                    <a:pt x="201644" y="1352550"/>
                  </a:cubicBezTo>
                  <a:cubicBezTo>
                    <a:pt x="271272" y="1291209"/>
                    <a:pt x="343662" y="1234249"/>
                    <a:pt x="423196" y="1196054"/>
                  </a:cubicBezTo>
                  <a:cubicBezTo>
                    <a:pt x="537591" y="1141095"/>
                    <a:pt x="661226" y="1127189"/>
                    <a:pt x="782193" y="1099947"/>
                  </a:cubicBezTo>
                  <a:cubicBezTo>
                    <a:pt x="872300" y="1079659"/>
                    <a:pt x="961358" y="1051370"/>
                    <a:pt x="1052513" y="1042321"/>
                  </a:cubicBezTo>
                  <a:cubicBezTo>
                    <a:pt x="1139000" y="1033653"/>
                    <a:pt x="1225868" y="1040321"/>
                    <a:pt x="1311783" y="1056037"/>
                  </a:cubicBezTo>
                  <a:cubicBezTo>
                    <a:pt x="1369314" y="1066609"/>
                    <a:pt x="1426559" y="1079373"/>
                    <a:pt x="1484662" y="1083469"/>
                  </a:cubicBezTo>
                  <a:cubicBezTo>
                    <a:pt x="1587913" y="1090803"/>
                    <a:pt x="1690402" y="1064800"/>
                    <a:pt x="1788224" y="1023080"/>
                  </a:cubicBezTo>
                  <a:cubicBezTo>
                    <a:pt x="1956721" y="951262"/>
                    <a:pt x="2106549" y="825722"/>
                    <a:pt x="2269045" y="734758"/>
                  </a:cubicBezTo>
                  <a:cubicBezTo>
                    <a:pt x="2359438" y="684181"/>
                    <a:pt x="2452497" y="640556"/>
                    <a:pt x="2534984" y="572738"/>
                  </a:cubicBezTo>
                  <a:cubicBezTo>
                    <a:pt x="2673001" y="459391"/>
                    <a:pt x="2847023" y="191453"/>
                    <a:pt x="290731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DCA0B097-C21A-40B4-95E4-2FFA9697F8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07946" y="3479100"/>
              <a:ext cx="3168300" cy="1952434"/>
            </a:xfrm>
            <a:custGeom>
              <a:avLst/>
              <a:gdLst>
                <a:gd name="connsiteX0" fmla="*/ 0 w 3168300"/>
                <a:gd name="connsiteY0" fmla="*/ 1952435 h 1952434"/>
                <a:gd name="connsiteX1" fmla="*/ 202121 w 3168300"/>
                <a:gd name="connsiteY1" fmla="*/ 1687068 h 1952434"/>
                <a:gd name="connsiteX2" fmla="*/ 545116 w 3168300"/>
                <a:gd name="connsiteY2" fmla="*/ 1450277 h 1952434"/>
                <a:gd name="connsiteX3" fmla="*/ 906780 w 3168300"/>
                <a:gd name="connsiteY3" fmla="*/ 1354455 h 1952434"/>
                <a:gd name="connsiteX4" fmla="*/ 1332262 w 3168300"/>
                <a:gd name="connsiteY4" fmla="*/ 1285304 h 1952434"/>
                <a:gd name="connsiteX5" fmla="*/ 1691259 w 3168300"/>
                <a:gd name="connsiteY5" fmla="*/ 1240060 h 1952434"/>
                <a:gd name="connsiteX6" fmla="*/ 2010346 w 3168300"/>
                <a:gd name="connsiteY6" fmla="*/ 1141667 h 1952434"/>
                <a:gd name="connsiteX7" fmla="*/ 2393252 w 3168300"/>
                <a:gd name="connsiteY7" fmla="*/ 1027271 h 1952434"/>
                <a:gd name="connsiteX8" fmla="*/ 2582037 w 3168300"/>
                <a:gd name="connsiteY8" fmla="*/ 958120 h 1952434"/>
                <a:gd name="connsiteX9" fmla="*/ 2760155 w 3168300"/>
                <a:gd name="connsiteY9" fmla="*/ 827723 h 1952434"/>
                <a:gd name="connsiteX10" fmla="*/ 2914364 w 3168300"/>
                <a:gd name="connsiteY10" fmla="*/ 567023 h 1952434"/>
                <a:gd name="connsiteX11" fmla="*/ 3168301 w 3168300"/>
                <a:gd name="connsiteY11" fmla="*/ 0 h 1952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68300" h="1952434">
                  <a:moveTo>
                    <a:pt x="0" y="1952435"/>
                  </a:moveTo>
                  <a:cubicBezTo>
                    <a:pt x="0" y="1952435"/>
                    <a:pt x="91059" y="1796415"/>
                    <a:pt x="202121" y="1687068"/>
                  </a:cubicBezTo>
                  <a:cubicBezTo>
                    <a:pt x="301943" y="1588675"/>
                    <a:pt x="416528" y="1505617"/>
                    <a:pt x="545116" y="1450277"/>
                  </a:cubicBezTo>
                  <a:cubicBezTo>
                    <a:pt x="659987" y="1400747"/>
                    <a:pt x="783622" y="1377601"/>
                    <a:pt x="906780" y="1354455"/>
                  </a:cubicBezTo>
                  <a:cubicBezTo>
                    <a:pt x="1048036" y="1327976"/>
                    <a:pt x="1189482" y="1301972"/>
                    <a:pt x="1332262" y="1285304"/>
                  </a:cubicBezTo>
                  <a:cubicBezTo>
                    <a:pt x="1452182" y="1271302"/>
                    <a:pt x="1573340" y="1265873"/>
                    <a:pt x="1691259" y="1240060"/>
                  </a:cubicBezTo>
                  <a:cubicBezTo>
                    <a:pt x="1800035" y="1216247"/>
                    <a:pt x="1904619" y="1176718"/>
                    <a:pt x="2010346" y="1141667"/>
                  </a:cubicBezTo>
                  <a:cubicBezTo>
                    <a:pt x="2136743" y="1099661"/>
                    <a:pt x="2265902" y="1066229"/>
                    <a:pt x="2393252" y="1027271"/>
                  </a:cubicBezTo>
                  <a:cubicBezTo>
                    <a:pt x="2457450" y="1007650"/>
                    <a:pt x="2521744" y="987552"/>
                    <a:pt x="2582037" y="958120"/>
                  </a:cubicBezTo>
                  <a:cubicBezTo>
                    <a:pt x="2648807" y="925449"/>
                    <a:pt x="2710815" y="883349"/>
                    <a:pt x="2760155" y="827723"/>
                  </a:cubicBezTo>
                  <a:cubicBezTo>
                    <a:pt x="2827496" y="751904"/>
                    <a:pt x="2867978" y="657511"/>
                    <a:pt x="2914364" y="567023"/>
                  </a:cubicBezTo>
                  <a:cubicBezTo>
                    <a:pt x="2972753" y="453200"/>
                    <a:pt x="3119152" y="118015"/>
                    <a:pt x="316830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B2AF0F5-7EAA-4BAB-8DE2-D84E124170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04778" y="2976752"/>
              <a:ext cx="3356800" cy="2452020"/>
            </a:xfrm>
            <a:custGeom>
              <a:avLst/>
              <a:gdLst>
                <a:gd name="connsiteX0" fmla="*/ 0 w 3356800"/>
                <a:gd name="connsiteY0" fmla="*/ 2452021 h 2452020"/>
                <a:gd name="connsiteX1" fmla="*/ 130874 w 3356800"/>
                <a:gd name="connsiteY1" fmla="*/ 2247710 h 2452020"/>
                <a:gd name="connsiteX2" fmla="*/ 437197 w 3356800"/>
                <a:gd name="connsiteY2" fmla="*/ 1941195 h 2452020"/>
                <a:gd name="connsiteX3" fmla="*/ 737140 w 3356800"/>
                <a:gd name="connsiteY3" fmla="*/ 1736884 h 2452020"/>
                <a:gd name="connsiteX4" fmla="*/ 1031843 w 3356800"/>
                <a:gd name="connsiteY4" fmla="*/ 1685068 h 2452020"/>
                <a:gd name="connsiteX5" fmla="*/ 1287304 w 3356800"/>
                <a:gd name="connsiteY5" fmla="*/ 1655826 h 2452020"/>
                <a:gd name="connsiteX6" fmla="*/ 1471994 w 3356800"/>
                <a:gd name="connsiteY6" fmla="*/ 1634300 h 2452020"/>
                <a:gd name="connsiteX7" fmla="*/ 1898237 w 3356800"/>
                <a:gd name="connsiteY7" fmla="*/ 1512665 h 2452020"/>
                <a:gd name="connsiteX8" fmla="*/ 2229136 w 3356800"/>
                <a:gd name="connsiteY8" fmla="*/ 1355598 h 2452020"/>
                <a:gd name="connsiteX9" fmla="*/ 2512314 w 3356800"/>
                <a:gd name="connsiteY9" fmla="*/ 1238631 h 2452020"/>
                <a:gd name="connsiteX10" fmla="*/ 2758535 w 3356800"/>
                <a:gd name="connsiteY10" fmla="*/ 1096994 h 2452020"/>
                <a:gd name="connsiteX11" fmla="*/ 2935510 w 3356800"/>
                <a:gd name="connsiteY11" fmla="*/ 919925 h 2452020"/>
                <a:gd name="connsiteX12" fmla="*/ 3081719 w 3356800"/>
                <a:gd name="connsiteY12" fmla="*/ 687419 h 2452020"/>
                <a:gd name="connsiteX13" fmla="*/ 3356800 w 3356800"/>
                <a:gd name="connsiteY13" fmla="*/ 0 h 2452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356800" h="2452020">
                  <a:moveTo>
                    <a:pt x="0" y="2452021"/>
                  </a:moveTo>
                  <a:cubicBezTo>
                    <a:pt x="0" y="2452021"/>
                    <a:pt x="57150" y="2344198"/>
                    <a:pt x="130874" y="2247710"/>
                  </a:cubicBezTo>
                  <a:cubicBezTo>
                    <a:pt x="218694" y="2132648"/>
                    <a:pt x="328136" y="2036635"/>
                    <a:pt x="437197" y="1941195"/>
                  </a:cubicBezTo>
                  <a:cubicBezTo>
                    <a:pt x="529304" y="1860709"/>
                    <a:pt x="623030" y="1779556"/>
                    <a:pt x="737140" y="1736884"/>
                  </a:cubicBezTo>
                  <a:cubicBezTo>
                    <a:pt x="830866" y="1701736"/>
                    <a:pt x="932021" y="1695450"/>
                    <a:pt x="1031843" y="1685068"/>
                  </a:cubicBezTo>
                  <a:cubicBezTo>
                    <a:pt x="1117092" y="1676210"/>
                    <a:pt x="1202055" y="1665160"/>
                    <a:pt x="1287304" y="1655826"/>
                  </a:cubicBezTo>
                  <a:cubicBezTo>
                    <a:pt x="1348931" y="1649063"/>
                    <a:pt x="1410653" y="1643539"/>
                    <a:pt x="1471994" y="1634300"/>
                  </a:cubicBezTo>
                  <a:cubicBezTo>
                    <a:pt x="1618679" y="1612011"/>
                    <a:pt x="1761935" y="1571149"/>
                    <a:pt x="1898237" y="1512665"/>
                  </a:cubicBezTo>
                  <a:cubicBezTo>
                    <a:pt x="2010442" y="1464564"/>
                    <a:pt x="2117503" y="1405128"/>
                    <a:pt x="2229136" y="1355598"/>
                  </a:cubicBezTo>
                  <a:cubicBezTo>
                    <a:pt x="2322481" y="1314164"/>
                    <a:pt x="2418969" y="1280160"/>
                    <a:pt x="2512314" y="1238631"/>
                  </a:cubicBezTo>
                  <a:cubicBezTo>
                    <a:pt x="2599087" y="1199960"/>
                    <a:pt x="2683193" y="1154811"/>
                    <a:pt x="2758535" y="1096994"/>
                  </a:cubicBezTo>
                  <a:cubicBezTo>
                    <a:pt x="2825020" y="1046035"/>
                    <a:pt x="2883789" y="985837"/>
                    <a:pt x="2935510" y="919925"/>
                  </a:cubicBezTo>
                  <a:cubicBezTo>
                    <a:pt x="2992184" y="847725"/>
                    <a:pt x="3039904" y="769144"/>
                    <a:pt x="3081719" y="687419"/>
                  </a:cubicBezTo>
                  <a:cubicBezTo>
                    <a:pt x="3138297" y="576739"/>
                    <a:pt x="3314129" y="116776"/>
                    <a:pt x="335680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3A6C273A-38F2-4D34-98BF-47B248862B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E2CF659-EE5D-432C-B47F-10AC4A48A3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40" name="Footer Placeholder 42">
            <a:extLst>
              <a:ext uri="{FF2B5EF4-FFF2-40B4-BE49-F238E27FC236}">
                <a16:creationId xmlns:a16="http://schemas.microsoft.com/office/drawing/2014/main" id="{03E51277-1095-412F-913B-8FA8021AA6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00" cap="all" spc="20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grpSp>
        <p:nvGrpSpPr>
          <p:cNvPr id="42" name="Top Left">
            <a:extLst>
              <a:ext uri="{FF2B5EF4-FFF2-40B4-BE49-F238E27FC236}">
                <a16:creationId xmlns:a16="http://schemas.microsoft.com/office/drawing/2014/main" id="{FC280B3D-FC68-4DDC-950C-506B5C683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3087"/>
            <a:ext cx="7921775" cy="6887020"/>
            <a:chOff x="0" y="-3087"/>
            <a:chExt cx="7921775" cy="6887020"/>
          </a:xfrm>
        </p:grpSpPr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4EA2AE61-06D9-484D-8DD1-BACA157CCA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712269F1-E4D6-4EEB-8A0F-059FAFC408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0919" y="61392"/>
              <a:ext cx="4450856" cy="6822541"/>
            </a:xfrm>
            <a:custGeom>
              <a:avLst/>
              <a:gdLst>
                <a:gd name="connsiteX0" fmla="*/ 545711 w 2478714"/>
                <a:gd name="connsiteY0" fmla="*/ 3799523 h 3799522"/>
                <a:gd name="connsiteX1" fmla="*/ 280820 w 2478714"/>
                <a:gd name="connsiteY1" fmla="*/ 3178874 h 3799522"/>
                <a:gd name="connsiteX2" fmla="*/ 43076 w 2478714"/>
                <a:gd name="connsiteY2" fmla="*/ 2663762 h 3799522"/>
                <a:gd name="connsiteX3" fmla="*/ 3167 w 2478714"/>
                <a:gd name="connsiteY3" fmla="*/ 2344769 h 3799522"/>
                <a:gd name="connsiteX4" fmla="*/ 117943 w 2478714"/>
                <a:gd name="connsiteY4" fmla="*/ 1976723 h 3799522"/>
                <a:gd name="connsiteX5" fmla="*/ 224242 w 2478714"/>
                <a:gd name="connsiteY5" fmla="*/ 1744123 h 3799522"/>
                <a:gd name="connsiteX6" fmla="*/ 447222 w 2478714"/>
                <a:gd name="connsiteY6" fmla="*/ 1569244 h 3799522"/>
                <a:gd name="connsiteX7" fmla="*/ 708588 w 2478714"/>
                <a:gd name="connsiteY7" fmla="*/ 1598295 h 3799522"/>
                <a:gd name="connsiteX8" fmla="*/ 1024532 w 2478714"/>
                <a:gd name="connsiteY8" fmla="*/ 1741837 h 3799522"/>
                <a:gd name="connsiteX9" fmla="*/ 1538692 w 2478714"/>
                <a:gd name="connsiteY9" fmla="*/ 1773460 h 3799522"/>
                <a:gd name="connsiteX10" fmla="*/ 1869019 w 2478714"/>
                <a:gd name="connsiteY10" fmla="*/ 1650016 h 3799522"/>
                <a:gd name="connsiteX11" fmla="*/ 2124670 w 2478714"/>
                <a:gd name="connsiteY11" fmla="*/ 1515047 h 3799522"/>
                <a:gd name="connsiteX12" fmla="*/ 2334410 w 2478714"/>
                <a:gd name="connsiteY12" fmla="*/ 1305401 h 3799522"/>
                <a:gd name="connsiteX13" fmla="*/ 2430232 w 2478714"/>
                <a:gd name="connsiteY13" fmla="*/ 933164 h 3799522"/>
                <a:gd name="connsiteX14" fmla="*/ 2430232 w 2478714"/>
                <a:gd name="connsiteY14" fmla="*/ 571786 h 3799522"/>
                <a:gd name="connsiteX15" fmla="*/ 2445472 w 2478714"/>
                <a:gd name="connsiteY15" fmla="*/ 315659 h 3799522"/>
                <a:gd name="connsiteX16" fmla="*/ 2478714 w 2478714"/>
                <a:gd name="connsiteY16" fmla="*/ 0 h 3799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78714" h="3799522">
                  <a:moveTo>
                    <a:pt x="545711" y="3799523"/>
                  </a:moveTo>
                  <a:cubicBezTo>
                    <a:pt x="492847" y="3532346"/>
                    <a:pt x="330541" y="3270313"/>
                    <a:pt x="280820" y="3178874"/>
                  </a:cubicBezTo>
                  <a:cubicBezTo>
                    <a:pt x="190047" y="3012281"/>
                    <a:pt x="98988" y="2844832"/>
                    <a:pt x="43076" y="2663762"/>
                  </a:cubicBezTo>
                  <a:cubicBezTo>
                    <a:pt x="11072" y="2560130"/>
                    <a:pt x="-7882" y="2452402"/>
                    <a:pt x="3167" y="2344769"/>
                  </a:cubicBezTo>
                  <a:cubicBezTo>
                    <a:pt x="16311" y="2216468"/>
                    <a:pt x="71175" y="2097310"/>
                    <a:pt x="117943" y="1976723"/>
                  </a:cubicBezTo>
                  <a:cubicBezTo>
                    <a:pt x="148899" y="1896904"/>
                    <a:pt x="177569" y="1815751"/>
                    <a:pt x="224242" y="1744123"/>
                  </a:cubicBezTo>
                  <a:cubicBezTo>
                    <a:pt x="277677" y="1662017"/>
                    <a:pt x="352829" y="1593437"/>
                    <a:pt x="447222" y="1569244"/>
                  </a:cubicBezTo>
                  <a:cubicBezTo>
                    <a:pt x="534090" y="1547051"/>
                    <a:pt x="624387" y="1565910"/>
                    <a:pt x="708588" y="1598295"/>
                  </a:cubicBezTo>
                  <a:cubicBezTo>
                    <a:pt x="816697" y="1640015"/>
                    <a:pt x="915948" y="1701546"/>
                    <a:pt x="1024532" y="1741837"/>
                  </a:cubicBezTo>
                  <a:cubicBezTo>
                    <a:pt x="1188743" y="1802797"/>
                    <a:pt x="1367814" y="1811750"/>
                    <a:pt x="1538692" y="1773460"/>
                  </a:cubicBezTo>
                  <a:cubicBezTo>
                    <a:pt x="1653659" y="1747647"/>
                    <a:pt x="1761863" y="1699355"/>
                    <a:pt x="1869019" y="1650016"/>
                  </a:cubicBezTo>
                  <a:cubicBezTo>
                    <a:pt x="1956744" y="1609630"/>
                    <a:pt x="2044279" y="1568291"/>
                    <a:pt x="2124670" y="1515047"/>
                  </a:cubicBezTo>
                  <a:cubicBezTo>
                    <a:pt x="2208204" y="1459706"/>
                    <a:pt x="2282976" y="1391222"/>
                    <a:pt x="2334410" y="1305401"/>
                  </a:cubicBezTo>
                  <a:cubicBezTo>
                    <a:pt x="2401181" y="1194054"/>
                    <a:pt x="2423565" y="1063276"/>
                    <a:pt x="2430232" y="933164"/>
                  </a:cubicBezTo>
                  <a:cubicBezTo>
                    <a:pt x="2436423" y="812864"/>
                    <a:pt x="2428517" y="692277"/>
                    <a:pt x="2430232" y="571786"/>
                  </a:cubicBezTo>
                  <a:cubicBezTo>
                    <a:pt x="2431470" y="486251"/>
                    <a:pt x="2438233" y="400907"/>
                    <a:pt x="2445472" y="315659"/>
                  </a:cubicBezTo>
                  <a:cubicBezTo>
                    <a:pt x="2454426" y="210217"/>
                    <a:pt x="2463284" y="104680"/>
                    <a:pt x="2478714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088D87B2-D2A4-4577-89DC-7AF275C017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7274" y="1582560"/>
              <a:ext cx="4133888" cy="5301373"/>
            </a:xfrm>
            <a:custGeom>
              <a:avLst/>
              <a:gdLst>
                <a:gd name="connsiteX0" fmla="*/ 2302193 w 2302192"/>
                <a:gd name="connsiteY0" fmla="*/ 2952373 h 2952373"/>
                <a:gd name="connsiteX1" fmla="*/ 2022729 w 2302192"/>
                <a:gd name="connsiteY1" fmla="*/ 2442309 h 2952373"/>
                <a:gd name="connsiteX2" fmla="*/ 1834039 w 2302192"/>
                <a:gd name="connsiteY2" fmla="*/ 1937199 h 2952373"/>
                <a:gd name="connsiteX3" fmla="*/ 1789748 w 2302192"/>
                <a:gd name="connsiteY3" fmla="*/ 1609063 h 2952373"/>
                <a:gd name="connsiteX4" fmla="*/ 1870139 w 2302192"/>
                <a:gd name="connsiteY4" fmla="*/ 1183962 h 2952373"/>
                <a:gd name="connsiteX5" fmla="*/ 2021110 w 2302192"/>
                <a:gd name="connsiteY5" fmla="*/ 743621 h 2952373"/>
                <a:gd name="connsiteX6" fmla="*/ 2010061 w 2302192"/>
                <a:gd name="connsiteY6" fmla="*/ 342047 h 2952373"/>
                <a:gd name="connsiteX7" fmla="*/ 1867376 w 2302192"/>
                <a:gd name="connsiteY7" fmla="*/ 55440 h 2952373"/>
                <a:gd name="connsiteX8" fmla="*/ 1652683 w 2302192"/>
                <a:gd name="connsiteY8" fmla="*/ 2862 h 2952373"/>
                <a:gd name="connsiteX9" fmla="*/ 1295305 w 2302192"/>
                <a:gd name="connsiteY9" fmla="*/ 234129 h 2952373"/>
                <a:gd name="connsiteX10" fmla="*/ 812101 w 2302192"/>
                <a:gd name="connsiteY10" fmla="*/ 886401 h 2952373"/>
                <a:gd name="connsiteX11" fmla="*/ 668846 w 2302192"/>
                <a:gd name="connsiteY11" fmla="*/ 1126145 h 2952373"/>
                <a:gd name="connsiteX12" fmla="*/ 498443 w 2302192"/>
                <a:gd name="connsiteY12" fmla="*/ 1405799 h 2952373"/>
                <a:gd name="connsiteX13" fmla="*/ 355759 w 2302192"/>
                <a:gd name="connsiteY13" fmla="*/ 1634304 h 2952373"/>
                <a:gd name="connsiteX14" fmla="*/ 161449 w 2302192"/>
                <a:gd name="connsiteY14" fmla="*/ 1913576 h 2952373"/>
                <a:gd name="connsiteX15" fmla="*/ 0 w 2302192"/>
                <a:gd name="connsiteY15" fmla="*/ 2189802 h 2952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302192" h="2952373">
                  <a:moveTo>
                    <a:pt x="2302193" y="2952373"/>
                  </a:moveTo>
                  <a:cubicBezTo>
                    <a:pt x="2141125" y="2809308"/>
                    <a:pt x="2070068" y="2504603"/>
                    <a:pt x="2022729" y="2442309"/>
                  </a:cubicBezTo>
                  <a:cubicBezTo>
                    <a:pt x="1884140" y="2259810"/>
                    <a:pt x="1887760" y="2160274"/>
                    <a:pt x="1834039" y="1937199"/>
                  </a:cubicBezTo>
                  <a:cubicBezTo>
                    <a:pt x="1808131" y="1829376"/>
                    <a:pt x="1789367" y="1719838"/>
                    <a:pt x="1789748" y="1609063"/>
                  </a:cubicBezTo>
                  <a:cubicBezTo>
                    <a:pt x="1790224" y="1464092"/>
                    <a:pt x="1822418" y="1321122"/>
                    <a:pt x="1870139" y="1183962"/>
                  </a:cubicBezTo>
                  <a:cubicBezTo>
                    <a:pt x="1921288" y="1036896"/>
                    <a:pt x="1991868" y="896307"/>
                    <a:pt x="2021110" y="743621"/>
                  </a:cubicBezTo>
                  <a:cubicBezTo>
                    <a:pt x="2046637" y="610842"/>
                    <a:pt x="2036921" y="474730"/>
                    <a:pt x="2010061" y="342047"/>
                  </a:cubicBezTo>
                  <a:cubicBezTo>
                    <a:pt x="1988058" y="233367"/>
                    <a:pt x="1954340" y="122210"/>
                    <a:pt x="1867376" y="55440"/>
                  </a:cubicBezTo>
                  <a:cubicBezTo>
                    <a:pt x="1806512" y="8767"/>
                    <a:pt x="1728883" y="-7140"/>
                    <a:pt x="1652683" y="2862"/>
                  </a:cubicBezTo>
                  <a:cubicBezTo>
                    <a:pt x="1508474" y="21816"/>
                    <a:pt x="1395984" y="127068"/>
                    <a:pt x="1295305" y="234129"/>
                  </a:cubicBezTo>
                  <a:cubicBezTo>
                    <a:pt x="1109377" y="431772"/>
                    <a:pt x="953453" y="654657"/>
                    <a:pt x="812101" y="886401"/>
                  </a:cubicBezTo>
                  <a:cubicBezTo>
                    <a:pt x="763619" y="965934"/>
                    <a:pt x="716566" y="1046230"/>
                    <a:pt x="668846" y="1126145"/>
                  </a:cubicBezTo>
                  <a:cubicBezTo>
                    <a:pt x="612839" y="1219871"/>
                    <a:pt x="555308" y="1312644"/>
                    <a:pt x="498443" y="1405799"/>
                  </a:cubicBezTo>
                  <a:cubicBezTo>
                    <a:pt x="451676" y="1482475"/>
                    <a:pt x="405289" y="1559342"/>
                    <a:pt x="355759" y="1634304"/>
                  </a:cubicBezTo>
                  <a:cubicBezTo>
                    <a:pt x="293275" y="1728887"/>
                    <a:pt x="225362" y="1819946"/>
                    <a:pt x="161449" y="1913576"/>
                  </a:cubicBezTo>
                  <a:cubicBezTo>
                    <a:pt x="86487" y="2023495"/>
                    <a:pt x="0" y="2189802"/>
                    <a:pt x="0" y="2189802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ACCB55F8-F950-431F-9B90-688950D9F3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-3087"/>
              <a:ext cx="17103" cy="17103"/>
            </a:xfrm>
            <a:custGeom>
              <a:avLst/>
              <a:gdLst/>
              <a:ahLst/>
              <a:cxnLst/>
              <a:rect l="l" t="t" r="r" b="b"/>
              <a:pathLst>
                <a:path w="9525" h="9525"/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27D0AA11-2E4E-479C-B953-547285E724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-3087"/>
              <a:ext cx="17103" cy="17103"/>
            </a:xfrm>
            <a:custGeom>
              <a:avLst/>
              <a:gdLst/>
              <a:ahLst/>
              <a:cxnLst/>
              <a:rect l="l" t="t" r="r" b="b"/>
              <a:pathLst>
                <a:path w="9525" h="9525"/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90D86C66-EDF0-4ABB-87F4-A2882A2E02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931" y="3518322"/>
              <a:ext cx="2880722" cy="3317378"/>
            </a:xfrm>
            <a:custGeom>
              <a:avLst/>
              <a:gdLst>
                <a:gd name="connsiteX0" fmla="*/ 1604296 w 1604295"/>
                <a:gd name="connsiteY0" fmla="*/ 1847472 h 1847472"/>
                <a:gd name="connsiteX1" fmla="*/ 1517809 w 1604295"/>
                <a:gd name="connsiteY1" fmla="*/ 1544292 h 1847472"/>
                <a:gd name="connsiteX2" fmla="*/ 1394841 w 1604295"/>
                <a:gd name="connsiteY2" fmla="*/ 1183771 h 1847472"/>
                <a:gd name="connsiteX3" fmla="*/ 1318355 w 1604295"/>
                <a:gd name="connsiteY3" fmla="*/ 695233 h 1847472"/>
                <a:gd name="connsiteX4" fmla="*/ 1359884 w 1604295"/>
                <a:gd name="connsiteY4" fmla="*/ 397863 h 1847472"/>
                <a:gd name="connsiteX5" fmla="*/ 1359884 w 1604295"/>
                <a:gd name="connsiteY5" fmla="*/ 236700 h 1847472"/>
                <a:gd name="connsiteX6" fmla="*/ 1351598 w 1604295"/>
                <a:gd name="connsiteY6" fmla="*/ 67250 h 1847472"/>
                <a:gd name="connsiteX7" fmla="*/ 1316641 w 1604295"/>
                <a:gd name="connsiteY7" fmla="*/ 10767 h 1847472"/>
                <a:gd name="connsiteX8" fmla="*/ 1195292 w 1604295"/>
                <a:gd name="connsiteY8" fmla="*/ 34008 h 1847472"/>
                <a:gd name="connsiteX9" fmla="*/ 1005745 w 1604295"/>
                <a:gd name="connsiteY9" fmla="*/ 254988 h 1847472"/>
                <a:gd name="connsiteX10" fmla="*/ 763048 w 1604295"/>
                <a:gd name="connsiteY10" fmla="*/ 587315 h 1847472"/>
                <a:gd name="connsiteX11" fmla="*/ 548640 w 1604295"/>
                <a:gd name="connsiteY11" fmla="*/ 861444 h 1847472"/>
                <a:gd name="connsiteX12" fmla="*/ 328803 w 1604295"/>
                <a:gd name="connsiteY12" fmla="*/ 1145480 h 1847472"/>
                <a:gd name="connsiteX13" fmla="*/ 0 w 1604295"/>
                <a:gd name="connsiteY13" fmla="*/ 1607157 h 1847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04295" h="1847472">
                  <a:moveTo>
                    <a:pt x="1604296" y="1847472"/>
                  </a:moveTo>
                  <a:cubicBezTo>
                    <a:pt x="1573721" y="1753270"/>
                    <a:pt x="1548479" y="1638399"/>
                    <a:pt x="1517809" y="1544292"/>
                  </a:cubicBezTo>
                  <a:cubicBezTo>
                    <a:pt x="1478471" y="1423515"/>
                    <a:pt x="1432846" y="1304929"/>
                    <a:pt x="1394841" y="1183771"/>
                  </a:cubicBezTo>
                  <a:cubicBezTo>
                    <a:pt x="1345025" y="1024893"/>
                    <a:pt x="1305497" y="860778"/>
                    <a:pt x="1318355" y="695233"/>
                  </a:cubicBezTo>
                  <a:cubicBezTo>
                    <a:pt x="1326071" y="595316"/>
                    <a:pt x="1353312" y="497780"/>
                    <a:pt x="1359884" y="397863"/>
                  </a:cubicBezTo>
                  <a:cubicBezTo>
                    <a:pt x="1363409" y="344237"/>
                    <a:pt x="1359503" y="290421"/>
                    <a:pt x="1359884" y="236700"/>
                  </a:cubicBezTo>
                  <a:cubicBezTo>
                    <a:pt x="1360265" y="179740"/>
                    <a:pt x="1366076" y="122114"/>
                    <a:pt x="1351598" y="67250"/>
                  </a:cubicBezTo>
                  <a:cubicBezTo>
                    <a:pt x="1345692" y="44866"/>
                    <a:pt x="1335691" y="23530"/>
                    <a:pt x="1316641" y="10767"/>
                  </a:cubicBezTo>
                  <a:cubicBezTo>
                    <a:pt x="1279874" y="-13998"/>
                    <a:pt x="1233202" y="8290"/>
                    <a:pt x="1195292" y="34008"/>
                  </a:cubicBezTo>
                  <a:cubicBezTo>
                    <a:pt x="1114330" y="89062"/>
                    <a:pt x="1060990" y="173644"/>
                    <a:pt x="1005745" y="254988"/>
                  </a:cubicBezTo>
                  <a:cubicBezTo>
                    <a:pt x="928688" y="368526"/>
                    <a:pt x="847058" y="478825"/>
                    <a:pt x="763048" y="587315"/>
                  </a:cubicBezTo>
                  <a:cubicBezTo>
                    <a:pt x="691991" y="679041"/>
                    <a:pt x="621697" y="771338"/>
                    <a:pt x="548640" y="861444"/>
                  </a:cubicBezTo>
                  <a:cubicBezTo>
                    <a:pt x="425672" y="1012987"/>
                    <a:pt x="453866" y="995747"/>
                    <a:pt x="328803" y="1145480"/>
                  </a:cubicBezTo>
                  <a:cubicBezTo>
                    <a:pt x="294418" y="1186628"/>
                    <a:pt x="21146" y="1558103"/>
                    <a:pt x="0" y="160715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D026082B-E695-4987-8C03-332366C6C9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69" y="2957679"/>
              <a:ext cx="2196245" cy="3010367"/>
            </a:xfrm>
            <a:custGeom>
              <a:avLst/>
              <a:gdLst>
                <a:gd name="connsiteX0" fmla="*/ 1223105 w 1223105"/>
                <a:gd name="connsiteY0" fmla="*/ 0 h 1676495"/>
                <a:gd name="connsiteX1" fmla="*/ 1000792 w 1223105"/>
                <a:gd name="connsiteY1" fmla="*/ 254794 h 1676495"/>
                <a:gd name="connsiteX2" fmla="*/ 744760 w 1223105"/>
                <a:gd name="connsiteY2" fmla="*/ 651891 h 1676495"/>
                <a:gd name="connsiteX3" fmla="*/ 345758 w 1223105"/>
                <a:gd name="connsiteY3" fmla="*/ 1231773 h 1676495"/>
                <a:gd name="connsiteX4" fmla="*/ 0 w 1223105"/>
                <a:gd name="connsiteY4" fmla="*/ 1676495 h 1676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5" h="1676495">
                  <a:moveTo>
                    <a:pt x="1223105" y="0"/>
                  </a:moveTo>
                  <a:cubicBezTo>
                    <a:pt x="1136523" y="72771"/>
                    <a:pt x="1066324" y="162401"/>
                    <a:pt x="1000792" y="254794"/>
                  </a:cubicBezTo>
                  <a:cubicBezTo>
                    <a:pt x="909733" y="383286"/>
                    <a:pt x="827723" y="517970"/>
                    <a:pt x="744760" y="651891"/>
                  </a:cubicBezTo>
                  <a:cubicBezTo>
                    <a:pt x="621030" y="851726"/>
                    <a:pt x="497777" y="1052608"/>
                    <a:pt x="345758" y="1231773"/>
                  </a:cubicBezTo>
                  <a:cubicBezTo>
                    <a:pt x="248888" y="1345978"/>
                    <a:pt x="61722" y="1540764"/>
                    <a:pt x="0" y="1676495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461A8835-D9FC-4CAB-AF19-A5513B17BA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34043" y="2855696"/>
              <a:ext cx="1200999" cy="3994030"/>
            </a:xfrm>
            <a:custGeom>
              <a:avLst/>
              <a:gdLst>
                <a:gd name="connsiteX0" fmla="*/ 668846 w 668845"/>
                <a:gd name="connsiteY0" fmla="*/ 2224305 h 2224304"/>
                <a:gd name="connsiteX1" fmla="*/ 486918 w 668845"/>
                <a:gd name="connsiteY1" fmla="*/ 1944365 h 2224304"/>
                <a:gd name="connsiteX2" fmla="*/ 376809 w 668845"/>
                <a:gd name="connsiteY2" fmla="*/ 1659663 h 2224304"/>
                <a:gd name="connsiteX3" fmla="*/ 319373 w 668845"/>
                <a:gd name="connsiteY3" fmla="*/ 1425157 h 2224304"/>
                <a:gd name="connsiteX4" fmla="*/ 264319 w 668845"/>
                <a:gd name="connsiteY4" fmla="*/ 1130834 h 2224304"/>
                <a:gd name="connsiteX5" fmla="*/ 278702 w 668845"/>
                <a:gd name="connsiteY5" fmla="*/ 882041 h 2224304"/>
                <a:gd name="connsiteX6" fmla="*/ 302609 w 668845"/>
                <a:gd name="connsiteY6" fmla="*/ 736118 h 2224304"/>
                <a:gd name="connsiteX7" fmla="*/ 360045 w 668845"/>
                <a:gd name="connsiteY7" fmla="*/ 444177 h 2224304"/>
                <a:gd name="connsiteX8" fmla="*/ 386334 w 668845"/>
                <a:gd name="connsiteY8" fmla="*/ 233675 h 2224304"/>
                <a:gd name="connsiteX9" fmla="*/ 0 w 668845"/>
                <a:gd name="connsiteY9" fmla="*/ 56795 h 2224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68845" h="2224304">
                  <a:moveTo>
                    <a:pt x="668846" y="2224305"/>
                  </a:moveTo>
                  <a:cubicBezTo>
                    <a:pt x="599218" y="2137151"/>
                    <a:pt x="537210" y="2043996"/>
                    <a:pt x="486918" y="1944365"/>
                  </a:cubicBezTo>
                  <a:cubicBezTo>
                    <a:pt x="441008" y="1853306"/>
                    <a:pt x="404717" y="1757770"/>
                    <a:pt x="376809" y="1659663"/>
                  </a:cubicBezTo>
                  <a:cubicBezTo>
                    <a:pt x="354806" y="1582224"/>
                    <a:pt x="337757" y="1503548"/>
                    <a:pt x="319373" y="1425157"/>
                  </a:cubicBezTo>
                  <a:cubicBezTo>
                    <a:pt x="296418" y="1327811"/>
                    <a:pt x="270510" y="1230657"/>
                    <a:pt x="264319" y="1130834"/>
                  </a:cubicBezTo>
                  <a:cubicBezTo>
                    <a:pt x="259080" y="1047681"/>
                    <a:pt x="266891" y="964528"/>
                    <a:pt x="278702" y="882041"/>
                  </a:cubicBezTo>
                  <a:cubicBezTo>
                    <a:pt x="285655" y="833274"/>
                    <a:pt x="293751" y="784601"/>
                    <a:pt x="302609" y="736118"/>
                  </a:cubicBezTo>
                  <a:cubicBezTo>
                    <a:pt x="320516" y="638582"/>
                    <a:pt x="339471" y="541237"/>
                    <a:pt x="360045" y="444177"/>
                  </a:cubicBezTo>
                  <a:cubicBezTo>
                    <a:pt x="374809" y="374549"/>
                    <a:pt x="389763" y="304541"/>
                    <a:pt x="386334" y="233675"/>
                  </a:cubicBezTo>
                  <a:cubicBezTo>
                    <a:pt x="383191" y="168809"/>
                    <a:pt x="391287" y="-120751"/>
                    <a:pt x="0" y="56795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54E6BA76-9515-415F-BAC9-76958DA6EB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17437" y="5668418"/>
              <a:ext cx="1982111" cy="1181308"/>
            </a:xfrm>
            <a:custGeom>
              <a:avLst/>
              <a:gdLst>
                <a:gd name="connsiteX0" fmla="*/ 1103852 w 1103852"/>
                <a:gd name="connsiteY0" fmla="*/ 657879 h 657879"/>
                <a:gd name="connsiteX1" fmla="*/ 883063 w 1103852"/>
                <a:gd name="connsiteY1" fmla="*/ 177724 h 657879"/>
                <a:gd name="connsiteX2" fmla="*/ 678085 w 1103852"/>
                <a:gd name="connsiteY2" fmla="*/ 17132 h 657879"/>
                <a:gd name="connsiteX3" fmla="*/ 461962 w 1103852"/>
                <a:gd name="connsiteY3" fmla="*/ 17132 h 657879"/>
                <a:gd name="connsiteX4" fmla="*/ 136398 w 1103852"/>
                <a:gd name="connsiteY4" fmla="*/ 267735 h 657879"/>
                <a:gd name="connsiteX5" fmla="*/ 0 w 1103852"/>
                <a:gd name="connsiteY5" fmla="*/ 650830 h 657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03852" h="657879">
                  <a:moveTo>
                    <a:pt x="1103852" y="657879"/>
                  </a:moveTo>
                  <a:cubicBezTo>
                    <a:pt x="1071563" y="576250"/>
                    <a:pt x="937546" y="246494"/>
                    <a:pt x="883063" y="177724"/>
                  </a:cubicBezTo>
                  <a:cubicBezTo>
                    <a:pt x="828104" y="108382"/>
                    <a:pt x="761238" y="46279"/>
                    <a:pt x="678085" y="17132"/>
                  </a:cubicBezTo>
                  <a:cubicBezTo>
                    <a:pt x="608171" y="-7347"/>
                    <a:pt x="533210" y="-4013"/>
                    <a:pt x="461962" y="17132"/>
                  </a:cubicBezTo>
                  <a:cubicBezTo>
                    <a:pt x="326898" y="57137"/>
                    <a:pt x="214027" y="150101"/>
                    <a:pt x="136398" y="267735"/>
                  </a:cubicBezTo>
                  <a:cubicBezTo>
                    <a:pt x="86773" y="343078"/>
                    <a:pt x="16764" y="562153"/>
                    <a:pt x="0" y="65083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4C120B3D-CF1C-49AE-B5B4-6BF589737A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7103" y="25817"/>
              <a:ext cx="2282549" cy="5138883"/>
            </a:xfrm>
            <a:custGeom>
              <a:avLst/>
              <a:gdLst>
                <a:gd name="connsiteX0" fmla="*/ 0 w 1271168"/>
                <a:gd name="connsiteY0" fmla="*/ 2861882 h 2861881"/>
                <a:gd name="connsiteX1" fmla="*/ 115157 w 1271168"/>
                <a:gd name="connsiteY1" fmla="*/ 2685002 h 2861881"/>
                <a:gd name="connsiteX2" fmla="*/ 277178 w 1271168"/>
                <a:gd name="connsiteY2" fmla="*/ 2461070 h 2861881"/>
                <a:gd name="connsiteX3" fmla="*/ 421958 w 1271168"/>
                <a:gd name="connsiteY3" fmla="*/ 2209514 h 2861881"/>
                <a:gd name="connsiteX4" fmla="*/ 690848 w 1271168"/>
                <a:gd name="connsiteY4" fmla="*/ 1751267 h 2861881"/>
                <a:gd name="connsiteX5" fmla="*/ 830580 w 1271168"/>
                <a:gd name="connsiteY5" fmla="*/ 1451039 h 2861881"/>
                <a:gd name="connsiteX6" fmla="*/ 917067 w 1271168"/>
                <a:gd name="connsiteY6" fmla="*/ 1276541 h 2861881"/>
                <a:gd name="connsiteX7" fmla="*/ 1114901 w 1271168"/>
                <a:gd name="connsiteY7" fmla="*/ 965835 h 2861881"/>
                <a:gd name="connsiteX8" fmla="*/ 1204627 w 1271168"/>
                <a:gd name="connsiteY8" fmla="*/ 819626 h 2861881"/>
                <a:gd name="connsiteX9" fmla="*/ 1271111 w 1271168"/>
                <a:gd name="connsiteY9" fmla="*/ 585311 h 2861881"/>
                <a:gd name="connsiteX10" fmla="*/ 1128141 w 1271168"/>
                <a:gd name="connsiteY10" fmla="*/ 292894 h 2861881"/>
                <a:gd name="connsiteX11" fmla="*/ 882110 w 1271168"/>
                <a:gd name="connsiteY11" fmla="*/ 135065 h 2861881"/>
                <a:gd name="connsiteX12" fmla="*/ 574929 w 1271168"/>
                <a:gd name="connsiteY12" fmla="*/ 0 h 2861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1168" h="2861881">
                  <a:moveTo>
                    <a:pt x="0" y="2861882"/>
                  </a:moveTo>
                  <a:cubicBezTo>
                    <a:pt x="0" y="2861882"/>
                    <a:pt x="67151" y="2751201"/>
                    <a:pt x="115157" y="2685002"/>
                  </a:cubicBezTo>
                  <a:cubicBezTo>
                    <a:pt x="169259" y="2610326"/>
                    <a:pt x="226981" y="2538317"/>
                    <a:pt x="277178" y="2461070"/>
                  </a:cubicBezTo>
                  <a:cubicBezTo>
                    <a:pt x="329946" y="2379917"/>
                    <a:pt x="374142" y="2293715"/>
                    <a:pt x="421958" y="2209514"/>
                  </a:cubicBezTo>
                  <a:cubicBezTo>
                    <a:pt x="509492" y="2055495"/>
                    <a:pt x="609695" y="1908715"/>
                    <a:pt x="690848" y="1751267"/>
                  </a:cubicBezTo>
                  <a:cubicBezTo>
                    <a:pt x="741426" y="1653159"/>
                    <a:pt x="784670" y="1551432"/>
                    <a:pt x="830580" y="1451039"/>
                  </a:cubicBezTo>
                  <a:cubicBezTo>
                    <a:pt x="857631" y="1391984"/>
                    <a:pt x="885635" y="1333405"/>
                    <a:pt x="917067" y="1276541"/>
                  </a:cubicBezTo>
                  <a:cubicBezTo>
                    <a:pt x="976408" y="1169003"/>
                    <a:pt x="1046417" y="1067848"/>
                    <a:pt x="1114901" y="965835"/>
                  </a:cubicBezTo>
                  <a:cubicBezTo>
                    <a:pt x="1146810" y="918305"/>
                    <a:pt x="1177671" y="870109"/>
                    <a:pt x="1204627" y="819626"/>
                  </a:cubicBezTo>
                  <a:cubicBezTo>
                    <a:pt x="1243679" y="746665"/>
                    <a:pt x="1272635" y="667703"/>
                    <a:pt x="1271111" y="585311"/>
                  </a:cubicBezTo>
                  <a:cubicBezTo>
                    <a:pt x="1269111" y="473012"/>
                    <a:pt x="1209485" y="371284"/>
                    <a:pt x="1128141" y="292894"/>
                  </a:cubicBezTo>
                  <a:cubicBezTo>
                    <a:pt x="1057561" y="224790"/>
                    <a:pt x="971836" y="175260"/>
                    <a:pt x="882110" y="135065"/>
                  </a:cubicBezTo>
                  <a:cubicBezTo>
                    <a:pt x="779907" y="89249"/>
                    <a:pt x="672560" y="54673"/>
                    <a:pt x="574929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5F7B6392-DF04-4EF6-A433-4A7A757D65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7103" y="53524"/>
              <a:ext cx="1650357" cy="4733534"/>
            </a:xfrm>
            <a:custGeom>
              <a:avLst/>
              <a:gdLst>
                <a:gd name="connsiteX0" fmla="*/ 0 w 919096"/>
                <a:gd name="connsiteY0" fmla="*/ 2636139 h 2636139"/>
                <a:gd name="connsiteX1" fmla="*/ 274415 w 919096"/>
                <a:gd name="connsiteY1" fmla="*/ 2218277 h 2636139"/>
                <a:gd name="connsiteX2" fmla="*/ 607981 w 919096"/>
                <a:gd name="connsiteY2" fmla="*/ 1655921 h 2636139"/>
                <a:gd name="connsiteX3" fmla="*/ 792290 w 919096"/>
                <a:gd name="connsiteY3" fmla="*/ 1163003 h 2636139"/>
                <a:gd name="connsiteX4" fmla="*/ 914400 w 919096"/>
                <a:gd name="connsiteY4" fmla="*/ 808863 h 2636139"/>
                <a:gd name="connsiteX5" fmla="*/ 847344 w 919096"/>
                <a:gd name="connsiteY5" fmla="*/ 516922 h 2636139"/>
                <a:gd name="connsiteX6" fmla="*/ 610362 w 919096"/>
                <a:gd name="connsiteY6" fmla="*/ 366141 h 2636139"/>
                <a:gd name="connsiteX7" fmla="*/ 361379 w 919096"/>
                <a:gd name="connsiteY7" fmla="*/ 222599 h 2636139"/>
                <a:gd name="connsiteX8" fmla="*/ 67056 w 919096"/>
                <a:gd name="connsiteY8" fmla="*/ 0 h 2636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19096" h="2636139">
                  <a:moveTo>
                    <a:pt x="0" y="2636139"/>
                  </a:moveTo>
                  <a:cubicBezTo>
                    <a:pt x="0" y="2636139"/>
                    <a:pt x="162020" y="2392394"/>
                    <a:pt x="274415" y="2218277"/>
                  </a:cubicBezTo>
                  <a:cubicBezTo>
                    <a:pt x="392906" y="2034730"/>
                    <a:pt x="518732" y="1854994"/>
                    <a:pt x="607981" y="1655921"/>
                  </a:cubicBezTo>
                  <a:cubicBezTo>
                    <a:pt x="679799" y="1495806"/>
                    <a:pt x="726091" y="1325594"/>
                    <a:pt x="792290" y="1163003"/>
                  </a:cubicBezTo>
                  <a:cubicBezTo>
                    <a:pt x="839724" y="1046607"/>
                    <a:pt x="897922" y="933164"/>
                    <a:pt x="914400" y="808863"/>
                  </a:cubicBezTo>
                  <a:cubicBezTo>
                    <a:pt x="928116" y="705326"/>
                    <a:pt x="913543" y="596932"/>
                    <a:pt x="847344" y="516922"/>
                  </a:cubicBezTo>
                  <a:cubicBezTo>
                    <a:pt x="786956" y="444056"/>
                    <a:pt x="696087" y="407956"/>
                    <a:pt x="610362" y="366141"/>
                  </a:cubicBezTo>
                  <a:cubicBezTo>
                    <a:pt x="524161" y="324136"/>
                    <a:pt x="442722" y="273272"/>
                    <a:pt x="361379" y="222599"/>
                  </a:cubicBezTo>
                  <a:cubicBezTo>
                    <a:pt x="245459" y="150400"/>
                    <a:pt x="126968" y="121348"/>
                    <a:pt x="6705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CFB987BC-4338-4C63-8DB9-5CB9DC4890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7103" y="379002"/>
              <a:ext cx="1123546" cy="4116271"/>
            </a:xfrm>
            <a:custGeom>
              <a:avLst/>
              <a:gdLst>
                <a:gd name="connsiteX0" fmla="*/ 0 w 625711"/>
                <a:gd name="connsiteY0" fmla="*/ 2292382 h 2292381"/>
                <a:gd name="connsiteX1" fmla="*/ 181070 w 625711"/>
                <a:gd name="connsiteY1" fmla="*/ 2019967 h 2292381"/>
                <a:gd name="connsiteX2" fmla="*/ 385000 w 625711"/>
                <a:gd name="connsiteY2" fmla="*/ 1640967 h 2292381"/>
                <a:gd name="connsiteX3" fmla="*/ 514255 w 625711"/>
                <a:gd name="connsiteY3" fmla="*/ 1376839 h 2292381"/>
                <a:gd name="connsiteX4" fmla="*/ 606171 w 625711"/>
                <a:gd name="connsiteY4" fmla="*/ 1015079 h 2292381"/>
                <a:gd name="connsiteX5" fmla="*/ 606171 w 625711"/>
                <a:gd name="connsiteY5" fmla="*/ 673418 h 2292381"/>
                <a:gd name="connsiteX6" fmla="*/ 485489 w 625711"/>
                <a:gd name="connsiteY6" fmla="*/ 475297 h 2292381"/>
                <a:gd name="connsiteX7" fmla="*/ 313182 w 625711"/>
                <a:gd name="connsiteY7" fmla="*/ 328898 h 2292381"/>
                <a:gd name="connsiteX8" fmla="*/ 173831 w 625711"/>
                <a:gd name="connsiteY8" fmla="*/ 189643 h 2292381"/>
                <a:gd name="connsiteX9" fmla="*/ 0 w 625711"/>
                <a:gd name="connsiteY9" fmla="*/ 0 h 2292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25711" h="2292381">
                  <a:moveTo>
                    <a:pt x="0" y="2292382"/>
                  </a:moveTo>
                  <a:cubicBezTo>
                    <a:pt x="0" y="2292382"/>
                    <a:pt x="110776" y="2140363"/>
                    <a:pt x="181070" y="2019967"/>
                  </a:cubicBezTo>
                  <a:cubicBezTo>
                    <a:pt x="253460" y="1896047"/>
                    <a:pt x="318325" y="1768031"/>
                    <a:pt x="385000" y="1640967"/>
                  </a:cubicBezTo>
                  <a:cubicBezTo>
                    <a:pt x="430625" y="1554099"/>
                    <a:pt x="478536" y="1468184"/>
                    <a:pt x="514255" y="1376839"/>
                  </a:cubicBezTo>
                  <a:cubicBezTo>
                    <a:pt x="559689" y="1260634"/>
                    <a:pt x="585788" y="1138333"/>
                    <a:pt x="606171" y="1015079"/>
                  </a:cubicBezTo>
                  <a:cubicBezTo>
                    <a:pt x="625031" y="900779"/>
                    <a:pt x="638556" y="784003"/>
                    <a:pt x="606171" y="673418"/>
                  </a:cubicBezTo>
                  <a:cubicBezTo>
                    <a:pt x="584168" y="598075"/>
                    <a:pt x="540258" y="531590"/>
                    <a:pt x="485489" y="475297"/>
                  </a:cubicBezTo>
                  <a:cubicBezTo>
                    <a:pt x="432911" y="421195"/>
                    <a:pt x="369475" y="379095"/>
                    <a:pt x="313182" y="328898"/>
                  </a:cubicBezTo>
                  <a:cubicBezTo>
                    <a:pt x="264128" y="285179"/>
                    <a:pt x="219361" y="237077"/>
                    <a:pt x="173831" y="189643"/>
                  </a:cubicBezTo>
                  <a:cubicBezTo>
                    <a:pt x="109347" y="122111"/>
                    <a:pt x="0" y="0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F0B5029E-655F-4CB5-BCA2-B62400CE76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7103" y="798206"/>
              <a:ext cx="756945" cy="3350210"/>
            </a:xfrm>
            <a:custGeom>
              <a:avLst/>
              <a:gdLst>
                <a:gd name="connsiteX0" fmla="*/ 0 w 421548"/>
                <a:gd name="connsiteY0" fmla="*/ 0 h 1865756"/>
                <a:gd name="connsiteX1" fmla="*/ 258699 w 421548"/>
                <a:gd name="connsiteY1" fmla="*/ 330803 h 1865756"/>
                <a:gd name="connsiteX2" fmla="*/ 408051 w 421548"/>
                <a:gd name="connsiteY2" fmla="*/ 617887 h 1865756"/>
                <a:gd name="connsiteX3" fmla="*/ 408051 w 421548"/>
                <a:gd name="connsiteY3" fmla="*/ 910781 h 1865756"/>
                <a:gd name="connsiteX4" fmla="*/ 336233 w 421548"/>
                <a:gd name="connsiteY4" fmla="*/ 1269683 h 1865756"/>
                <a:gd name="connsiteX5" fmla="*/ 186881 w 421548"/>
                <a:gd name="connsiteY5" fmla="*/ 1582674 h 1865756"/>
                <a:gd name="connsiteX6" fmla="*/ 0 w 421548"/>
                <a:gd name="connsiteY6" fmla="*/ 1865757 h 1865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1548" h="1865756">
                  <a:moveTo>
                    <a:pt x="0" y="0"/>
                  </a:moveTo>
                  <a:cubicBezTo>
                    <a:pt x="0" y="0"/>
                    <a:pt x="155734" y="188309"/>
                    <a:pt x="258699" y="330803"/>
                  </a:cubicBezTo>
                  <a:cubicBezTo>
                    <a:pt x="322517" y="419100"/>
                    <a:pt x="383096" y="512255"/>
                    <a:pt x="408051" y="617887"/>
                  </a:cubicBezTo>
                  <a:cubicBezTo>
                    <a:pt x="430625" y="713613"/>
                    <a:pt x="420815" y="812768"/>
                    <a:pt x="408051" y="910781"/>
                  </a:cubicBezTo>
                  <a:cubicBezTo>
                    <a:pt x="392240" y="1032129"/>
                    <a:pt x="376142" y="1154049"/>
                    <a:pt x="336233" y="1269683"/>
                  </a:cubicBezTo>
                  <a:cubicBezTo>
                    <a:pt x="298418" y="1379125"/>
                    <a:pt x="246412" y="1483138"/>
                    <a:pt x="186881" y="1582674"/>
                  </a:cubicBezTo>
                  <a:cubicBezTo>
                    <a:pt x="122777" y="1689640"/>
                    <a:pt x="0" y="1865757"/>
                    <a:pt x="0" y="186575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966F436B-D502-4927-A05D-0691A99F65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7103" y="1247513"/>
              <a:ext cx="515229" cy="2438941"/>
            </a:xfrm>
            <a:custGeom>
              <a:avLst/>
              <a:gdLst>
                <a:gd name="connsiteX0" fmla="*/ 11621 w 286935"/>
                <a:gd name="connsiteY0" fmla="*/ 1358265 h 1358264"/>
                <a:gd name="connsiteX1" fmla="*/ 163830 w 286935"/>
                <a:gd name="connsiteY1" fmla="*/ 1157287 h 1358264"/>
                <a:gd name="connsiteX2" fmla="*/ 258604 w 286935"/>
                <a:gd name="connsiteY2" fmla="*/ 858679 h 1358264"/>
                <a:gd name="connsiteX3" fmla="*/ 284417 w 286935"/>
                <a:gd name="connsiteY3" fmla="*/ 577310 h 1358264"/>
                <a:gd name="connsiteX4" fmla="*/ 215456 w 286935"/>
                <a:gd name="connsiteY4" fmla="*/ 330422 h 1358264"/>
                <a:gd name="connsiteX5" fmla="*/ 0 w 286935"/>
                <a:gd name="connsiteY5" fmla="*/ 0 h 1358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6935" h="1358264">
                  <a:moveTo>
                    <a:pt x="11621" y="1358265"/>
                  </a:moveTo>
                  <a:cubicBezTo>
                    <a:pt x="11621" y="1358265"/>
                    <a:pt x="104299" y="1269016"/>
                    <a:pt x="163830" y="1157287"/>
                  </a:cubicBezTo>
                  <a:cubicBezTo>
                    <a:pt x="213074" y="1064800"/>
                    <a:pt x="237458" y="961453"/>
                    <a:pt x="258604" y="858679"/>
                  </a:cubicBezTo>
                  <a:cubicBezTo>
                    <a:pt x="277749" y="765905"/>
                    <a:pt x="293180" y="671512"/>
                    <a:pt x="284417" y="577310"/>
                  </a:cubicBezTo>
                  <a:cubicBezTo>
                    <a:pt x="276511" y="491680"/>
                    <a:pt x="250412" y="409099"/>
                    <a:pt x="215456" y="330422"/>
                  </a:cubicBezTo>
                  <a:cubicBezTo>
                    <a:pt x="153353" y="190405"/>
                    <a:pt x="0" y="0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63D19BC0-342A-4662-8B01-078F5BC25F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7103" y="1752232"/>
              <a:ext cx="300409" cy="1599679"/>
            </a:xfrm>
            <a:custGeom>
              <a:avLst/>
              <a:gdLst>
                <a:gd name="connsiteX0" fmla="*/ 0 w 167300"/>
                <a:gd name="connsiteY0" fmla="*/ 0 h 890873"/>
                <a:gd name="connsiteX1" fmla="*/ 143732 w 167300"/>
                <a:gd name="connsiteY1" fmla="*/ 233077 h 890873"/>
                <a:gd name="connsiteX2" fmla="*/ 160973 w 167300"/>
                <a:gd name="connsiteY2" fmla="*/ 482822 h 890873"/>
                <a:gd name="connsiteX3" fmla="*/ 0 w 167300"/>
                <a:gd name="connsiteY3" fmla="*/ 890873 h 890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7300" h="890873">
                  <a:moveTo>
                    <a:pt x="0" y="0"/>
                  </a:moveTo>
                  <a:cubicBezTo>
                    <a:pt x="0" y="0"/>
                    <a:pt x="110585" y="127254"/>
                    <a:pt x="143732" y="233077"/>
                  </a:cubicBezTo>
                  <a:cubicBezTo>
                    <a:pt x="168974" y="313563"/>
                    <a:pt x="172593" y="399098"/>
                    <a:pt x="160973" y="482822"/>
                  </a:cubicBezTo>
                  <a:cubicBezTo>
                    <a:pt x="136970" y="655892"/>
                    <a:pt x="0" y="890873"/>
                    <a:pt x="0" y="890873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F32521F-B67B-4D14-BB6E-0DD27E1C70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131253" y="14016"/>
              <a:ext cx="5523537" cy="3012568"/>
            </a:xfrm>
            <a:custGeom>
              <a:avLst/>
              <a:gdLst>
                <a:gd name="connsiteX0" fmla="*/ 3076099 w 3076098"/>
                <a:gd name="connsiteY0" fmla="*/ 12287 h 1677721"/>
                <a:gd name="connsiteX1" fmla="*/ 3054287 w 3076098"/>
                <a:gd name="connsiteY1" fmla="*/ 609029 h 1677721"/>
                <a:gd name="connsiteX2" fmla="*/ 3054287 w 3076098"/>
                <a:gd name="connsiteY2" fmla="*/ 824770 h 1677721"/>
                <a:gd name="connsiteX3" fmla="*/ 3002375 w 3076098"/>
                <a:gd name="connsiteY3" fmla="*/ 1158240 h 1677721"/>
                <a:gd name="connsiteX4" fmla="*/ 2945797 w 3076098"/>
                <a:gd name="connsiteY4" fmla="*/ 1277112 h 1677721"/>
                <a:gd name="connsiteX5" fmla="*/ 2706815 w 3076098"/>
                <a:gd name="connsiteY5" fmla="*/ 1492853 h 1677721"/>
                <a:gd name="connsiteX6" fmla="*/ 2451735 w 3076098"/>
                <a:gd name="connsiteY6" fmla="*/ 1618583 h 1677721"/>
                <a:gd name="connsiteX7" fmla="*/ 2128457 w 3076098"/>
                <a:gd name="connsiteY7" fmla="*/ 1677448 h 1677721"/>
                <a:gd name="connsiteX8" fmla="*/ 1672495 w 3076098"/>
                <a:gd name="connsiteY8" fmla="*/ 1505522 h 1677721"/>
                <a:gd name="connsiteX9" fmla="*/ 1445038 w 3076098"/>
                <a:gd name="connsiteY9" fmla="*/ 1230916 h 1677721"/>
                <a:gd name="connsiteX10" fmla="*/ 1381506 w 3076098"/>
                <a:gd name="connsiteY10" fmla="*/ 1044035 h 1677721"/>
                <a:gd name="connsiteX11" fmla="*/ 1260253 w 3076098"/>
                <a:gd name="connsiteY11" fmla="*/ 837533 h 1677721"/>
                <a:gd name="connsiteX12" fmla="*/ 1108520 w 3076098"/>
                <a:gd name="connsiteY12" fmla="*/ 772954 h 1677721"/>
                <a:gd name="connsiteX13" fmla="*/ 955358 w 3076098"/>
                <a:gd name="connsiteY13" fmla="*/ 751427 h 1677721"/>
                <a:gd name="connsiteX14" fmla="*/ 763810 w 3076098"/>
                <a:gd name="connsiteY14" fmla="*/ 764762 h 1677721"/>
                <a:gd name="connsiteX15" fmla="*/ 651224 w 3076098"/>
                <a:gd name="connsiteY15" fmla="*/ 728186 h 1677721"/>
                <a:gd name="connsiteX16" fmla="*/ 510730 w 3076098"/>
                <a:gd name="connsiteY16" fmla="*/ 587788 h 1677721"/>
                <a:gd name="connsiteX17" fmla="*/ 323183 w 3076098"/>
                <a:gd name="connsiteY17" fmla="*/ 353187 h 1677721"/>
                <a:gd name="connsiteX18" fmla="*/ 0 w 3076098"/>
                <a:gd name="connsiteY18" fmla="*/ 0 h 1677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076098" h="1677721">
                  <a:moveTo>
                    <a:pt x="3076099" y="12287"/>
                  </a:moveTo>
                  <a:cubicBezTo>
                    <a:pt x="3069336" y="183071"/>
                    <a:pt x="3053525" y="438150"/>
                    <a:pt x="3054287" y="609029"/>
                  </a:cubicBezTo>
                  <a:cubicBezTo>
                    <a:pt x="3054572" y="680942"/>
                    <a:pt x="3056477" y="752856"/>
                    <a:pt x="3054287" y="824770"/>
                  </a:cubicBezTo>
                  <a:cubicBezTo>
                    <a:pt x="3050858" y="937832"/>
                    <a:pt x="3038285" y="1051084"/>
                    <a:pt x="3002375" y="1158240"/>
                  </a:cubicBezTo>
                  <a:cubicBezTo>
                    <a:pt x="2988374" y="1200055"/>
                    <a:pt x="2969895" y="1240155"/>
                    <a:pt x="2945797" y="1277112"/>
                  </a:cubicBezTo>
                  <a:cubicBezTo>
                    <a:pt x="2886742" y="1367885"/>
                    <a:pt x="2798636" y="1434846"/>
                    <a:pt x="2706815" y="1492853"/>
                  </a:cubicBezTo>
                  <a:cubicBezTo>
                    <a:pt x="2626424" y="1543717"/>
                    <a:pt x="2541080" y="1586103"/>
                    <a:pt x="2451735" y="1618583"/>
                  </a:cubicBezTo>
                  <a:cubicBezTo>
                    <a:pt x="2347817" y="1656398"/>
                    <a:pt x="2238851" y="1680591"/>
                    <a:pt x="2128457" y="1677448"/>
                  </a:cubicBezTo>
                  <a:cubicBezTo>
                    <a:pt x="1962436" y="1672781"/>
                    <a:pt x="1804702" y="1606677"/>
                    <a:pt x="1672495" y="1505522"/>
                  </a:cubicBezTo>
                  <a:cubicBezTo>
                    <a:pt x="1576483" y="1432084"/>
                    <a:pt x="1493520" y="1341501"/>
                    <a:pt x="1445038" y="1230916"/>
                  </a:cubicBezTo>
                  <a:cubicBezTo>
                    <a:pt x="1418653" y="1170623"/>
                    <a:pt x="1401794" y="1106710"/>
                    <a:pt x="1381506" y="1044035"/>
                  </a:cubicBezTo>
                  <a:cubicBezTo>
                    <a:pt x="1356360" y="966026"/>
                    <a:pt x="1324261" y="887730"/>
                    <a:pt x="1260253" y="837533"/>
                  </a:cubicBezTo>
                  <a:cubicBezTo>
                    <a:pt x="1216628" y="803243"/>
                    <a:pt x="1162717" y="786194"/>
                    <a:pt x="1108520" y="772954"/>
                  </a:cubicBezTo>
                  <a:cubicBezTo>
                    <a:pt x="1058228" y="760667"/>
                    <a:pt x="1007078" y="750570"/>
                    <a:pt x="955358" y="751427"/>
                  </a:cubicBezTo>
                  <a:cubicBezTo>
                    <a:pt x="891064" y="752475"/>
                    <a:pt x="827818" y="770001"/>
                    <a:pt x="763810" y="764762"/>
                  </a:cubicBezTo>
                  <a:cubicBezTo>
                    <a:pt x="723995" y="761524"/>
                    <a:pt x="685514" y="748760"/>
                    <a:pt x="651224" y="728186"/>
                  </a:cubicBezTo>
                  <a:cubicBezTo>
                    <a:pt x="594074" y="693896"/>
                    <a:pt x="552545" y="639985"/>
                    <a:pt x="510730" y="587788"/>
                  </a:cubicBezTo>
                  <a:cubicBezTo>
                    <a:pt x="448151" y="509683"/>
                    <a:pt x="384524" y="432245"/>
                    <a:pt x="323183" y="353187"/>
                  </a:cubicBezTo>
                  <a:cubicBezTo>
                    <a:pt x="246221" y="253937"/>
                    <a:pt x="94202" y="82868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56F73602-5ACB-4102-894B-D140E71E67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87455" y="75587"/>
              <a:ext cx="4681672" cy="2637228"/>
            </a:xfrm>
            <a:custGeom>
              <a:avLst/>
              <a:gdLst>
                <a:gd name="connsiteX0" fmla="*/ 2568321 w 2607257"/>
                <a:gd name="connsiteY0" fmla="*/ 18002 h 1468691"/>
                <a:gd name="connsiteX1" fmla="*/ 2590609 w 2607257"/>
                <a:gd name="connsiteY1" fmla="*/ 258509 h 1468691"/>
                <a:gd name="connsiteX2" fmla="*/ 2606802 w 2607257"/>
                <a:gd name="connsiteY2" fmla="*/ 563118 h 1468691"/>
                <a:gd name="connsiteX3" fmla="*/ 2587181 w 2607257"/>
                <a:gd name="connsiteY3" fmla="*/ 910400 h 1468691"/>
                <a:gd name="connsiteX4" fmla="*/ 2568702 w 2607257"/>
                <a:gd name="connsiteY4" fmla="*/ 1001554 h 1468691"/>
                <a:gd name="connsiteX5" fmla="*/ 2407063 w 2607257"/>
                <a:gd name="connsiteY5" fmla="*/ 1262348 h 1468691"/>
                <a:gd name="connsiteX6" fmla="*/ 2211896 w 2607257"/>
                <a:gd name="connsiteY6" fmla="*/ 1390078 h 1468691"/>
                <a:gd name="connsiteX7" fmla="*/ 1936623 w 2607257"/>
                <a:gd name="connsiteY7" fmla="*/ 1466660 h 1468691"/>
                <a:gd name="connsiteX8" fmla="*/ 1749933 w 2607257"/>
                <a:gd name="connsiteY8" fmla="*/ 1447514 h 1468691"/>
                <a:gd name="connsiteX9" fmla="*/ 1594295 w 2607257"/>
                <a:gd name="connsiteY9" fmla="*/ 1351788 h 1468691"/>
                <a:gd name="connsiteX10" fmla="*/ 1512951 w 2607257"/>
                <a:gd name="connsiteY10" fmla="*/ 1227392 h 1468691"/>
                <a:gd name="connsiteX11" fmla="*/ 1500949 w 2607257"/>
                <a:gd name="connsiteY11" fmla="*/ 992886 h 1468691"/>
                <a:gd name="connsiteX12" fmla="*/ 1541621 w 2607257"/>
                <a:gd name="connsiteY12" fmla="*/ 803910 h 1468691"/>
                <a:gd name="connsiteX13" fmla="*/ 1541621 w 2607257"/>
                <a:gd name="connsiteY13" fmla="*/ 665131 h 1468691"/>
                <a:gd name="connsiteX14" fmla="*/ 1429131 w 2607257"/>
                <a:gd name="connsiteY14" fmla="*/ 526352 h 1468691"/>
                <a:gd name="connsiteX15" fmla="*/ 1163383 w 2607257"/>
                <a:gd name="connsiteY15" fmla="*/ 449771 h 1468691"/>
                <a:gd name="connsiteX16" fmla="*/ 811530 w 2607257"/>
                <a:gd name="connsiteY16" fmla="*/ 406718 h 1468691"/>
                <a:gd name="connsiteX17" fmla="*/ 574548 w 2607257"/>
                <a:gd name="connsiteY17" fmla="*/ 354044 h 1468691"/>
                <a:gd name="connsiteX18" fmla="*/ 284893 w 2607257"/>
                <a:gd name="connsiteY18" fmla="*/ 224885 h 1468691"/>
                <a:gd name="connsiteX19" fmla="*/ 0 w 2607257"/>
                <a:gd name="connsiteY19" fmla="*/ 0 h 1468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607257" h="1468691">
                  <a:moveTo>
                    <a:pt x="2568321" y="18002"/>
                  </a:moveTo>
                  <a:cubicBezTo>
                    <a:pt x="2574989" y="70009"/>
                    <a:pt x="2587752" y="206121"/>
                    <a:pt x="2590609" y="258509"/>
                  </a:cubicBezTo>
                  <a:cubicBezTo>
                    <a:pt x="2596134" y="360045"/>
                    <a:pt x="2604707" y="461486"/>
                    <a:pt x="2606802" y="563118"/>
                  </a:cubicBezTo>
                  <a:cubicBezTo>
                    <a:pt x="2609088" y="679228"/>
                    <a:pt x="2602802" y="795338"/>
                    <a:pt x="2587181" y="910400"/>
                  </a:cubicBezTo>
                  <a:cubicBezTo>
                    <a:pt x="2582990" y="941165"/>
                    <a:pt x="2577274" y="971645"/>
                    <a:pt x="2568702" y="1001554"/>
                  </a:cubicBezTo>
                  <a:cubicBezTo>
                    <a:pt x="2540222" y="1101471"/>
                    <a:pt x="2482501" y="1190816"/>
                    <a:pt x="2407063" y="1262348"/>
                  </a:cubicBezTo>
                  <a:cubicBezTo>
                    <a:pt x="2350294" y="1316165"/>
                    <a:pt x="2283047" y="1357313"/>
                    <a:pt x="2211896" y="1390078"/>
                  </a:cubicBezTo>
                  <a:cubicBezTo>
                    <a:pt x="2124742" y="1430179"/>
                    <a:pt x="2032159" y="1458754"/>
                    <a:pt x="1936623" y="1466660"/>
                  </a:cubicBezTo>
                  <a:cubicBezTo>
                    <a:pt x="1873567" y="1471898"/>
                    <a:pt x="1809845" y="1467517"/>
                    <a:pt x="1749933" y="1447514"/>
                  </a:cubicBezTo>
                  <a:cubicBezTo>
                    <a:pt x="1691449" y="1428083"/>
                    <a:pt x="1638109" y="1395222"/>
                    <a:pt x="1594295" y="1351788"/>
                  </a:cubicBezTo>
                  <a:cubicBezTo>
                    <a:pt x="1558576" y="1316450"/>
                    <a:pt x="1530001" y="1274540"/>
                    <a:pt x="1512951" y="1227392"/>
                  </a:cubicBezTo>
                  <a:cubicBezTo>
                    <a:pt x="1485900" y="1152811"/>
                    <a:pt x="1487519" y="1071467"/>
                    <a:pt x="1500949" y="992886"/>
                  </a:cubicBezTo>
                  <a:cubicBezTo>
                    <a:pt x="1511808" y="929354"/>
                    <a:pt x="1529810" y="867251"/>
                    <a:pt x="1541621" y="803910"/>
                  </a:cubicBezTo>
                  <a:cubicBezTo>
                    <a:pt x="1550194" y="757714"/>
                    <a:pt x="1554194" y="710279"/>
                    <a:pt x="1541621" y="665131"/>
                  </a:cubicBezTo>
                  <a:cubicBezTo>
                    <a:pt x="1525143" y="605981"/>
                    <a:pt x="1481233" y="559403"/>
                    <a:pt x="1429131" y="526352"/>
                  </a:cubicBezTo>
                  <a:cubicBezTo>
                    <a:pt x="1350455" y="476536"/>
                    <a:pt x="1256157" y="461772"/>
                    <a:pt x="1163383" y="449771"/>
                  </a:cubicBezTo>
                  <a:cubicBezTo>
                    <a:pt x="1046131" y="434626"/>
                    <a:pt x="928306" y="424720"/>
                    <a:pt x="811530" y="406718"/>
                  </a:cubicBezTo>
                  <a:cubicBezTo>
                    <a:pt x="731425" y="394335"/>
                    <a:pt x="652081" y="377571"/>
                    <a:pt x="574548" y="354044"/>
                  </a:cubicBezTo>
                  <a:cubicBezTo>
                    <a:pt x="472916" y="323279"/>
                    <a:pt x="375094" y="280702"/>
                    <a:pt x="284893" y="224885"/>
                  </a:cubicBezTo>
                  <a:cubicBezTo>
                    <a:pt x="181832" y="161068"/>
                    <a:pt x="90868" y="80296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87FA368-45DC-4276-A257-F67A12B20F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10305" y="31802"/>
              <a:ext cx="3763077" cy="2110194"/>
            </a:xfrm>
            <a:custGeom>
              <a:avLst/>
              <a:gdLst>
                <a:gd name="connsiteX0" fmla="*/ 1950434 w 2095685"/>
                <a:gd name="connsiteY0" fmla="*/ 0 h 1175182"/>
                <a:gd name="connsiteX1" fmla="*/ 2077307 w 2095685"/>
                <a:gd name="connsiteY1" fmla="*/ 479108 h 1175182"/>
                <a:gd name="connsiteX2" fmla="*/ 2089309 w 2095685"/>
                <a:gd name="connsiteY2" fmla="*/ 826008 h 1175182"/>
                <a:gd name="connsiteX3" fmla="*/ 1987582 w 2095685"/>
                <a:gd name="connsiteY3" fmla="*/ 1101185 h 1175182"/>
                <a:gd name="connsiteX4" fmla="*/ 1818037 w 2095685"/>
                <a:gd name="connsiteY4" fmla="*/ 1173004 h 1175182"/>
                <a:gd name="connsiteX5" fmla="*/ 1694402 w 2095685"/>
                <a:gd name="connsiteY5" fmla="*/ 1157097 h 1175182"/>
                <a:gd name="connsiteX6" fmla="*/ 1594676 w 2095685"/>
                <a:gd name="connsiteY6" fmla="*/ 1013555 h 1175182"/>
                <a:gd name="connsiteX7" fmla="*/ 1664494 w 2095685"/>
                <a:gd name="connsiteY7" fmla="*/ 790289 h 1175182"/>
                <a:gd name="connsiteX8" fmla="*/ 1684401 w 2095685"/>
                <a:gd name="connsiteY8" fmla="*/ 527114 h 1175182"/>
                <a:gd name="connsiteX9" fmla="*/ 1550765 w 2095685"/>
                <a:gd name="connsiteY9" fmla="*/ 343662 h 1175182"/>
                <a:gd name="connsiteX10" fmla="*/ 1315402 w 2095685"/>
                <a:gd name="connsiteY10" fmla="*/ 265938 h 1175182"/>
                <a:gd name="connsiteX11" fmla="*/ 876586 w 2095685"/>
                <a:gd name="connsiteY11" fmla="*/ 200120 h 1175182"/>
                <a:gd name="connsiteX12" fmla="*/ 591312 w 2095685"/>
                <a:gd name="connsiteY12" fmla="*/ 186119 h 1175182"/>
                <a:gd name="connsiteX13" fmla="*/ 0 w 2095685"/>
                <a:gd name="connsiteY13" fmla="*/ 16669 h 1175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5685" h="1175182">
                  <a:moveTo>
                    <a:pt x="1950434" y="0"/>
                  </a:moveTo>
                  <a:cubicBezTo>
                    <a:pt x="1973485" y="77629"/>
                    <a:pt x="2063115" y="399383"/>
                    <a:pt x="2077307" y="479108"/>
                  </a:cubicBezTo>
                  <a:cubicBezTo>
                    <a:pt x="2097786" y="593693"/>
                    <a:pt x="2100167" y="710089"/>
                    <a:pt x="2089309" y="826008"/>
                  </a:cubicBezTo>
                  <a:cubicBezTo>
                    <a:pt x="2079784" y="927545"/>
                    <a:pt x="2061401" y="1032891"/>
                    <a:pt x="1987582" y="1101185"/>
                  </a:cubicBezTo>
                  <a:cubicBezTo>
                    <a:pt x="1941481" y="1143762"/>
                    <a:pt x="1880616" y="1165670"/>
                    <a:pt x="1818037" y="1173004"/>
                  </a:cubicBezTo>
                  <a:cubicBezTo>
                    <a:pt x="1775746" y="1177957"/>
                    <a:pt x="1732693" y="1175195"/>
                    <a:pt x="1694402" y="1157097"/>
                  </a:cubicBezTo>
                  <a:cubicBezTo>
                    <a:pt x="1638110" y="1130427"/>
                    <a:pt x="1600295" y="1075373"/>
                    <a:pt x="1594676" y="1013555"/>
                  </a:cubicBezTo>
                  <a:cubicBezTo>
                    <a:pt x="1587532" y="934879"/>
                    <a:pt x="1635633" y="864870"/>
                    <a:pt x="1664494" y="790289"/>
                  </a:cubicBezTo>
                  <a:cubicBezTo>
                    <a:pt x="1696974" y="706279"/>
                    <a:pt x="1708594" y="613791"/>
                    <a:pt x="1684401" y="527114"/>
                  </a:cubicBezTo>
                  <a:cubicBezTo>
                    <a:pt x="1663351" y="451580"/>
                    <a:pt x="1616488" y="386620"/>
                    <a:pt x="1550765" y="343662"/>
                  </a:cubicBezTo>
                  <a:cubicBezTo>
                    <a:pt x="1480947" y="298133"/>
                    <a:pt x="1397508" y="282131"/>
                    <a:pt x="1315402" y="265938"/>
                  </a:cubicBezTo>
                  <a:cubicBezTo>
                    <a:pt x="1170051" y="237173"/>
                    <a:pt x="1024128" y="212027"/>
                    <a:pt x="876586" y="200120"/>
                  </a:cubicBezTo>
                  <a:cubicBezTo>
                    <a:pt x="781717" y="192500"/>
                    <a:pt x="686276" y="193643"/>
                    <a:pt x="591312" y="186119"/>
                  </a:cubicBezTo>
                  <a:cubicBezTo>
                    <a:pt x="465296" y="176213"/>
                    <a:pt x="160211" y="193453"/>
                    <a:pt x="0" y="16669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62" name="Bottom Right">
            <a:extLst>
              <a:ext uri="{FF2B5EF4-FFF2-40B4-BE49-F238E27FC236}">
                <a16:creationId xmlns:a16="http://schemas.microsoft.com/office/drawing/2014/main" id="{88540B56-6256-419C-AC81-7B56D0DD72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EB5E9C2F-6749-4023-8E94-45C1C3FC6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39256" y="6178637"/>
              <a:ext cx="1482102" cy="67936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grpSp>
          <p:nvGrpSpPr>
            <p:cNvPr id="64" name="Graphic 157">
              <a:extLst>
                <a:ext uri="{FF2B5EF4-FFF2-40B4-BE49-F238E27FC236}">
                  <a16:creationId xmlns:a16="http://schemas.microsoft.com/office/drawing/2014/main" id="{D87C11F9-4A6E-44BC-BF6C-0468EFD71B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2B1B9F72-6727-48A7-A229-1B9E8620C6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F112D38F-1CDF-4293-96FC-2190D039549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CF3E4DE9-57D9-4C4C-BE4E-7F081A1B3BE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6BB673C9-C994-4CA3-B78E-F65C5F8C61E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9B6FF51D-0B4A-4C30-AEC8-D66E88C98CE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DCF516A0-FBBD-4A87-9E93-708625DE5EC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6F1EDD83-3119-40A9-B093-626EB1B1260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BA5F46DB-9B25-49AD-BC98-191E88919E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140983E0-FEBB-4B45-B00C-917965EBE1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4404" y="731041"/>
            <a:ext cx="10191942" cy="317303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600" dirty="0"/>
              <a:t>Architecture of </a:t>
            </a:r>
            <a:r>
              <a:rPr lang="en-US" sz="6600" dirty="0" err="1"/>
              <a:t>MobileNet</a:t>
            </a:r>
            <a:endParaRPr lang="en-US" sz="6600" kern="1200" dirty="0" err="1">
              <a:latin typeface="+mj-lt"/>
              <a:cs typeface="Posterama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E0DB9D88-9963-482B-B907-C09FB61E06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69354"/>
            <a:ext cx="9144000" cy="1265285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US" sz="2200" kern="12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Aashish Mahato</a:t>
            </a:r>
          </a:p>
        </p:txBody>
      </p:sp>
      <p:grpSp>
        <p:nvGrpSpPr>
          <p:cNvPr id="74" name="Cross">
            <a:extLst>
              <a:ext uri="{FF2B5EF4-FFF2-40B4-BE49-F238E27FC236}">
                <a16:creationId xmlns:a16="http://schemas.microsoft.com/office/drawing/2014/main" id="{DDB99EF5-8801-40E2-83D3-196FADCBBA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30939" y="3874229"/>
            <a:ext cx="118872" cy="118872"/>
            <a:chOff x="1175347" y="3733800"/>
            <a:chExt cx="118872" cy="118872"/>
          </a:xfrm>
        </p:grpSpPr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50FE3A76-C0EC-41F2-92AD-1A75BA3771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34783" y="3733800"/>
              <a:ext cx="0" cy="118872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C22AF00A-AACB-4D06-A706-4231FD4EC6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347" y="3793236"/>
              <a:ext cx="11887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034375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06C0716-5D59-43AE-A330-C9AC7B2CD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2" y="559813"/>
            <a:ext cx="5605358" cy="1664573"/>
          </a:xfrm>
        </p:spPr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9E6680CE-A768-4BCE-A8EF-EEDE6ABA3F0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195452" y="1797647"/>
            <a:ext cx="8708640" cy="4372590"/>
          </a:xfrm>
        </p:spPr>
        <p:txBody>
          <a:bodyPr lIns="91440" tIns="45720" rIns="91440" bIns="45720" anchor="t"/>
          <a:lstStyle/>
          <a:p>
            <a:r>
              <a:rPr lang="en-US" dirty="0"/>
              <a:t>Fine-Tuning</a:t>
            </a:r>
          </a:p>
          <a:p>
            <a:r>
              <a:rPr lang="en-US" dirty="0" err="1"/>
              <a:t>MobileNet</a:t>
            </a:r>
            <a:endParaRPr lang="en-US"/>
          </a:p>
          <a:p>
            <a:r>
              <a:rPr lang="en-US" dirty="0"/>
              <a:t>MobileNetV1</a:t>
            </a:r>
          </a:p>
          <a:p>
            <a:r>
              <a:rPr lang="en-US" dirty="0"/>
              <a:t>MobileNetV2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1DE433B-D5F9-43BE-952C-B08B09FDD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6000" y="6356350"/>
            <a:ext cx="1447800" cy="365125"/>
          </a:xfrm>
        </p:spPr>
        <p:txBody>
          <a:bodyPr/>
          <a:lstStyle/>
          <a:p>
            <a:fld id="{73B850FF-6169-4056-8077-06FFA93A5366}" type="slidenum">
              <a:rPr lang="en-US" smtClean="0"/>
              <a:pPr/>
              <a:t>2</a:t>
            </a:fld>
            <a:endParaRPr lang="en-US"/>
          </a:p>
        </p:txBody>
      </p:sp>
      <p:grpSp>
        <p:nvGrpSpPr>
          <p:cNvPr id="37" name="Bottom Right">
            <a:extLst>
              <a:ext uri="{FF2B5EF4-FFF2-40B4-BE49-F238E27FC236}">
                <a16:creationId xmlns:a16="http://schemas.microsoft.com/office/drawing/2014/main" id="{55C8AD2F-5B7B-44EB-AEC6-DB915E954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grpSp>
          <p:nvGrpSpPr>
            <p:cNvPr id="47" name="Graphic 157">
              <a:extLst>
                <a:ext uri="{FF2B5EF4-FFF2-40B4-BE49-F238E27FC236}">
                  <a16:creationId xmlns:a16="http://schemas.microsoft.com/office/drawing/2014/main" id="{AD2237AA-7A0E-46FE-8C56-65082235E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8662740" y="3276601"/>
              <a:ext cx="3529260" cy="3581399"/>
              <a:chOff x="4114800" y="1423987"/>
              <a:chExt cx="3961542" cy="4007547"/>
            </a:xfrm>
            <a:noFill/>
          </p:grpSpPr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8189D45D-DFA3-4998-98D1-5D9637BDA9C6}"/>
                  </a:ext>
                </a:extLst>
              </p:cNvPr>
              <p:cNvSpPr/>
              <p:nvPr/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4E2B0C16-9511-474C-B3A2-401F66A741E2}"/>
                  </a:ext>
                </a:extLst>
              </p:cNvPr>
              <p:cNvSpPr/>
              <p:nvPr/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2D474A2B-3E8D-40C0-98CA-6697FC0EA993}"/>
                  </a:ext>
                </a:extLst>
              </p:cNvPr>
              <p:cNvSpPr/>
              <p:nvPr/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B7AE6964-2C05-4058-A591-1EF146A33B60}"/>
                  </a:ext>
                </a:extLst>
              </p:cNvPr>
              <p:cNvSpPr/>
              <p:nvPr/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33574087-63C5-4183-82FA-AC9A54AA793B}"/>
                  </a:ext>
                </a:extLst>
              </p:cNvPr>
              <p:cNvSpPr/>
              <p:nvPr/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BD162D94-709E-4257-90A5-A01CF9FCBA0A}"/>
                  </a:ext>
                </a:extLst>
              </p:cNvPr>
              <p:cNvSpPr/>
              <p:nvPr/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B07825EA-21C0-423A-A0C9-9B747B200F06}"/>
                  </a:ext>
                </a:extLst>
              </p:cNvPr>
              <p:cNvSpPr/>
              <p:nvPr/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9DD04C10-BC2D-45BD-BB64-35E600DDD7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642169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Rectangle 226">
            <a:extLst>
              <a:ext uri="{FF2B5EF4-FFF2-40B4-BE49-F238E27FC236}">
                <a16:creationId xmlns:a16="http://schemas.microsoft.com/office/drawing/2014/main" id="{247A131F-D5DE-41A5-B4CF-4F345319B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28" name="Freeform: Shape 227">
            <a:extLst>
              <a:ext uri="{FF2B5EF4-FFF2-40B4-BE49-F238E27FC236}">
                <a16:creationId xmlns:a16="http://schemas.microsoft.com/office/drawing/2014/main" id="{3AF4666D-BD98-40A5-A75F-478B98201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692844" y="-3086"/>
            <a:ext cx="1326111" cy="59760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rPr>
              <a:t> </a:t>
            </a:r>
          </a:p>
        </p:txBody>
      </p:sp>
      <p:sp>
        <p:nvSpPr>
          <p:cNvPr id="229" name="Freeform: Shape 228">
            <a:extLst>
              <a:ext uri="{FF2B5EF4-FFF2-40B4-BE49-F238E27FC236}">
                <a16:creationId xmlns:a16="http://schemas.microsoft.com/office/drawing/2014/main" id="{68680585-71F9-4721-A998-4974171D2E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9256" y="6172200"/>
            <a:ext cx="1482102" cy="67936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rPr>
              <a:t> </a:t>
            </a:r>
          </a:p>
        </p:txBody>
      </p:sp>
      <p:sp>
        <p:nvSpPr>
          <p:cNvPr id="230" name="Freeform: Shape 229">
            <a:extLst>
              <a:ext uri="{FF2B5EF4-FFF2-40B4-BE49-F238E27FC236}">
                <a16:creationId xmlns:a16="http://schemas.microsoft.com/office/drawing/2014/main" id="{12BC95C2-2EEC-4F59-ABA8-660B0D059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7352" y="5197178"/>
            <a:ext cx="4211600" cy="1660822"/>
          </a:xfrm>
          <a:custGeom>
            <a:avLst/>
            <a:gdLst>
              <a:gd name="connsiteX0" fmla="*/ 4211600 w 4211600"/>
              <a:gd name="connsiteY0" fmla="*/ 0 h 1660822"/>
              <a:gd name="connsiteX1" fmla="*/ 4211600 w 4211600"/>
              <a:gd name="connsiteY1" fmla="*/ 58430 h 1660822"/>
              <a:gd name="connsiteX2" fmla="*/ 4136524 w 4211600"/>
              <a:gd name="connsiteY2" fmla="*/ 208808 h 1660822"/>
              <a:gd name="connsiteX3" fmla="*/ 3973354 w 4211600"/>
              <a:gd name="connsiteY3" fmla="*/ 437313 h 1660822"/>
              <a:gd name="connsiteX4" fmla="*/ 3884746 w 4211600"/>
              <a:gd name="connsiteY4" fmla="*/ 553613 h 1660822"/>
              <a:gd name="connsiteX5" fmla="*/ 3849435 w 4211600"/>
              <a:gd name="connsiteY5" fmla="*/ 603143 h 1660822"/>
              <a:gd name="connsiteX6" fmla="*/ 3661849 w 4211600"/>
              <a:gd name="connsiteY6" fmla="*/ 819075 h 1660822"/>
              <a:gd name="connsiteX7" fmla="*/ 3402589 w 4211600"/>
              <a:gd name="connsiteY7" fmla="*/ 952996 h 1660822"/>
              <a:gd name="connsiteX8" fmla="*/ 3130202 w 4211600"/>
              <a:gd name="connsiteY8" fmla="*/ 1023386 h 1660822"/>
              <a:gd name="connsiteX9" fmla="*/ 2914657 w 4211600"/>
              <a:gd name="connsiteY9" fmla="*/ 1068058 h 1660822"/>
              <a:gd name="connsiteX10" fmla="*/ 2582149 w 4211600"/>
              <a:gd name="connsiteY10" fmla="*/ 1138924 h 1660822"/>
              <a:gd name="connsiteX11" fmla="*/ 2483958 w 4211600"/>
              <a:gd name="connsiteY11" fmla="*/ 1162356 h 1660822"/>
              <a:gd name="connsiteX12" fmla="*/ 2123750 w 4211600"/>
              <a:gd name="connsiteY12" fmla="*/ 1238651 h 1660822"/>
              <a:gd name="connsiteX13" fmla="*/ 1761444 w 4211600"/>
              <a:gd name="connsiteY13" fmla="*/ 1273417 h 1660822"/>
              <a:gd name="connsiteX14" fmla="*/ 1608382 w 4211600"/>
              <a:gd name="connsiteY14" fmla="*/ 1284466 h 1660822"/>
              <a:gd name="connsiteX15" fmla="*/ 999942 w 4211600"/>
              <a:gd name="connsiteY15" fmla="*/ 1354284 h 1660822"/>
              <a:gd name="connsiteX16" fmla="*/ 484705 w 4211600"/>
              <a:gd name="connsiteY16" fmla="*/ 1450487 h 1660822"/>
              <a:gd name="connsiteX17" fmla="*/ 113310 w 4211600"/>
              <a:gd name="connsiteY17" fmla="*/ 1613700 h 1660822"/>
              <a:gd name="connsiteX18" fmla="*/ 39668 w 4211600"/>
              <a:gd name="connsiteY18" fmla="*/ 1660822 h 1660822"/>
              <a:gd name="connsiteX19" fmla="*/ 0 w 4211600"/>
              <a:gd name="connsiteY19" fmla="*/ 1660822 h 1660822"/>
              <a:gd name="connsiteX20" fmla="*/ 96701 w 4211600"/>
              <a:gd name="connsiteY20" fmla="*/ 1598934 h 1660822"/>
              <a:gd name="connsiteX21" fmla="*/ 474335 w 4211600"/>
              <a:gd name="connsiteY21" fmla="*/ 1433056 h 1660822"/>
              <a:gd name="connsiteX22" fmla="*/ 994299 w 4211600"/>
              <a:gd name="connsiteY22" fmla="*/ 1335806 h 1660822"/>
              <a:gd name="connsiteX23" fmla="*/ 1605231 w 4211600"/>
              <a:gd name="connsiteY23" fmla="*/ 1265702 h 1660822"/>
              <a:gd name="connsiteX24" fmla="*/ 1758819 w 4211600"/>
              <a:gd name="connsiteY24" fmla="*/ 1254558 h 1660822"/>
              <a:gd name="connsiteX25" fmla="*/ 2118106 w 4211600"/>
              <a:gd name="connsiteY25" fmla="*/ 1220077 h 1660822"/>
              <a:gd name="connsiteX26" fmla="*/ 2475557 w 4211600"/>
              <a:gd name="connsiteY26" fmla="*/ 1144353 h 1660822"/>
              <a:gd name="connsiteX27" fmla="*/ 2573878 w 4211600"/>
              <a:gd name="connsiteY27" fmla="*/ 1120827 h 1660822"/>
              <a:gd name="connsiteX28" fmla="*/ 2907437 w 4211600"/>
              <a:gd name="connsiteY28" fmla="*/ 1049675 h 1660822"/>
              <a:gd name="connsiteX29" fmla="*/ 3122589 w 4211600"/>
              <a:gd name="connsiteY29" fmla="*/ 1005098 h 1660822"/>
              <a:gd name="connsiteX30" fmla="*/ 3391169 w 4211600"/>
              <a:gd name="connsiteY30" fmla="*/ 935756 h 1660822"/>
              <a:gd name="connsiteX31" fmla="*/ 3642290 w 4211600"/>
              <a:gd name="connsiteY31" fmla="*/ 806216 h 1660822"/>
              <a:gd name="connsiteX32" fmla="*/ 3825937 w 4211600"/>
              <a:gd name="connsiteY32" fmla="*/ 594475 h 1660822"/>
              <a:gd name="connsiteX33" fmla="*/ 3861381 w 4211600"/>
              <a:gd name="connsiteY33" fmla="*/ 544755 h 1660822"/>
              <a:gd name="connsiteX34" fmla="*/ 3950381 w 4211600"/>
              <a:gd name="connsiteY34" fmla="*/ 427978 h 1660822"/>
              <a:gd name="connsiteX35" fmla="*/ 4112370 w 4211600"/>
              <a:gd name="connsiteY35" fmla="*/ 201378 h 1660822"/>
              <a:gd name="connsiteX36" fmla="*/ 4195989 w 4211600"/>
              <a:gd name="connsiteY36" fmla="*/ 33834 h 1660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211600" h="1660822">
                <a:moveTo>
                  <a:pt x="4211600" y="0"/>
                </a:moveTo>
                <a:lnTo>
                  <a:pt x="4211600" y="58430"/>
                </a:lnTo>
                <a:lnTo>
                  <a:pt x="4136524" y="208808"/>
                </a:lnTo>
                <a:cubicBezTo>
                  <a:pt x="4089791" y="287770"/>
                  <a:pt x="4030588" y="363780"/>
                  <a:pt x="3973354" y="437313"/>
                </a:cubicBezTo>
                <a:cubicBezTo>
                  <a:pt x="3943819" y="475222"/>
                  <a:pt x="3913231" y="514465"/>
                  <a:pt x="3884746" y="553613"/>
                </a:cubicBezTo>
                <a:cubicBezTo>
                  <a:pt x="3872801" y="569996"/>
                  <a:pt x="3861119" y="586569"/>
                  <a:pt x="3849435" y="603143"/>
                </a:cubicBezTo>
                <a:cubicBezTo>
                  <a:pt x="3796665" y="678009"/>
                  <a:pt x="3742187" y="755352"/>
                  <a:pt x="3661849" y="819075"/>
                </a:cubicBezTo>
                <a:cubicBezTo>
                  <a:pt x="3596214" y="871176"/>
                  <a:pt x="3509050" y="916230"/>
                  <a:pt x="3402589" y="952996"/>
                </a:cubicBezTo>
                <a:cubicBezTo>
                  <a:pt x="3312406" y="984048"/>
                  <a:pt x="3215660" y="1005003"/>
                  <a:pt x="3130202" y="1023386"/>
                </a:cubicBezTo>
                <a:cubicBezTo>
                  <a:pt x="3058529" y="1038816"/>
                  <a:pt x="2985412" y="1053675"/>
                  <a:pt x="2914657" y="1068058"/>
                </a:cubicBezTo>
                <a:cubicBezTo>
                  <a:pt x="2805176" y="1090251"/>
                  <a:pt x="2692021" y="1113207"/>
                  <a:pt x="2582149" y="1138924"/>
                </a:cubicBezTo>
                <a:cubicBezTo>
                  <a:pt x="2549330" y="1146639"/>
                  <a:pt x="2516644" y="1154450"/>
                  <a:pt x="2483958" y="1162356"/>
                </a:cubicBezTo>
                <a:cubicBezTo>
                  <a:pt x="2367257" y="1190550"/>
                  <a:pt x="2246621" y="1219601"/>
                  <a:pt x="2123750" y="1238651"/>
                </a:cubicBezTo>
                <a:cubicBezTo>
                  <a:pt x="2004294" y="1257129"/>
                  <a:pt x="1880769" y="1265416"/>
                  <a:pt x="1761444" y="1273417"/>
                </a:cubicBezTo>
                <a:cubicBezTo>
                  <a:pt x="1711167" y="1276751"/>
                  <a:pt x="1659184" y="1280275"/>
                  <a:pt x="1608382" y="1284466"/>
                </a:cubicBezTo>
                <a:cubicBezTo>
                  <a:pt x="1408589" y="1300944"/>
                  <a:pt x="1214570" y="1325805"/>
                  <a:pt x="999942" y="1354284"/>
                </a:cubicBezTo>
                <a:cubicBezTo>
                  <a:pt x="826403" y="1377240"/>
                  <a:pt x="647744" y="1400957"/>
                  <a:pt x="484705" y="1450487"/>
                </a:cubicBezTo>
                <a:cubicBezTo>
                  <a:pt x="355831" y="1489635"/>
                  <a:pt x="231387" y="1544374"/>
                  <a:pt x="113310" y="1613700"/>
                </a:cubicBezTo>
                <a:lnTo>
                  <a:pt x="39668" y="1660822"/>
                </a:lnTo>
                <a:lnTo>
                  <a:pt x="0" y="1660822"/>
                </a:lnTo>
                <a:lnTo>
                  <a:pt x="96701" y="1598934"/>
                </a:lnTo>
                <a:cubicBezTo>
                  <a:pt x="216635" y="1528533"/>
                  <a:pt x="343196" y="1472919"/>
                  <a:pt x="474335" y="1433056"/>
                </a:cubicBezTo>
                <a:cubicBezTo>
                  <a:pt x="639999" y="1382669"/>
                  <a:pt x="820102" y="1358856"/>
                  <a:pt x="994299" y="1335806"/>
                </a:cubicBezTo>
                <a:cubicBezTo>
                  <a:pt x="1210239" y="1307231"/>
                  <a:pt x="1404650" y="1282275"/>
                  <a:pt x="1605231" y="1265702"/>
                </a:cubicBezTo>
                <a:cubicBezTo>
                  <a:pt x="1656428" y="1261511"/>
                  <a:pt x="1708411" y="1257987"/>
                  <a:pt x="1758819" y="1254558"/>
                </a:cubicBezTo>
                <a:cubicBezTo>
                  <a:pt x="1877487" y="1246557"/>
                  <a:pt x="2000094" y="1238365"/>
                  <a:pt x="2118106" y="1220077"/>
                </a:cubicBezTo>
                <a:cubicBezTo>
                  <a:pt x="2239531" y="1201313"/>
                  <a:pt x="2359513" y="1172357"/>
                  <a:pt x="2475557" y="1144353"/>
                </a:cubicBezTo>
                <a:cubicBezTo>
                  <a:pt x="2508243" y="1136448"/>
                  <a:pt x="2541060" y="1128542"/>
                  <a:pt x="2573878" y="1120827"/>
                </a:cubicBezTo>
                <a:cubicBezTo>
                  <a:pt x="2684276" y="1094919"/>
                  <a:pt x="2797694" y="1071963"/>
                  <a:pt x="2907437" y="1049675"/>
                </a:cubicBezTo>
                <a:cubicBezTo>
                  <a:pt x="2978061" y="1035387"/>
                  <a:pt x="3051178" y="1020528"/>
                  <a:pt x="3122589" y="1005098"/>
                </a:cubicBezTo>
                <a:cubicBezTo>
                  <a:pt x="3206997" y="986810"/>
                  <a:pt x="3302823" y="966141"/>
                  <a:pt x="3391169" y="935756"/>
                </a:cubicBezTo>
                <a:cubicBezTo>
                  <a:pt x="3494479" y="900132"/>
                  <a:pt x="3578886" y="856508"/>
                  <a:pt x="3642290" y="806216"/>
                </a:cubicBezTo>
                <a:cubicBezTo>
                  <a:pt x="3720133" y="744303"/>
                  <a:pt x="3773953" y="668103"/>
                  <a:pt x="3825937" y="594475"/>
                </a:cubicBezTo>
                <a:cubicBezTo>
                  <a:pt x="3837621" y="577902"/>
                  <a:pt x="3849435" y="561233"/>
                  <a:pt x="3861381" y="544755"/>
                </a:cubicBezTo>
                <a:cubicBezTo>
                  <a:pt x="3889997" y="505416"/>
                  <a:pt x="3920715" y="465983"/>
                  <a:pt x="3950381" y="427978"/>
                </a:cubicBezTo>
                <a:cubicBezTo>
                  <a:pt x="4007353" y="354921"/>
                  <a:pt x="4066163" y="279388"/>
                  <a:pt x="4112370" y="201378"/>
                </a:cubicBezTo>
                <a:cubicBezTo>
                  <a:pt x="4144662" y="146800"/>
                  <a:pt x="4170785" y="89364"/>
                  <a:pt x="4195989" y="3383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31" name="Graphic 141">
            <a:extLst>
              <a:ext uri="{FF2B5EF4-FFF2-40B4-BE49-F238E27FC236}">
                <a16:creationId xmlns:a16="http://schemas.microsoft.com/office/drawing/2014/main" id="{03E9870D-4BBA-43AF-8D44-BBADF020CF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15178"/>
            <a:ext cx="2198951" cy="3331254"/>
            <a:chOff x="4473129" y="923925"/>
            <a:chExt cx="3308947" cy="5012817"/>
          </a:xfrm>
          <a:noFill/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34BC5055-C77D-43CD-BB1D-A77B6779CD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85988" y="924020"/>
              <a:ext cx="3296088" cy="5012722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DB12D0B8-9385-489A-85AE-3D14AD0BA2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923925"/>
              <a:ext cx="2977477" cy="462714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D158A14A-147E-4130-A5E2-38FD84B181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94561" y="923925"/>
              <a:ext cx="2356712" cy="4118991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75B8B1EB-5E2B-472C-AE60-2EC5961F16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923925"/>
              <a:ext cx="2059193" cy="3980116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B4F5BD77-58D7-4B61-A666-1B4139A63A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85131" y="1719357"/>
              <a:ext cx="743796" cy="2867501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F5CBEC6B-EDB6-40B8-8771-E5AF41B8D6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1912731"/>
              <a:ext cx="597294" cy="2543540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91BD0EE8-AA47-4044-9251-9F5A4B8201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91417" y="2227197"/>
              <a:ext cx="389425" cy="2011236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33" name="Graphic 157">
            <a:extLst>
              <a:ext uri="{FF2B5EF4-FFF2-40B4-BE49-F238E27FC236}">
                <a16:creationId xmlns:a16="http://schemas.microsoft.com/office/drawing/2014/main" id="{C3279E8D-2BAA-4CB1-834B-09FADD54DE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610600" y="3276600"/>
            <a:ext cx="3529260" cy="3581398"/>
            <a:chOff x="4114800" y="1423987"/>
            <a:chExt cx="3961542" cy="4007547"/>
          </a:xfrm>
          <a:noFill/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3456F18E-4F61-486D-9CD6-65B30372C5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114800" y="1423987"/>
              <a:ext cx="3946874" cy="3989641"/>
            </a:xfrm>
            <a:custGeom>
              <a:avLst/>
              <a:gdLst>
                <a:gd name="connsiteX0" fmla="*/ 0 w 3946874"/>
                <a:gd name="connsiteY0" fmla="*/ 3989641 h 3989641"/>
                <a:gd name="connsiteX1" fmla="*/ 79439 w 3946874"/>
                <a:gd name="connsiteY1" fmla="*/ 3891153 h 3989641"/>
                <a:gd name="connsiteX2" fmla="*/ 297371 w 3946874"/>
                <a:gd name="connsiteY2" fmla="*/ 3626930 h 3989641"/>
                <a:gd name="connsiteX3" fmla="*/ 454343 w 3946874"/>
                <a:gd name="connsiteY3" fmla="*/ 3440335 h 3989641"/>
                <a:gd name="connsiteX4" fmla="*/ 622363 w 3946874"/>
                <a:gd name="connsiteY4" fmla="*/ 3290697 h 3989641"/>
                <a:gd name="connsiteX5" fmla="*/ 927068 w 3946874"/>
                <a:gd name="connsiteY5" fmla="*/ 3087434 h 3989641"/>
                <a:gd name="connsiteX6" fmla="*/ 1176338 w 3946874"/>
                <a:gd name="connsiteY6" fmla="*/ 2915603 h 3989641"/>
                <a:gd name="connsiteX7" fmla="*/ 1394270 w 3946874"/>
                <a:gd name="connsiteY7" fmla="*/ 2780729 h 3989641"/>
                <a:gd name="connsiteX8" fmla="*/ 1601057 w 3946874"/>
                <a:gd name="connsiteY8" fmla="*/ 2723483 h 3989641"/>
                <a:gd name="connsiteX9" fmla="*/ 1756220 w 3946874"/>
                <a:gd name="connsiteY9" fmla="*/ 2743772 h 3989641"/>
                <a:gd name="connsiteX10" fmla="*/ 1889189 w 3946874"/>
                <a:gd name="connsiteY10" fmla="*/ 2765965 h 3989641"/>
                <a:gd name="connsiteX11" fmla="*/ 2007394 w 3946874"/>
                <a:gd name="connsiteY11" fmla="*/ 2765965 h 3989641"/>
                <a:gd name="connsiteX12" fmla="*/ 2184654 w 3946874"/>
                <a:gd name="connsiteY12" fmla="*/ 2671763 h 3989641"/>
                <a:gd name="connsiteX13" fmla="*/ 2372773 w 3946874"/>
                <a:gd name="connsiteY13" fmla="*/ 2538984 h 3989641"/>
                <a:gd name="connsiteX14" fmla="*/ 2439543 w 3946874"/>
                <a:gd name="connsiteY14" fmla="*/ 2510504 h 3989641"/>
                <a:gd name="connsiteX15" fmla="*/ 2650617 w 3946874"/>
                <a:gd name="connsiteY15" fmla="*/ 2434781 h 3989641"/>
                <a:gd name="connsiteX16" fmla="*/ 2785110 w 3946874"/>
                <a:gd name="connsiteY16" fmla="*/ 2383060 h 3989641"/>
                <a:gd name="connsiteX17" fmla="*/ 2897315 w 3946874"/>
                <a:gd name="connsiteY17" fmla="*/ 2318861 h 3989641"/>
                <a:gd name="connsiteX18" fmla="*/ 2997994 w 3946874"/>
                <a:gd name="connsiteY18" fmla="*/ 2226183 h 3989641"/>
                <a:gd name="connsiteX19" fmla="*/ 3061240 w 3946874"/>
                <a:gd name="connsiteY19" fmla="*/ 2141506 h 3989641"/>
                <a:gd name="connsiteX20" fmla="*/ 3152108 w 3946874"/>
                <a:gd name="connsiteY20" fmla="*/ 2005203 h 3989641"/>
                <a:gd name="connsiteX21" fmla="*/ 3274124 w 3946874"/>
                <a:gd name="connsiteY21" fmla="*/ 1871567 h 3989641"/>
                <a:gd name="connsiteX22" fmla="*/ 3388138 w 3946874"/>
                <a:gd name="connsiteY22" fmla="*/ 1770888 h 3989641"/>
                <a:gd name="connsiteX23" fmla="*/ 3466529 w 3946874"/>
                <a:gd name="connsiteY23" fmla="*/ 1679162 h 3989641"/>
                <a:gd name="connsiteX24" fmla="*/ 3538633 w 3946874"/>
                <a:gd name="connsiteY24" fmla="*/ 1551718 h 3989641"/>
                <a:gd name="connsiteX25" fmla="*/ 3588544 w 3946874"/>
                <a:gd name="connsiteY25" fmla="*/ 1376172 h 3989641"/>
                <a:gd name="connsiteX26" fmla="*/ 3597402 w 3946874"/>
                <a:gd name="connsiteY26" fmla="*/ 1293305 h 3989641"/>
                <a:gd name="connsiteX27" fmla="*/ 3721227 w 3946874"/>
                <a:gd name="connsiteY27" fmla="*/ 880491 h 3989641"/>
                <a:gd name="connsiteX28" fmla="*/ 3761137 w 3946874"/>
                <a:gd name="connsiteY28" fmla="*/ 463677 h 3989641"/>
                <a:gd name="connsiteX29" fmla="*/ 3946874 w 3946874"/>
                <a:gd name="connsiteY29" fmla="*/ 0 h 3989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946874" h="3989641">
                  <a:moveTo>
                    <a:pt x="0" y="3989641"/>
                  </a:moveTo>
                  <a:cubicBezTo>
                    <a:pt x="19050" y="3957257"/>
                    <a:pt x="50959" y="3916013"/>
                    <a:pt x="79439" y="3891153"/>
                  </a:cubicBezTo>
                  <a:cubicBezTo>
                    <a:pt x="165544" y="3815906"/>
                    <a:pt x="227933" y="3717989"/>
                    <a:pt x="297371" y="3626930"/>
                  </a:cubicBezTo>
                  <a:cubicBezTo>
                    <a:pt x="346615" y="3562255"/>
                    <a:pt x="398050" y="3499009"/>
                    <a:pt x="454343" y="3440335"/>
                  </a:cubicBezTo>
                  <a:cubicBezTo>
                    <a:pt x="506349" y="3386042"/>
                    <a:pt x="562642" y="3336227"/>
                    <a:pt x="622363" y="3290697"/>
                  </a:cubicBezTo>
                  <a:cubicBezTo>
                    <a:pt x="719519" y="3216688"/>
                    <a:pt x="824960" y="3154585"/>
                    <a:pt x="927068" y="3087434"/>
                  </a:cubicBezTo>
                  <a:cubicBezTo>
                    <a:pt x="1011365" y="3031998"/>
                    <a:pt x="1093565" y="2973324"/>
                    <a:pt x="1176338" y="2915603"/>
                  </a:cubicBezTo>
                  <a:cubicBezTo>
                    <a:pt x="1246537" y="2866644"/>
                    <a:pt x="1317308" y="2818066"/>
                    <a:pt x="1394270" y="2780729"/>
                  </a:cubicBezTo>
                  <a:cubicBezTo>
                    <a:pt x="1459421" y="2749106"/>
                    <a:pt x="1528763" y="2724436"/>
                    <a:pt x="1601057" y="2723483"/>
                  </a:cubicBezTo>
                  <a:cubicBezTo>
                    <a:pt x="1653350" y="2722721"/>
                    <a:pt x="1704785" y="2733485"/>
                    <a:pt x="1756220" y="2743772"/>
                  </a:cubicBezTo>
                  <a:cubicBezTo>
                    <a:pt x="1800320" y="2752630"/>
                    <a:pt x="1844612" y="2760250"/>
                    <a:pt x="1889189" y="2765965"/>
                  </a:cubicBezTo>
                  <a:cubicBezTo>
                    <a:pt x="1928622" y="2771013"/>
                    <a:pt x="1968437" y="2773299"/>
                    <a:pt x="2007394" y="2765965"/>
                  </a:cubicBezTo>
                  <a:cubicBezTo>
                    <a:pt x="2073878" y="2753487"/>
                    <a:pt x="2130647" y="2712911"/>
                    <a:pt x="2184654" y="2671763"/>
                  </a:cubicBezTo>
                  <a:cubicBezTo>
                    <a:pt x="2245900" y="2625090"/>
                    <a:pt x="2304002" y="2573465"/>
                    <a:pt x="2372773" y="2538984"/>
                  </a:cubicBezTo>
                  <a:cubicBezTo>
                    <a:pt x="2394395" y="2528126"/>
                    <a:pt x="2416874" y="2518982"/>
                    <a:pt x="2439543" y="2510504"/>
                  </a:cubicBezTo>
                  <a:cubicBezTo>
                    <a:pt x="2509552" y="2484215"/>
                    <a:pt x="2580037" y="2459450"/>
                    <a:pt x="2650617" y="2434781"/>
                  </a:cubicBezTo>
                  <a:cubicBezTo>
                    <a:pt x="2695956" y="2418874"/>
                    <a:pt x="2741295" y="2402872"/>
                    <a:pt x="2785110" y="2383060"/>
                  </a:cubicBezTo>
                  <a:cubicBezTo>
                    <a:pt x="2824448" y="2365248"/>
                    <a:pt x="2862358" y="2344198"/>
                    <a:pt x="2897315" y="2318861"/>
                  </a:cubicBezTo>
                  <a:cubicBezTo>
                    <a:pt x="2934367" y="2292096"/>
                    <a:pt x="2968085" y="2260854"/>
                    <a:pt x="2997994" y="2226183"/>
                  </a:cubicBezTo>
                  <a:cubicBezTo>
                    <a:pt x="3020949" y="2199513"/>
                    <a:pt x="3041714" y="2170938"/>
                    <a:pt x="3061240" y="2141506"/>
                  </a:cubicBezTo>
                  <a:cubicBezTo>
                    <a:pt x="3091529" y="2095976"/>
                    <a:pt x="3119533" y="2049018"/>
                    <a:pt x="3152108" y="2005203"/>
                  </a:cubicBezTo>
                  <a:cubicBezTo>
                    <a:pt x="3188113" y="1956626"/>
                    <a:pt x="3229261" y="1912144"/>
                    <a:pt x="3274124" y="1871567"/>
                  </a:cubicBezTo>
                  <a:cubicBezTo>
                    <a:pt x="3311747" y="1837563"/>
                    <a:pt x="3351848" y="1806321"/>
                    <a:pt x="3388138" y="1770888"/>
                  </a:cubicBezTo>
                  <a:cubicBezTo>
                    <a:pt x="3416999" y="1742694"/>
                    <a:pt x="3443002" y="1711833"/>
                    <a:pt x="3466529" y="1679162"/>
                  </a:cubicBezTo>
                  <a:cubicBezTo>
                    <a:pt x="3495008" y="1639348"/>
                    <a:pt x="3519392" y="1596771"/>
                    <a:pt x="3538633" y="1551718"/>
                  </a:cubicBezTo>
                  <a:cubicBezTo>
                    <a:pt x="3562731" y="1495616"/>
                    <a:pt x="3578924" y="1436465"/>
                    <a:pt x="3588544" y="1376172"/>
                  </a:cubicBezTo>
                  <a:cubicBezTo>
                    <a:pt x="3592925" y="1348740"/>
                    <a:pt x="3595688" y="1321022"/>
                    <a:pt x="3597402" y="1293305"/>
                  </a:cubicBezTo>
                  <a:cubicBezTo>
                    <a:pt x="3605974" y="1155859"/>
                    <a:pt x="3717703" y="1018127"/>
                    <a:pt x="3721227" y="880491"/>
                  </a:cubicBezTo>
                  <a:cubicBezTo>
                    <a:pt x="3724751" y="740855"/>
                    <a:pt x="3743135" y="602171"/>
                    <a:pt x="3761137" y="463677"/>
                  </a:cubicBezTo>
                  <a:cubicBezTo>
                    <a:pt x="3776186" y="347758"/>
                    <a:pt x="3934968" y="116205"/>
                    <a:pt x="3946874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318DDF45-08F0-46B6-A0B7-133735C94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95978" y="2441733"/>
              <a:ext cx="3665410" cy="2985611"/>
            </a:xfrm>
            <a:custGeom>
              <a:avLst/>
              <a:gdLst>
                <a:gd name="connsiteX0" fmla="*/ 0 w 3665410"/>
                <a:gd name="connsiteY0" fmla="*/ 2985611 h 2985611"/>
                <a:gd name="connsiteX1" fmla="*/ 166211 w 3665410"/>
                <a:gd name="connsiteY1" fmla="*/ 2699766 h 2985611"/>
                <a:gd name="connsiteX2" fmla="*/ 397002 w 3665410"/>
                <a:gd name="connsiteY2" fmla="*/ 2414969 h 2985611"/>
                <a:gd name="connsiteX3" fmla="*/ 620173 w 3665410"/>
                <a:gd name="connsiteY3" fmla="*/ 2237899 h 2985611"/>
                <a:gd name="connsiteX4" fmla="*/ 823341 w 3665410"/>
                <a:gd name="connsiteY4" fmla="*/ 2085499 h 2985611"/>
                <a:gd name="connsiteX5" fmla="*/ 1089565 w 3665410"/>
                <a:gd name="connsiteY5" fmla="*/ 1911477 h 2985611"/>
                <a:gd name="connsiteX6" fmla="*/ 1145000 w 3665410"/>
                <a:gd name="connsiteY6" fmla="*/ 1886807 h 2985611"/>
                <a:gd name="connsiteX7" fmla="*/ 1375791 w 3665410"/>
                <a:gd name="connsiteY7" fmla="*/ 1842135 h 2985611"/>
                <a:gd name="connsiteX8" fmla="*/ 1486567 w 3665410"/>
                <a:gd name="connsiteY8" fmla="*/ 1857566 h 2985611"/>
                <a:gd name="connsiteX9" fmla="*/ 1568101 w 3665410"/>
                <a:gd name="connsiteY9" fmla="*/ 1871377 h 2985611"/>
                <a:gd name="connsiteX10" fmla="*/ 1810607 w 3665410"/>
                <a:gd name="connsiteY10" fmla="*/ 1871377 h 2985611"/>
                <a:gd name="connsiteX11" fmla="*/ 1997964 w 3665410"/>
                <a:gd name="connsiteY11" fmla="*/ 1790605 h 2985611"/>
                <a:gd name="connsiteX12" fmla="*/ 2109883 w 3665410"/>
                <a:gd name="connsiteY12" fmla="*/ 1702784 h 2985611"/>
                <a:gd name="connsiteX13" fmla="*/ 2321433 w 3665410"/>
                <a:gd name="connsiteY13" fmla="*/ 1552384 h 2985611"/>
                <a:gd name="connsiteX14" fmla="*/ 2558891 w 3665410"/>
                <a:gd name="connsiteY14" fmla="*/ 1453420 h 2985611"/>
                <a:gd name="connsiteX15" fmla="*/ 2709767 w 3665410"/>
                <a:gd name="connsiteY15" fmla="*/ 1377887 h 2985611"/>
                <a:gd name="connsiteX16" fmla="*/ 2885408 w 3665410"/>
                <a:gd name="connsiteY16" fmla="*/ 1237393 h 2985611"/>
                <a:gd name="connsiteX17" fmla="*/ 3017711 w 3665410"/>
                <a:gd name="connsiteY17" fmla="*/ 1072229 h 2985611"/>
                <a:gd name="connsiteX18" fmla="*/ 3150680 w 3665410"/>
                <a:gd name="connsiteY18" fmla="*/ 921830 h 2985611"/>
                <a:gd name="connsiteX19" fmla="*/ 3255169 w 3665410"/>
                <a:gd name="connsiteY19" fmla="*/ 801815 h 2985611"/>
                <a:gd name="connsiteX20" fmla="*/ 3339275 w 3665410"/>
                <a:gd name="connsiteY20" fmla="*/ 694182 h 2985611"/>
                <a:gd name="connsiteX21" fmla="*/ 3409188 w 3665410"/>
                <a:gd name="connsiteY21" fmla="*/ 546926 h 2985611"/>
                <a:gd name="connsiteX22" fmla="*/ 3464243 w 3665410"/>
                <a:gd name="connsiteY22" fmla="*/ 347663 h 2985611"/>
                <a:gd name="connsiteX23" fmla="*/ 3665411 w 3665410"/>
                <a:gd name="connsiteY23" fmla="*/ 0 h 29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665410" h="2985611">
                  <a:moveTo>
                    <a:pt x="0" y="2985611"/>
                  </a:moveTo>
                  <a:cubicBezTo>
                    <a:pt x="0" y="2985611"/>
                    <a:pt x="86773" y="2802827"/>
                    <a:pt x="166211" y="2699766"/>
                  </a:cubicBezTo>
                  <a:cubicBezTo>
                    <a:pt x="240983" y="2602706"/>
                    <a:pt x="309182" y="2500122"/>
                    <a:pt x="397002" y="2414969"/>
                  </a:cubicBezTo>
                  <a:cubicBezTo>
                    <a:pt x="465296" y="2348865"/>
                    <a:pt x="543592" y="2294477"/>
                    <a:pt x="620173" y="2237899"/>
                  </a:cubicBezTo>
                  <a:cubicBezTo>
                    <a:pt x="688277" y="2187607"/>
                    <a:pt x="755333" y="2135886"/>
                    <a:pt x="823341" y="2085499"/>
                  </a:cubicBezTo>
                  <a:cubicBezTo>
                    <a:pt x="908685" y="2022253"/>
                    <a:pt x="994791" y="1959197"/>
                    <a:pt x="1089565" y="1911477"/>
                  </a:cubicBezTo>
                  <a:cubicBezTo>
                    <a:pt x="1107662" y="1902428"/>
                    <a:pt x="1126141" y="1894141"/>
                    <a:pt x="1145000" y="1886807"/>
                  </a:cubicBezTo>
                  <a:cubicBezTo>
                    <a:pt x="1218819" y="1858232"/>
                    <a:pt x="1296924" y="1838611"/>
                    <a:pt x="1375791" y="1842135"/>
                  </a:cubicBezTo>
                  <a:cubicBezTo>
                    <a:pt x="1413129" y="1843754"/>
                    <a:pt x="1449896" y="1850422"/>
                    <a:pt x="1486567" y="1857566"/>
                  </a:cubicBezTo>
                  <a:cubicBezTo>
                    <a:pt x="1513618" y="1862804"/>
                    <a:pt x="1540859" y="1867376"/>
                    <a:pt x="1568101" y="1871377"/>
                  </a:cubicBezTo>
                  <a:cubicBezTo>
                    <a:pt x="1648778" y="1883188"/>
                    <a:pt x="1730978" y="1887665"/>
                    <a:pt x="1810607" y="1871377"/>
                  </a:cubicBezTo>
                  <a:cubicBezTo>
                    <a:pt x="1877854" y="1857661"/>
                    <a:pt x="1941100" y="1829086"/>
                    <a:pt x="1997964" y="1790605"/>
                  </a:cubicBezTo>
                  <a:cubicBezTo>
                    <a:pt x="2037302" y="1764030"/>
                    <a:pt x="2073497" y="1733264"/>
                    <a:pt x="2109883" y="1702784"/>
                  </a:cubicBezTo>
                  <a:cubicBezTo>
                    <a:pt x="2176367" y="1647063"/>
                    <a:pt x="2244852" y="1593151"/>
                    <a:pt x="2321433" y="1552384"/>
                  </a:cubicBezTo>
                  <a:cubicBezTo>
                    <a:pt x="2397157" y="1512094"/>
                    <a:pt x="2479548" y="1486281"/>
                    <a:pt x="2558891" y="1453420"/>
                  </a:cubicBezTo>
                  <a:cubicBezTo>
                    <a:pt x="2610898" y="1431798"/>
                    <a:pt x="2661571" y="1407033"/>
                    <a:pt x="2709767" y="1377887"/>
                  </a:cubicBezTo>
                  <a:cubicBezTo>
                    <a:pt x="2774252" y="1338929"/>
                    <a:pt x="2834069" y="1292447"/>
                    <a:pt x="2885408" y="1237393"/>
                  </a:cubicBezTo>
                  <a:cubicBezTo>
                    <a:pt x="2933605" y="1185767"/>
                    <a:pt x="2973324" y="1127093"/>
                    <a:pt x="3017711" y="1072229"/>
                  </a:cubicBezTo>
                  <a:cubicBezTo>
                    <a:pt x="3059811" y="1020223"/>
                    <a:pt x="3105912" y="971645"/>
                    <a:pt x="3150680" y="921830"/>
                  </a:cubicBezTo>
                  <a:cubicBezTo>
                    <a:pt x="3186113" y="882396"/>
                    <a:pt x="3220593" y="842010"/>
                    <a:pt x="3255169" y="801815"/>
                  </a:cubicBezTo>
                  <a:cubicBezTo>
                    <a:pt x="3284887" y="767239"/>
                    <a:pt x="3314605" y="732473"/>
                    <a:pt x="3339275" y="694182"/>
                  </a:cubicBezTo>
                  <a:cubicBezTo>
                    <a:pt x="3368707" y="648367"/>
                    <a:pt x="3390138" y="597980"/>
                    <a:pt x="3409188" y="546926"/>
                  </a:cubicBezTo>
                  <a:cubicBezTo>
                    <a:pt x="3433382" y="482156"/>
                    <a:pt x="3453384" y="415861"/>
                    <a:pt x="3464243" y="347663"/>
                  </a:cubicBezTo>
                  <a:cubicBezTo>
                    <a:pt x="3476244" y="272224"/>
                    <a:pt x="3661696" y="76295"/>
                    <a:pt x="366541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B9D0CC0F-710D-43F4-BC86-7637674201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90402" y="5229700"/>
              <a:ext cx="285940" cy="199072"/>
            </a:xfrm>
            <a:custGeom>
              <a:avLst/>
              <a:gdLst>
                <a:gd name="connsiteX0" fmla="*/ 0 w 285940"/>
                <a:gd name="connsiteY0" fmla="*/ 199073 h 199072"/>
                <a:gd name="connsiteX1" fmla="*/ 285940 w 285940"/>
                <a:gd name="connsiteY1" fmla="*/ 0 h 199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85940" h="199072">
                  <a:moveTo>
                    <a:pt x="0" y="199073"/>
                  </a:moveTo>
                  <a:cubicBezTo>
                    <a:pt x="0" y="199073"/>
                    <a:pt x="242125" y="39243"/>
                    <a:pt x="28594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6FB36AB6-CB81-495A-8A33-C0BCE67D6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393114" y="5049773"/>
              <a:ext cx="655796" cy="381190"/>
            </a:xfrm>
            <a:custGeom>
              <a:avLst/>
              <a:gdLst>
                <a:gd name="connsiteX0" fmla="*/ 0 w 655796"/>
                <a:gd name="connsiteY0" fmla="*/ 381190 h 381190"/>
                <a:gd name="connsiteX1" fmla="*/ 655796 w 655796"/>
                <a:gd name="connsiteY1" fmla="*/ 0 h 381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5796" h="381190">
                  <a:moveTo>
                    <a:pt x="0" y="381190"/>
                  </a:moveTo>
                  <a:cubicBezTo>
                    <a:pt x="0" y="381190"/>
                    <a:pt x="461105" y="172117"/>
                    <a:pt x="65579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1993F7E6-ABF6-482D-BEA5-B4E607DDB4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154072" y="3867816"/>
              <a:ext cx="2907315" cy="1544764"/>
            </a:xfrm>
            <a:custGeom>
              <a:avLst/>
              <a:gdLst>
                <a:gd name="connsiteX0" fmla="*/ 0 w 2907315"/>
                <a:gd name="connsiteY0" fmla="*/ 1544764 h 1544764"/>
                <a:gd name="connsiteX1" fmla="*/ 201644 w 2907315"/>
                <a:gd name="connsiteY1" fmla="*/ 1352550 h 1544764"/>
                <a:gd name="connsiteX2" fmla="*/ 423196 w 2907315"/>
                <a:gd name="connsiteY2" fmla="*/ 1196054 h 1544764"/>
                <a:gd name="connsiteX3" fmla="*/ 782193 w 2907315"/>
                <a:gd name="connsiteY3" fmla="*/ 1099947 h 1544764"/>
                <a:gd name="connsiteX4" fmla="*/ 1052513 w 2907315"/>
                <a:gd name="connsiteY4" fmla="*/ 1042321 h 1544764"/>
                <a:gd name="connsiteX5" fmla="*/ 1311783 w 2907315"/>
                <a:gd name="connsiteY5" fmla="*/ 1056037 h 1544764"/>
                <a:gd name="connsiteX6" fmla="*/ 1484662 w 2907315"/>
                <a:gd name="connsiteY6" fmla="*/ 1083469 h 1544764"/>
                <a:gd name="connsiteX7" fmla="*/ 1788224 w 2907315"/>
                <a:gd name="connsiteY7" fmla="*/ 1023080 h 1544764"/>
                <a:gd name="connsiteX8" fmla="*/ 2269045 w 2907315"/>
                <a:gd name="connsiteY8" fmla="*/ 734758 h 1544764"/>
                <a:gd name="connsiteX9" fmla="*/ 2534984 w 2907315"/>
                <a:gd name="connsiteY9" fmla="*/ 572738 h 1544764"/>
                <a:gd name="connsiteX10" fmla="*/ 2907316 w 2907315"/>
                <a:gd name="connsiteY10" fmla="*/ 0 h 1544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7315" h="1544764">
                  <a:moveTo>
                    <a:pt x="0" y="1544764"/>
                  </a:moveTo>
                  <a:cubicBezTo>
                    <a:pt x="0" y="1544764"/>
                    <a:pt x="98012" y="1443990"/>
                    <a:pt x="201644" y="1352550"/>
                  </a:cubicBezTo>
                  <a:cubicBezTo>
                    <a:pt x="271272" y="1291209"/>
                    <a:pt x="343662" y="1234249"/>
                    <a:pt x="423196" y="1196054"/>
                  </a:cubicBezTo>
                  <a:cubicBezTo>
                    <a:pt x="537591" y="1141095"/>
                    <a:pt x="661226" y="1127189"/>
                    <a:pt x="782193" y="1099947"/>
                  </a:cubicBezTo>
                  <a:cubicBezTo>
                    <a:pt x="872300" y="1079659"/>
                    <a:pt x="961358" y="1051370"/>
                    <a:pt x="1052513" y="1042321"/>
                  </a:cubicBezTo>
                  <a:cubicBezTo>
                    <a:pt x="1139000" y="1033653"/>
                    <a:pt x="1225868" y="1040321"/>
                    <a:pt x="1311783" y="1056037"/>
                  </a:cubicBezTo>
                  <a:cubicBezTo>
                    <a:pt x="1369314" y="1066609"/>
                    <a:pt x="1426559" y="1079373"/>
                    <a:pt x="1484662" y="1083469"/>
                  </a:cubicBezTo>
                  <a:cubicBezTo>
                    <a:pt x="1587913" y="1090803"/>
                    <a:pt x="1690402" y="1064800"/>
                    <a:pt x="1788224" y="1023080"/>
                  </a:cubicBezTo>
                  <a:cubicBezTo>
                    <a:pt x="1956721" y="951262"/>
                    <a:pt x="2106549" y="825722"/>
                    <a:pt x="2269045" y="734758"/>
                  </a:cubicBezTo>
                  <a:cubicBezTo>
                    <a:pt x="2359438" y="684181"/>
                    <a:pt x="2452497" y="640556"/>
                    <a:pt x="2534984" y="572738"/>
                  </a:cubicBezTo>
                  <a:cubicBezTo>
                    <a:pt x="2673001" y="459391"/>
                    <a:pt x="2847023" y="191453"/>
                    <a:pt x="290731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DCA0B097-C21A-40B4-95E4-2FFA9697F8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07946" y="3479100"/>
              <a:ext cx="3168300" cy="1952434"/>
            </a:xfrm>
            <a:custGeom>
              <a:avLst/>
              <a:gdLst>
                <a:gd name="connsiteX0" fmla="*/ 0 w 3168300"/>
                <a:gd name="connsiteY0" fmla="*/ 1952435 h 1952434"/>
                <a:gd name="connsiteX1" fmla="*/ 202121 w 3168300"/>
                <a:gd name="connsiteY1" fmla="*/ 1687068 h 1952434"/>
                <a:gd name="connsiteX2" fmla="*/ 545116 w 3168300"/>
                <a:gd name="connsiteY2" fmla="*/ 1450277 h 1952434"/>
                <a:gd name="connsiteX3" fmla="*/ 906780 w 3168300"/>
                <a:gd name="connsiteY3" fmla="*/ 1354455 h 1952434"/>
                <a:gd name="connsiteX4" fmla="*/ 1332262 w 3168300"/>
                <a:gd name="connsiteY4" fmla="*/ 1285304 h 1952434"/>
                <a:gd name="connsiteX5" fmla="*/ 1691259 w 3168300"/>
                <a:gd name="connsiteY5" fmla="*/ 1240060 h 1952434"/>
                <a:gd name="connsiteX6" fmla="*/ 2010346 w 3168300"/>
                <a:gd name="connsiteY6" fmla="*/ 1141667 h 1952434"/>
                <a:gd name="connsiteX7" fmla="*/ 2393252 w 3168300"/>
                <a:gd name="connsiteY7" fmla="*/ 1027271 h 1952434"/>
                <a:gd name="connsiteX8" fmla="*/ 2582037 w 3168300"/>
                <a:gd name="connsiteY8" fmla="*/ 958120 h 1952434"/>
                <a:gd name="connsiteX9" fmla="*/ 2760155 w 3168300"/>
                <a:gd name="connsiteY9" fmla="*/ 827723 h 1952434"/>
                <a:gd name="connsiteX10" fmla="*/ 2914364 w 3168300"/>
                <a:gd name="connsiteY10" fmla="*/ 567023 h 1952434"/>
                <a:gd name="connsiteX11" fmla="*/ 3168301 w 3168300"/>
                <a:gd name="connsiteY11" fmla="*/ 0 h 1952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68300" h="1952434">
                  <a:moveTo>
                    <a:pt x="0" y="1952435"/>
                  </a:moveTo>
                  <a:cubicBezTo>
                    <a:pt x="0" y="1952435"/>
                    <a:pt x="91059" y="1796415"/>
                    <a:pt x="202121" y="1687068"/>
                  </a:cubicBezTo>
                  <a:cubicBezTo>
                    <a:pt x="301943" y="1588675"/>
                    <a:pt x="416528" y="1505617"/>
                    <a:pt x="545116" y="1450277"/>
                  </a:cubicBezTo>
                  <a:cubicBezTo>
                    <a:pt x="659987" y="1400747"/>
                    <a:pt x="783622" y="1377601"/>
                    <a:pt x="906780" y="1354455"/>
                  </a:cubicBezTo>
                  <a:cubicBezTo>
                    <a:pt x="1048036" y="1327976"/>
                    <a:pt x="1189482" y="1301972"/>
                    <a:pt x="1332262" y="1285304"/>
                  </a:cubicBezTo>
                  <a:cubicBezTo>
                    <a:pt x="1452182" y="1271302"/>
                    <a:pt x="1573340" y="1265873"/>
                    <a:pt x="1691259" y="1240060"/>
                  </a:cubicBezTo>
                  <a:cubicBezTo>
                    <a:pt x="1800035" y="1216247"/>
                    <a:pt x="1904619" y="1176718"/>
                    <a:pt x="2010346" y="1141667"/>
                  </a:cubicBezTo>
                  <a:cubicBezTo>
                    <a:pt x="2136743" y="1099661"/>
                    <a:pt x="2265902" y="1066229"/>
                    <a:pt x="2393252" y="1027271"/>
                  </a:cubicBezTo>
                  <a:cubicBezTo>
                    <a:pt x="2457450" y="1007650"/>
                    <a:pt x="2521744" y="987552"/>
                    <a:pt x="2582037" y="958120"/>
                  </a:cubicBezTo>
                  <a:cubicBezTo>
                    <a:pt x="2648807" y="925449"/>
                    <a:pt x="2710815" y="883349"/>
                    <a:pt x="2760155" y="827723"/>
                  </a:cubicBezTo>
                  <a:cubicBezTo>
                    <a:pt x="2827496" y="751904"/>
                    <a:pt x="2867978" y="657511"/>
                    <a:pt x="2914364" y="567023"/>
                  </a:cubicBezTo>
                  <a:cubicBezTo>
                    <a:pt x="2972753" y="453200"/>
                    <a:pt x="3119152" y="118015"/>
                    <a:pt x="316830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AB2AF0F5-7EAA-4BAB-8DE2-D84E124170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04778" y="2976752"/>
              <a:ext cx="3356800" cy="2452020"/>
            </a:xfrm>
            <a:custGeom>
              <a:avLst/>
              <a:gdLst>
                <a:gd name="connsiteX0" fmla="*/ 0 w 3356800"/>
                <a:gd name="connsiteY0" fmla="*/ 2452021 h 2452020"/>
                <a:gd name="connsiteX1" fmla="*/ 130874 w 3356800"/>
                <a:gd name="connsiteY1" fmla="*/ 2247710 h 2452020"/>
                <a:gd name="connsiteX2" fmla="*/ 437197 w 3356800"/>
                <a:gd name="connsiteY2" fmla="*/ 1941195 h 2452020"/>
                <a:gd name="connsiteX3" fmla="*/ 737140 w 3356800"/>
                <a:gd name="connsiteY3" fmla="*/ 1736884 h 2452020"/>
                <a:gd name="connsiteX4" fmla="*/ 1031843 w 3356800"/>
                <a:gd name="connsiteY4" fmla="*/ 1685068 h 2452020"/>
                <a:gd name="connsiteX5" fmla="*/ 1287304 w 3356800"/>
                <a:gd name="connsiteY5" fmla="*/ 1655826 h 2452020"/>
                <a:gd name="connsiteX6" fmla="*/ 1471994 w 3356800"/>
                <a:gd name="connsiteY6" fmla="*/ 1634300 h 2452020"/>
                <a:gd name="connsiteX7" fmla="*/ 1898237 w 3356800"/>
                <a:gd name="connsiteY7" fmla="*/ 1512665 h 2452020"/>
                <a:gd name="connsiteX8" fmla="*/ 2229136 w 3356800"/>
                <a:gd name="connsiteY8" fmla="*/ 1355598 h 2452020"/>
                <a:gd name="connsiteX9" fmla="*/ 2512314 w 3356800"/>
                <a:gd name="connsiteY9" fmla="*/ 1238631 h 2452020"/>
                <a:gd name="connsiteX10" fmla="*/ 2758535 w 3356800"/>
                <a:gd name="connsiteY10" fmla="*/ 1096994 h 2452020"/>
                <a:gd name="connsiteX11" fmla="*/ 2935510 w 3356800"/>
                <a:gd name="connsiteY11" fmla="*/ 919925 h 2452020"/>
                <a:gd name="connsiteX12" fmla="*/ 3081719 w 3356800"/>
                <a:gd name="connsiteY12" fmla="*/ 687419 h 2452020"/>
                <a:gd name="connsiteX13" fmla="*/ 3356800 w 3356800"/>
                <a:gd name="connsiteY13" fmla="*/ 0 h 2452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356800" h="2452020">
                  <a:moveTo>
                    <a:pt x="0" y="2452021"/>
                  </a:moveTo>
                  <a:cubicBezTo>
                    <a:pt x="0" y="2452021"/>
                    <a:pt x="57150" y="2344198"/>
                    <a:pt x="130874" y="2247710"/>
                  </a:cubicBezTo>
                  <a:cubicBezTo>
                    <a:pt x="218694" y="2132648"/>
                    <a:pt x="328136" y="2036635"/>
                    <a:pt x="437197" y="1941195"/>
                  </a:cubicBezTo>
                  <a:cubicBezTo>
                    <a:pt x="529304" y="1860709"/>
                    <a:pt x="623030" y="1779556"/>
                    <a:pt x="737140" y="1736884"/>
                  </a:cubicBezTo>
                  <a:cubicBezTo>
                    <a:pt x="830866" y="1701736"/>
                    <a:pt x="932021" y="1695450"/>
                    <a:pt x="1031843" y="1685068"/>
                  </a:cubicBezTo>
                  <a:cubicBezTo>
                    <a:pt x="1117092" y="1676210"/>
                    <a:pt x="1202055" y="1665160"/>
                    <a:pt x="1287304" y="1655826"/>
                  </a:cubicBezTo>
                  <a:cubicBezTo>
                    <a:pt x="1348931" y="1649063"/>
                    <a:pt x="1410653" y="1643539"/>
                    <a:pt x="1471994" y="1634300"/>
                  </a:cubicBezTo>
                  <a:cubicBezTo>
                    <a:pt x="1618679" y="1612011"/>
                    <a:pt x="1761935" y="1571149"/>
                    <a:pt x="1898237" y="1512665"/>
                  </a:cubicBezTo>
                  <a:cubicBezTo>
                    <a:pt x="2010442" y="1464564"/>
                    <a:pt x="2117503" y="1405128"/>
                    <a:pt x="2229136" y="1355598"/>
                  </a:cubicBezTo>
                  <a:cubicBezTo>
                    <a:pt x="2322481" y="1314164"/>
                    <a:pt x="2418969" y="1280160"/>
                    <a:pt x="2512314" y="1238631"/>
                  </a:cubicBezTo>
                  <a:cubicBezTo>
                    <a:pt x="2599087" y="1199960"/>
                    <a:pt x="2683193" y="1154811"/>
                    <a:pt x="2758535" y="1096994"/>
                  </a:cubicBezTo>
                  <a:cubicBezTo>
                    <a:pt x="2825020" y="1046035"/>
                    <a:pt x="2883789" y="985837"/>
                    <a:pt x="2935510" y="919925"/>
                  </a:cubicBezTo>
                  <a:cubicBezTo>
                    <a:pt x="2992184" y="847725"/>
                    <a:pt x="3039904" y="769144"/>
                    <a:pt x="3081719" y="687419"/>
                  </a:cubicBezTo>
                  <a:cubicBezTo>
                    <a:pt x="3138297" y="576739"/>
                    <a:pt x="3314129" y="116776"/>
                    <a:pt x="335680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 useBgFill="1">
        <p:nvSpPr>
          <p:cNvPr id="235" name="Rectangle 234">
            <a:extLst>
              <a:ext uri="{FF2B5EF4-FFF2-40B4-BE49-F238E27FC236}">
                <a16:creationId xmlns:a16="http://schemas.microsoft.com/office/drawing/2014/main" id="{81BC67A1-175E-439E-85E2-88911C119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36" name="Rectangle 235">
            <a:extLst>
              <a:ext uri="{FF2B5EF4-FFF2-40B4-BE49-F238E27FC236}">
                <a16:creationId xmlns:a16="http://schemas.microsoft.com/office/drawing/2014/main" id="{94A7B82C-30F1-42B4-BE36-3DB42DD517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237" name="Top Left">
            <a:extLst>
              <a:ext uri="{FF2B5EF4-FFF2-40B4-BE49-F238E27FC236}">
                <a16:creationId xmlns:a16="http://schemas.microsoft.com/office/drawing/2014/main" id="{019E22E7-A14F-465E-A704-1E81AFD8DF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3086"/>
            <a:ext cx="4853749" cy="5127923"/>
            <a:chOff x="0" y="-3086"/>
            <a:chExt cx="4853749" cy="5127923"/>
          </a:xfrm>
        </p:grpSpPr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4EA2AE61-06D9-484D-8DD1-BACA157CCA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454C1B16-3C93-4003-88AD-F74DAD18C8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110962" y="150592"/>
              <a:ext cx="5085197" cy="4844224"/>
            </a:xfrm>
            <a:custGeom>
              <a:avLst/>
              <a:gdLst>
                <a:gd name="connsiteX0" fmla="*/ 425663 w 5085197"/>
                <a:gd name="connsiteY0" fmla="*/ 0 h 4844224"/>
                <a:gd name="connsiteX1" fmla="*/ 277263 w 5085197"/>
                <a:gd name="connsiteY1" fmla="*/ 200882 h 4844224"/>
                <a:gd name="connsiteX2" fmla="*/ 155629 w 5085197"/>
                <a:gd name="connsiteY2" fmla="*/ 472154 h 4844224"/>
                <a:gd name="connsiteX3" fmla="*/ 55998 w 5085197"/>
                <a:gd name="connsiteY3" fmla="*/ 785336 h 4844224"/>
                <a:gd name="connsiteX4" fmla="*/ 6182 w 5085197"/>
                <a:gd name="connsiteY4" fmla="*/ 1154335 h 4844224"/>
                <a:gd name="connsiteX5" fmla="*/ 6182 w 5085197"/>
                <a:gd name="connsiteY5" fmla="*/ 1577245 h 4844224"/>
                <a:gd name="connsiteX6" fmla="*/ 59998 w 5085197"/>
                <a:gd name="connsiteY6" fmla="*/ 1960245 h 4844224"/>
                <a:gd name="connsiteX7" fmla="*/ 187633 w 5085197"/>
                <a:gd name="connsiteY7" fmla="*/ 2261426 h 4844224"/>
                <a:gd name="connsiteX8" fmla="*/ 365084 w 5085197"/>
                <a:gd name="connsiteY8" fmla="*/ 2474881 h 4844224"/>
                <a:gd name="connsiteX9" fmla="*/ 642261 w 5085197"/>
                <a:gd name="connsiteY9" fmla="*/ 2658428 h 4844224"/>
                <a:gd name="connsiteX10" fmla="*/ 965254 w 5085197"/>
                <a:gd name="connsiteY10" fmla="*/ 2770156 h 4844224"/>
                <a:gd name="connsiteX11" fmla="*/ 1312155 w 5085197"/>
                <a:gd name="connsiteY11" fmla="*/ 2812066 h 4844224"/>
                <a:gd name="connsiteX12" fmla="*/ 1493606 w 5085197"/>
                <a:gd name="connsiteY12" fmla="*/ 2877884 h 4844224"/>
                <a:gd name="connsiteX13" fmla="*/ 1700965 w 5085197"/>
                <a:gd name="connsiteY13" fmla="*/ 3085338 h 4844224"/>
                <a:gd name="connsiteX14" fmla="*/ 1856508 w 5085197"/>
                <a:gd name="connsiteY14" fmla="*/ 3320701 h 4844224"/>
                <a:gd name="connsiteX15" fmla="*/ 1968141 w 5085197"/>
                <a:gd name="connsiteY15" fmla="*/ 3460337 h 4844224"/>
                <a:gd name="connsiteX16" fmla="*/ 2147593 w 5085197"/>
                <a:gd name="connsiteY16" fmla="*/ 3544157 h 4844224"/>
                <a:gd name="connsiteX17" fmla="*/ 2492493 w 5085197"/>
                <a:gd name="connsiteY17" fmla="*/ 3544157 h 4844224"/>
                <a:gd name="connsiteX18" fmla="*/ 2729760 w 5085197"/>
                <a:gd name="connsiteY18" fmla="*/ 3544157 h 4844224"/>
                <a:gd name="connsiteX19" fmla="*/ 2865301 w 5085197"/>
                <a:gd name="connsiteY19" fmla="*/ 3627978 h 4844224"/>
                <a:gd name="connsiteX20" fmla="*/ 2984935 w 5085197"/>
                <a:gd name="connsiteY20" fmla="*/ 3773615 h 4844224"/>
                <a:gd name="connsiteX21" fmla="*/ 3126477 w 5085197"/>
                <a:gd name="connsiteY21" fmla="*/ 3995071 h 4844224"/>
                <a:gd name="connsiteX22" fmla="*/ 3293926 w 5085197"/>
                <a:gd name="connsiteY22" fmla="*/ 4348163 h 4844224"/>
                <a:gd name="connsiteX23" fmla="*/ 3445469 w 5085197"/>
                <a:gd name="connsiteY23" fmla="*/ 4623435 h 4844224"/>
                <a:gd name="connsiteX24" fmla="*/ 3549196 w 5085197"/>
                <a:gd name="connsiteY24" fmla="*/ 4727163 h 4844224"/>
                <a:gd name="connsiteX25" fmla="*/ 3953913 w 5085197"/>
                <a:gd name="connsiteY25" fmla="*/ 4773073 h 4844224"/>
                <a:gd name="connsiteX26" fmla="*/ 4406542 w 5085197"/>
                <a:gd name="connsiteY26" fmla="*/ 4729163 h 4844224"/>
                <a:gd name="connsiteX27" fmla="*/ 4573991 w 5085197"/>
                <a:gd name="connsiteY27" fmla="*/ 4709256 h 4844224"/>
                <a:gd name="connsiteX28" fmla="*/ 5085198 w 5085197"/>
                <a:gd name="connsiteY28" fmla="*/ 4844225 h 4844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085197" h="4844224">
                  <a:moveTo>
                    <a:pt x="425663" y="0"/>
                  </a:moveTo>
                  <a:cubicBezTo>
                    <a:pt x="425663" y="0"/>
                    <a:pt x="309172" y="142875"/>
                    <a:pt x="277263" y="200882"/>
                  </a:cubicBezTo>
                  <a:cubicBezTo>
                    <a:pt x="229448" y="287846"/>
                    <a:pt x="191253" y="379571"/>
                    <a:pt x="155629" y="472154"/>
                  </a:cubicBezTo>
                  <a:cubicBezTo>
                    <a:pt x="116291" y="574548"/>
                    <a:pt x="80953" y="678561"/>
                    <a:pt x="55998" y="785336"/>
                  </a:cubicBezTo>
                  <a:cubicBezTo>
                    <a:pt x="27804" y="906399"/>
                    <a:pt x="13707" y="1030224"/>
                    <a:pt x="6182" y="1154335"/>
                  </a:cubicBezTo>
                  <a:cubicBezTo>
                    <a:pt x="-2391" y="1295114"/>
                    <a:pt x="-1724" y="1436370"/>
                    <a:pt x="6182" y="1577245"/>
                  </a:cubicBezTo>
                  <a:cubicBezTo>
                    <a:pt x="13421" y="1706309"/>
                    <a:pt x="26851" y="1835372"/>
                    <a:pt x="59998" y="1960245"/>
                  </a:cubicBezTo>
                  <a:cubicBezTo>
                    <a:pt x="88097" y="2066258"/>
                    <a:pt x="130007" y="2168176"/>
                    <a:pt x="187633" y="2261426"/>
                  </a:cubicBezTo>
                  <a:cubicBezTo>
                    <a:pt x="236496" y="2340578"/>
                    <a:pt x="296028" y="2412587"/>
                    <a:pt x="365084" y="2474881"/>
                  </a:cubicBezTo>
                  <a:cubicBezTo>
                    <a:pt x="447761" y="2549366"/>
                    <a:pt x="542439" y="2609088"/>
                    <a:pt x="642261" y="2658428"/>
                  </a:cubicBezTo>
                  <a:cubicBezTo>
                    <a:pt x="744941" y="2709196"/>
                    <a:pt x="852573" y="2749963"/>
                    <a:pt x="965254" y="2770156"/>
                  </a:cubicBezTo>
                  <a:cubicBezTo>
                    <a:pt x="1080030" y="2790635"/>
                    <a:pt x="1197664" y="2789778"/>
                    <a:pt x="1312155" y="2812066"/>
                  </a:cubicBezTo>
                  <a:cubicBezTo>
                    <a:pt x="1375877" y="2824448"/>
                    <a:pt x="1437980" y="2844641"/>
                    <a:pt x="1493606" y="2877884"/>
                  </a:cubicBezTo>
                  <a:cubicBezTo>
                    <a:pt x="1578283" y="2928366"/>
                    <a:pt x="1643053" y="3005138"/>
                    <a:pt x="1700965" y="3085338"/>
                  </a:cubicBezTo>
                  <a:cubicBezTo>
                    <a:pt x="1756020" y="3161538"/>
                    <a:pt x="1805645" y="3241548"/>
                    <a:pt x="1856508" y="3320701"/>
                  </a:cubicBezTo>
                  <a:cubicBezTo>
                    <a:pt x="1888893" y="3371183"/>
                    <a:pt x="1922707" y="3421380"/>
                    <a:pt x="1968141" y="3460337"/>
                  </a:cubicBezTo>
                  <a:cubicBezTo>
                    <a:pt x="2019005" y="3503962"/>
                    <a:pt x="2082060" y="3529679"/>
                    <a:pt x="2147593" y="3544157"/>
                  </a:cubicBezTo>
                  <a:cubicBezTo>
                    <a:pt x="2260559" y="3569018"/>
                    <a:pt x="2377526" y="3558445"/>
                    <a:pt x="2492493" y="3544157"/>
                  </a:cubicBezTo>
                  <a:cubicBezTo>
                    <a:pt x="2572122" y="3534251"/>
                    <a:pt x="2653370" y="3521012"/>
                    <a:pt x="2729760" y="3544157"/>
                  </a:cubicBezTo>
                  <a:cubicBezTo>
                    <a:pt x="2781291" y="3559778"/>
                    <a:pt x="2826249" y="3590735"/>
                    <a:pt x="2865301" y="3627978"/>
                  </a:cubicBezTo>
                  <a:cubicBezTo>
                    <a:pt x="2910831" y="3671411"/>
                    <a:pt x="2948550" y="3722180"/>
                    <a:pt x="2984935" y="3773615"/>
                  </a:cubicBezTo>
                  <a:cubicBezTo>
                    <a:pt x="3035608" y="3845147"/>
                    <a:pt x="3084471" y="3918109"/>
                    <a:pt x="3126477" y="3995071"/>
                  </a:cubicBezTo>
                  <a:cubicBezTo>
                    <a:pt x="3188961" y="4109371"/>
                    <a:pt x="3239729" y="4229576"/>
                    <a:pt x="3293926" y="4348163"/>
                  </a:cubicBezTo>
                  <a:cubicBezTo>
                    <a:pt x="3337646" y="4443698"/>
                    <a:pt x="3384318" y="4538187"/>
                    <a:pt x="3445469" y="4623435"/>
                  </a:cubicBezTo>
                  <a:cubicBezTo>
                    <a:pt x="3474330" y="4663631"/>
                    <a:pt x="3507858" y="4700207"/>
                    <a:pt x="3549196" y="4727163"/>
                  </a:cubicBezTo>
                  <a:cubicBezTo>
                    <a:pt x="3665401" y="4802886"/>
                    <a:pt x="3813896" y="4783931"/>
                    <a:pt x="3953913" y="4773073"/>
                  </a:cubicBezTo>
                  <a:cubicBezTo>
                    <a:pt x="4105170" y="4761262"/>
                    <a:pt x="4256904" y="4753928"/>
                    <a:pt x="4406542" y="4729163"/>
                  </a:cubicBezTo>
                  <a:cubicBezTo>
                    <a:pt x="4462168" y="4720019"/>
                    <a:pt x="4517698" y="4709256"/>
                    <a:pt x="4573991" y="4709256"/>
                  </a:cubicBezTo>
                  <a:cubicBezTo>
                    <a:pt x="4675813" y="4709065"/>
                    <a:pt x="4891841" y="4844225"/>
                    <a:pt x="5085198" y="4844225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2E65E8AD-ED51-4874-AABA-DDA0C15978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170994" y="210625"/>
              <a:ext cx="5010476" cy="4649438"/>
            </a:xfrm>
            <a:custGeom>
              <a:avLst/>
              <a:gdLst>
                <a:gd name="connsiteX0" fmla="*/ 454193 w 5010476"/>
                <a:gd name="connsiteY0" fmla="*/ 0 h 4649438"/>
                <a:gd name="connsiteX1" fmla="*/ 352085 w 5010476"/>
                <a:gd name="connsiteY1" fmla="*/ 92869 h 4649438"/>
                <a:gd name="connsiteX2" fmla="*/ 242452 w 5010476"/>
                <a:gd name="connsiteY2" fmla="*/ 260414 h 4649438"/>
                <a:gd name="connsiteX3" fmla="*/ 130819 w 5010476"/>
                <a:gd name="connsiteY3" fmla="*/ 535686 h 4649438"/>
                <a:gd name="connsiteX4" fmla="*/ 57000 w 5010476"/>
                <a:gd name="connsiteY4" fmla="*/ 761143 h 4649438"/>
                <a:gd name="connsiteX5" fmla="*/ 3184 w 5010476"/>
                <a:gd name="connsiteY5" fmla="*/ 1140143 h 4649438"/>
                <a:gd name="connsiteX6" fmla="*/ 3184 w 5010476"/>
                <a:gd name="connsiteY6" fmla="*/ 1439704 h 4649438"/>
                <a:gd name="connsiteX7" fmla="*/ 60524 w 5010476"/>
                <a:gd name="connsiteY7" fmla="*/ 1905953 h 4649438"/>
                <a:gd name="connsiteX8" fmla="*/ 213686 w 5010476"/>
                <a:gd name="connsiteY8" fmla="*/ 2269808 h 4649438"/>
                <a:gd name="connsiteX9" fmla="*/ 373325 w 5010476"/>
                <a:gd name="connsiteY9" fmla="*/ 2455926 h 4649438"/>
                <a:gd name="connsiteX10" fmla="*/ 644502 w 5010476"/>
                <a:gd name="connsiteY10" fmla="*/ 2625662 h 4649438"/>
                <a:gd name="connsiteX11" fmla="*/ 902915 w 5010476"/>
                <a:gd name="connsiteY11" fmla="*/ 2697195 h 4649438"/>
                <a:gd name="connsiteX12" fmla="*/ 1224860 w 5010476"/>
                <a:gd name="connsiteY12" fmla="*/ 2719102 h 4649438"/>
                <a:gd name="connsiteX13" fmla="*/ 1430315 w 5010476"/>
                <a:gd name="connsiteY13" fmla="*/ 2731008 h 4649438"/>
                <a:gd name="connsiteX14" fmla="*/ 1652914 w 5010476"/>
                <a:gd name="connsiteY14" fmla="*/ 2852642 h 4649438"/>
                <a:gd name="connsiteX15" fmla="*/ 1739306 w 5010476"/>
                <a:gd name="connsiteY15" fmla="*/ 2985611 h 4649438"/>
                <a:gd name="connsiteX16" fmla="*/ 1848938 w 5010476"/>
                <a:gd name="connsiteY16" fmla="*/ 3155156 h 4649438"/>
                <a:gd name="connsiteX17" fmla="*/ 2015054 w 5010476"/>
                <a:gd name="connsiteY17" fmla="*/ 3294793 h 4649438"/>
                <a:gd name="connsiteX18" fmla="*/ 2231082 w 5010476"/>
                <a:gd name="connsiteY18" fmla="*/ 3336322 h 4649438"/>
                <a:gd name="connsiteX19" fmla="*/ 2427106 w 5010476"/>
                <a:gd name="connsiteY19" fmla="*/ 3278124 h 4649438"/>
                <a:gd name="connsiteX20" fmla="*/ 2531786 w 5010476"/>
                <a:gd name="connsiteY20" fmla="*/ 3151823 h 4649438"/>
                <a:gd name="connsiteX21" fmla="*/ 2520165 w 5010476"/>
                <a:gd name="connsiteY21" fmla="*/ 2907411 h 4649438"/>
                <a:gd name="connsiteX22" fmla="*/ 2481970 w 5010476"/>
                <a:gd name="connsiteY22" fmla="*/ 2648045 h 4649438"/>
                <a:gd name="connsiteX23" fmla="*/ 2458729 w 5010476"/>
                <a:gd name="connsiteY23" fmla="*/ 2513362 h 4649438"/>
                <a:gd name="connsiteX24" fmla="*/ 2458729 w 5010476"/>
                <a:gd name="connsiteY24" fmla="*/ 2408587 h 4649438"/>
                <a:gd name="connsiteX25" fmla="*/ 2581697 w 5010476"/>
                <a:gd name="connsiteY25" fmla="*/ 2310479 h 4649438"/>
                <a:gd name="connsiteX26" fmla="*/ 2762767 w 5010476"/>
                <a:gd name="connsiteY26" fmla="*/ 2325434 h 4649438"/>
                <a:gd name="connsiteX27" fmla="*/ 2872400 w 5010476"/>
                <a:gd name="connsiteY27" fmla="*/ 2410206 h 4649438"/>
                <a:gd name="connsiteX28" fmla="*/ 2925549 w 5010476"/>
                <a:gd name="connsiteY28" fmla="*/ 2637949 h 4649438"/>
                <a:gd name="connsiteX29" fmla="*/ 2820869 w 5010476"/>
                <a:gd name="connsiteY29" fmla="*/ 2968752 h 4649438"/>
                <a:gd name="connsiteX30" fmla="*/ 2789342 w 5010476"/>
                <a:gd name="connsiteY30" fmla="*/ 3194876 h 4649438"/>
                <a:gd name="connsiteX31" fmla="*/ 2889069 w 5010476"/>
                <a:gd name="connsiteY31" fmla="*/ 3447574 h 4649438"/>
                <a:gd name="connsiteX32" fmla="*/ 3070139 w 5010476"/>
                <a:gd name="connsiteY32" fmla="*/ 3783330 h 4649438"/>
                <a:gd name="connsiteX33" fmla="*/ 3181486 w 5010476"/>
                <a:gd name="connsiteY33" fmla="*/ 4014407 h 4649438"/>
                <a:gd name="connsiteX34" fmla="*/ 3351888 w 5010476"/>
                <a:gd name="connsiteY34" fmla="*/ 4312539 h 4649438"/>
                <a:gd name="connsiteX35" fmla="*/ 3512194 w 5010476"/>
                <a:gd name="connsiteY35" fmla="*/ 4504087 h 4649438"/>
                <a:gd name="connsiteX36" fmla="*/ 3670119 w 5010476"/>
                <a:gd name="connsiteY36" fmla="*/ 4595051 h 4649438"/>
                <a:gd name="connsiteX37" fmla="*/ 3909386 w 5010476"/>
                <a:gd name="connsiteY37" fmla="*/ 4623816 h 4649438"/>
                <a:gd name="connsiteX38" fmla="*/ 4136653 w 5010476"/>
                <a:gd name="connsiteY38" fmla="*/ 4623816 h 4649438"/>
                <a:gd name="connsiteX39" fmla="*/ 4435071 w 5010476"/>
                <a:gd name="connsiteY39" fmla="*/ 4599432 h 4649438"/>
                <a:gd name="connsiteX40" fmla="*/ 4562992 w 5010476"/>
                <a:gd name="connsiteY40" fmla="*/ 4599432 h 4649438"/>
                <a:gd name="connsiteX41" fmla="*/ 5010477 w 5010476"/>
                <a:gd name="connsiteY41" fmla="*/ 4649439 h 4649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5010476" h="4649438">
                  <a:moveTo>
                    <a:pt x="454193" y="0"/>
                  </a:moveTo>
                  <a:cubicBezTo>
                    <a:pt x="448478" y="9811"/>
                    <a:pt x="357800" y="83153"/>
                    <a:pt x="352085" y="92869"/>
                  </a:cubicBezTo>
                  <a:cubicBezTo>
                    <a:pt x="318271" y="150495"/>
                    <a:pt x="275694" y="202597"/>
                    <a:pt x="242452" y="260414"/>
                  </a:cubicBezTo>
                  <a:cubicBezTo>
                    <a:pt x="192922" y="346424"/>
                    <a:pt x="162632" y="441484"/>
                    <a:pt x="130819" y="535686"/>
                  </a:cubicBezTo>
                  <a:cubicBezTo>
                    <a:pt x="105482" y="610648"/>
                    <a:pt x="77574" y="684752"/>
                    <a:pt x="57000" y="761143"/>
                  </a:cubicBezTo>
                  <a:cubicBezTo>
                    <a:pt x="23853" y="884682"/>
                    <a:pt x="8994" y="1012222"/>
                    <a:pt x="3184" y="1140143"/>
                  </a:cubicBezTo>
                  <a:cubicBezTo>
                    <a:pt x="-1388" y="1239964"/>
                    <a:pt x="-721" y="1339882"/>
                    <a:pt x="3184" y="1439704"/>
                  </a:cubicBezTo>
                  <a:cubicBezTo>
                    <a:pt x="9280" y="1596676"/>
                    <a:pt x="22805" y="1753553"/>
                    <a:pt x="60524" y="1905953"/>
                  </a:cubicBezTo>
                  <a:cubicBezTo>
                    <a:pt x="92433" y="2034635"/>
                    <a:pt x="141106" y="2158937"/>
                    <a:pt x="213686" y="2269808"/>
                  </a:cubicBezTo>
                  <a:cubicBezTo>
                    <a:pt x="258644" y="2338483"/>
                    <a:pt x="312080" y="2401253"/>
                    <a:pt x="373325" y="2455926"/>
                  </a:cubicBezTo>
                  <a:cubicBezTo>
                    <a:pt x="453431" y="2527459"/>
                    <a:pt x="545252" y="2584514"/>
                    <a:pt x="644502" y="2625662"/>
                  </a:cubicBezTo>
                  <a:cubicBezTo>
                    <a:pt x="727370" y="2660047"/>
                    <a:pt x="814428" y="2683002"/>
                    <a:pt x="902915" y="2697195"/>
                  </a:cubicBezTo>
                  <a:cubicBezTo>
                    <a:pt x="1009310" y="2714244"/>
                    <a:pt x="1117133" y="2718911"/>
                    <a:pt x="1224860" y="2719102"/>
                  </a:cubicBezTo>
                  <a:cubicBezTo>
                    <a:pt x="1293726" y="2719292"/>
                    <a:pt x="1362878" y="2717673"/>
                    <a:pt x="1430315" y="2731008"/>
                  </a:cubicBezTo>
                  <a:cubicBezTo>
                    <a:pt x="1515563" y="2747867"/>
                    <a:pt x="1595383" y="2787872"/>
                    <a:pt x="1652914" y="2852642"/>
                  </a:cubicBezTo>
                  <a:cubicBezTo>
                    <a:pt x="1688061" y="2892266"/>
                    <a:pt x="1713398" y="2939320"/>
                    <a:pt x="1739306" y="2985611"/>
                  </a:cubicBezTo>
                  <a:cubicBezTo>
                    <a:pt x="1772167" y="3044476"/>
                    <a:pt x="1806743" y="3102578"/>
                    <a:pt x="1848938" y="3155156"/>
                  </a:cubicBezTo>
                  <a:cubicBezTo>
                    <a:pt x="1894754" y="3212306"/>
                    <a:pt x="1949427" y="3262503"/>
                    <a:pt x="2015054" y="3294793"/>
                  </a:cubicBezTo>
                  <a:cubicBezTo>
                    <a:pt x="2081825" y="3327749"/>
                    <a:pt x="2156596" y="3340037"/>
                    <a:pt x="2231082" y="3336322"/>
                  </a:cubicBezTo>
                  <a:cubicBezTo>
                    <a:pt x="2300423" y="3332893"/>
                    <a:pt x="2368813" y="3315557"/>
                    <a:pt x="2427106" y="3278124"/>
                  </a:cubicBezTo>
                  <a:cubicBezTo>
                    <a:pt x="2474541" y="3247644"/>
                    <a:pt x="2513403" y="3204877"/>
                    <a:pt x="2531786" y="3151823"/>
                  </a:cubicBezTo>
                  <a:cubicBezTo>
                    <a:pt x="2558837" y="3073622"/>
                    <a:pt x="2535691" y="2989707"/>
                    <a:pt x="2520165" y="2907411"/>
                  </a:cubicBezTo>
                  <a:cubicBezTo>
                    <a:pt x="2503973" y="2821496"/>
                    <a:pt x="2495781" y="2734342"/>
                    <a:pt x="2481970" y="2648045"/>
                  </a:cubicBezTo>
                  <a:cubicBezTo>
                    <a:pt x="2474731" y="2603087"/>
                    <a:pt x="2466159" y="2558320"/>
                    <a:pt x="2458729" y="2513362"/>
                  </a:cubicBezTo>
                  <a:cubicBezTo>
                    <a:pt x="2452919" y="2478310"/>
                    <a:pt x="2447870" y="2442305"/>
                    <a:pt x="2458729" y="2408587"/>
                  </a:cubicBezTo>
                  <a:cubicBezTo>
                    <a:pt x="2475779" y="2355628"/>
                    <a:pt x="2527119" y="2324481"/>
                    <a:pt x="2581697" y="2310479"/>
                  </a:cubicBezTo>
                  <a:cubicBezTo>
                    <a:pt x="2641990" y="2295049"/>
                    <a:pt x="2705617" y="2300954"/>
                    <a:pt x="2762767" y="2325434"/>
                  </a:cubicBezTo>
                  <a:cubicBezTo>
                    <a:pt x="2806011" y="2343912"/>
                    <a:pt x="2844206" y="2372582"/>
                    <a:pt x="2872400" y="2410206"/>
                  </a:cubicBezTo>
                  <a:cubicBezTo>
                    <a:pt x="2920787" y="2474595"/>
                    <a:pt x="2933931" y="2557463"/>
                    <a:pt x="2925549" y="2637949"/>
                  </a:cubicBezTo>
                  <a:cubicBezTo>
                    <a:pt x="2913548" y="2753392"/>
                    <a:pt x="2857636" y="2858262"/>
                    <a:pt x="2820869" y="2968752"/>
                  </a:cubicBezTo>
                  <a:cubicBezTo>
                    <a:pt x="2796486" y="3041904"/>
                    <a:pt x="2780388" y="3118390"/>
                    <a:pt x="2789342" y="3194876"/>
                  </a:cubicBezTo>
                  <a:cubicBezTo>
                    <a:pt x="2799914" y="3285554"/>
                    <a:pt x="2844587" y="3367373"/>
                    <a:pt x="2889069" y="3447574"/>
                  </a:cubicBezTo>
                  <a:cubicBezTo>
                    <a:pt x="2950695" y="3558826"/>
                    <a:pt x="3013560" y="3669506"/>
                    <a:pt x="3070139" y="3783330"/>
                  </a:cubicBezTo>
                  <a:cubicBezTo>
                    <a:pt x="3108239" y="3859911"/>
                    <a:pt x="3143481" y="3937826"/>
                    <a:pt x="3181486" y="4014407"/>
                  </a:cubicBezTo>
                  <a:cubicBezTo>
                    <a:pt x="3232445" y="4116991"/>
                    <a:pt x="3288452" y="4217099"/>
                    <a:pt x="3351888" y="4312539"/>
                  </a:cubicBezTo>
                  <a:cubicBezTo>
                    <a:pt x="3398180" y="4382262"/>
                    <a:pt x="3448567" y="4449795"/>
                    <a:pt x="3512194" y="4504087"/>
                  </a:cubicBezTo>
                  <a:cubicBezTo>
                    <a:pt x="3558867" y="4543901"/>
                    <a:pt x="3611826" y="4575906"/>
                    <a:pt x="3670119" y="4595051"/>
                  </a:cubicBezTo>
                  <a:cubicBezTo>
                    <a:pt x="3746795" y="4620292"/>
                    <a:pt x="3828519" y="4621911"/>
                    <a:pt x="3909386" y="4623816"/>
                  </a:cubicBezTo>
                  <a:cubicBezTo>
                    <a:pt x="3985205" y="4625531"/>
                    <a:pt x="4061025" y="4627436"/>
                    <a:pt x="4136653" y="4623816"/>
                  </a:cubicBezTo>
                  <a:cubicBezTo>
                    <a:pt x="4236380" y="4619054"/>
                    <a:pt x="4335345" y="4605052"/>
                    <a:pt x="4435071" y="4599432"/>
                  </a:cubicBezTo>
                  <a:cubicBezTo>
                    <a:pt x="4477648" y="4597051"/>
                    <a:pt x="4520415" y="4596194"/>
                    <a:pt x="4562992" y="4599432"/>
                  </a:cubicBezTo>
                  <a:cubicBezTo>
                    <a:pt x="4649765" y="4606005"/>
                    <a:pt x="4925799" y="4629150"/>
                    <a:pt x="5010477" y="4649439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78E5C306-3C29-4BD3-97E1-DCA86FF3E0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181127" y="220663"/>
              <a:ext cx="4933777" cy="4552473"/>
            </a:xfrm>
            <a:custGeom>
              <a:avLst/>
              <a:gdLst>
                <a:gd name="connsiteX0" fmla="*/ 4933778 w 4933777"/>
                <a:gd name="connsiteY0" fmla="*/ 4552474 h 4552473"/>
                <a:gd name="connsiteX1" fmla="*/ 4020997 w 4933777"/>
                <a:gd name="connsiteY1" fmla="*/ 4493324 h 4552473"/>
                <a:gd name="connsiteX2" fmla="*/ 3777538 w 4933777"/>
                <a:gd name="connsiteY2" fmla="*/ 4468273 h 4552473"/>
                <a:gd name="connsiteX3" fmla="*/ 3411207 w 4933777"/>
                <a:gd name="connsiteY3" fmla="*/ 4277868 h 4552473"/>
                <a:gd name="connsiteX4" fmla="*/ 3215944 w 4933777"/>
                <a:gd name="connsiteY4" fmla="*/ 3958971 h 4552473"/>
                <a:gd name="connsiteX5" fmla="*/ 3056400 w 4933777"/>
                <a:gd name="connsiteY5" fmla="*/ 3618548 h 4552473"/>
                <a:gd name="connsiteX6" fmla="*/ 2963341 w 4933777"/>
                <a:gd name="connsiteY6" fmla="*/ 3314319 h 4552473"/>
                <a:gd name="connsiteX7" fmla="*/ 3029825 w 4933777"/>
                <a:gd name="connsiteY7" fmla="*/ 2870454 h 4552473"/>
                <a:gd name="connsiteX8" fmla="*/ 3094595 w 4933777"/>
                <a:gd name="connsiteY8" fmla="*/ 2449830 h 4552473"/>
                <a:gd name="connsiteX9" fmla="*/ 2979915 w 4933777"/>
                <a:gd name="connsiteY9" fmla="*/ 2245328 h 4552473"/>
                <a:gd name="connsiteX10" fmla="*/ 2843707 w 4933777"/>
                <a:gd name="connsiteY10" fmla="*/ 2162175 h 4552473"/>
                <a:gd name="connsiteX11" fmla="*/ 2529668 w 4933777"/>
                <a:gd name="connsiteY11" fmla="*/ 2080736 h 4552473"/>
                <a:gd name="connsiteX12" fmla="*/ 2336977 w 4933777"/>
                <a:gd name="connsiteY12" fmla="*/ 2125599 h 4552473"/>
                <a:gd name="connsiteX13" fmla="*/ 2044559 w 4933777"/>
                <a:gd name="connsiteY13" fmla="*/ 2271903 h 4552473"/>
                <a:gd name="connsiteX14" fmla="*/ 2007317 w 4933777"/>
                <a:gd name="connsiteY14" fmla="*/ 2312099 h 4552473"/>
                <a:gd name="connsiteX15" fmla="*/ 1999030 w 4933777"/>
                <a:gd name="connsiteY15" fmla="*/ 2371916 h 4552473"/>
                <a:gd name="connsiteX16" fmla="*/ 2129427 w 4933777"/>
                <a:gd name="connsiteY16" fmla="*/ 2502408 h 4552473"/>
                <a:gd name="connsiteX17" fmla="*/ 2226582 w 4933777"/>
                <a:gd name="connsiteY17" fmla="*/ 2627948 h 4552473"/>
                <a:gd name="connsiteX18" fmla="*/ 2273064 w 4933777"/>
                <a:gd name="connsiteY18" fmla="*/ 2782538 h 4552473"/>
                <a:gd name="connsiteX19" fmla="*/ 2203246 w 4933777"/>
                <a:gd name="connsiteY19" fmla="*/ 2993612 h 4552473"/>
                <a:gd name="connsiteX20" fmla="*/ 2115140 w 4933777"/>
                <a:gd name="connsiteY20" fmla="*/ 3048476 h 4552473"/>
                <a:gd name="connsiteX21" fmla="*/ 1952262 w 4933777"/>
                <a:gd name="connsiteY21" fmla="*/ 3025235 h 4552473"/>
                <a:gd name="connsiteX22" fmla="*/ 1801100 w 4933777"/>
                <a:gd name="connsiteY22" fmla="*/ 2888933 h 4552473"/>
                <a:gd name="connsiteX23" fmla="*/ 1722995 w 4933777"/>
                <a:gd name="connsiteY23" fmla="*/ 2689479 h 4552473"/>
                <a:gd name="connsiteX24" fmla="*/ 1653177 w 4933777"/>
                <a:gd name="connsiteY24" fmla="*/ 2574798 h 4552473"/>
                <a:gd name="connsiteX25" fmla="*/ 1500301 w 4933777"/>
                <a:gd name="connsiteY25" fmla="*/ 2531555 h 4552473"/>
                <a:gd name="connsiteX26" fmla="*/ 1364093 w 4933777"/>
                <a:gd name="connsiteY26" fmla="*/ 2583085 h 4552473"/>
                <a:gd name="connsiteX27" fmla="*/ 1191310 w 4933777"/>
                <a:gd name="connsiteY27" fmla="*/ 2618041 h 4552473"/>
                <a:gd name="connsiteX28" fmla="*/ 759351 w 4933777"/>
                <a:gd name="connsiteY28" fmla="*/ 2618041 h 4552473"/>
                <a:gd name="connsiteX29" fmla="*/ 506843 w 4933777"/>
                <a:gd name="connsiteY29" fmla="*/ 2521649 h 4552473"/>
                <a:gd name="connsiteX30" fmla="*/ 290816 w 4933777"/>
                <a:gd name="connsiteY30" fmla="*/ 2343817 h 4552473"/>
                <a:gd name="connsiteX31" fmla="*/ 126320 w 4933777"/>
                <a:gd name="connsiteY31" fmla="*/ 2062925 h 4552473"/>
                <a:gd name="connsiteX32" fmla="*/ 24021 w 4933777"/>
                <a:gd name="connsiteY32" fmla="*/ 1594295 h 4552473"/>
                <a:gd name="connsiteX33" fmla="*/ 1066 w 4933777"/>
                <a:gd name="connsiteY33" fmla="*/ 1140428 h 4552473"/>
                <a:gd name="connsiteX34" fmla="*/ 87172 w 4933777"/>
                <a:gd name="connsiteY34" fmla="*/ 617601 h 4552473"/>
                <a:gd name="connsiteX35" fmla="*/ 256526 w 4933777"/>
                <a:gd name="connsiteY35" fmla="*/ 249936 h 4552473"/>
                <a:gd name="connsiteX36" fmla="*/ 461504 w 4933777"/>
                <a:gd name="connsiteY36" fmla="*/ 0 h 4552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933777" h="4552473">
                  <a:moveTo>
                    <a:pt x="4933778" y="4552474"/>
                  </a:moveTo>
                  <a:cubicBezTo>
                    <a:pt x="4747183" y="4533519"/>
                    <a:pt x="4208735" y="4496562"/>
                    <a:pt x="4020997" y="4493324"/>
                  </a:cubicBezTo>
                  <a:cubicBezTo>
                    <a:pt x="3939273" y="4491895"/>
                    <a:pt x="3857548" y="4485323"/>
                    <a:pt x="3777538" y="4468273"/>
                  </a:cubicBezTo>
                  <a:cubicBezTo>
                    <a:pt x="3639807" y="4438936"/>
                    <a:pt x="3509028" y="4378738"/>
                    <a:pt x="3411207" y="4277868"/>
                  </a:cubicBezTo>
                  <a:cubicBezTo>
                    <a:pt x="3323958" y="4187857"/>
                    <a:pt x="3270236" y="4072414"/>
                    <a:pt x="3215944" y="3958971"/>
                  </a:cubicBezTo>
                  <a:cubicBezTo>
                    <a:pt x="3161842" y="3845909"/>
                    <a:pt x="3106407" y="3733419"/>
                    <a:pt x="3056400" y="3618548"/>
                  </a:cubicBezTo>
                  <a:cubicBezTo>
                    <a:pt x="3013728" y="3520631"/>
                    <a:pt x="2975152" y="3420237"/>
                    <a:pt x="2963341" y="3314319"/>
                  </a:cubicBezTo>
                  <a:cubicBezTo>
                    <a:pt x="2946672" y="3164205"/>
                    <a:pt x="2985249" y="3015329"/>
                    <a:pt x="3029825" y="2870454"/>
                  </a:cubicBezTo>
                  <a:cubicBezTo>
                    <a:pt x="3072498" y="2731865"/>
                    <a:pt x="3122790" y="2590895"/>
                    <a:pt x="3094595" y="2449830"/>
                  </a:cubicBezTo>
                  <a:cubicBezTo>
                    <a:pt x="3078879" y="2371154"/>
                    <a:pt x="3040112" y="2298383"/>
                    <a:pt x="2979915" y="2245328"/>
                  </a:cubicBezTo>
                  <a:cubicBezTo>
                    <a:pt x="2939814" y="2209991"/>
                    <a:pt x="2892094" y="2185035"/>
                    <a:pt x="2843707" y="2162175"/>
                  </a:cubicBezTo>
                  <a:cubicBezTo>
                    <a:pt x="2744075" y="2115312"/>
                    <a:pt x="2639110" y="2075212"/>
                    <a:pt x="2529668" y="2080736"/>
                  </a:cubicBezTo>
                  <a:cubicBezTo>
                    <a:pt x="2463469" y="2084070"/>
                    <a:pt x="2399651" y="2103882"/>
                    <a:pt x="2336977" y="2125599"/>
                  </a:cubicBezTo>
                  <a:cubicBezTo>
                    <a:pt x="2233059" y="2161604"/>
                    <a:pt x="2130094" y="2203133"/>
                    <a:pt x="2044559" y="2271903"/>
                  </a:cubicBezTo>
                  <a:cubicBezTo>
                    <a:pt x="2030177" y="2283524"/>
                    <a:pt x="2016175" y="2295906"/>
                    <a:pt x="2007317" y="2312099"/>
                  </a:cubicBezTo>
                  <a:cubicBezTo>
                    <a:pt x="1997315" y="2330291"/>
                    <a:pt x="1994934" y="2351532"/>
                    <a:pt x="1999030" y="2371916"/>
                  </a:cubicBezTo>
                  <a:cubicBezTo>
                    <a:pt x="2011508" y="2434019"/>
                    <a:pt x="2079040" y="2461165"/>
                    <a:pt x="2129427" y="2502408"/>
                  </a:cubicBezTo>
                  <a:cubicBezTo>
                    <a:pt x="2170766" y="2536222"/>
                    <a:pt x="2202103" y="2580418"/>
                    <a:pt x="2226582" y="2627948"/>
                  </a:cubicBezTo>
                  <a:cubicBezTo>
                    <a:pt x="2251538" y="2676335"/>
                    <a:pt x="2269254" y="2728341"/>
                    <a:pt x="2273064" y="2782538"/>
                  </a:cubicBezTo>
                  <a:cubicBezTo>
                    <a:pt x="2278589" y="2859786"/>
                    <a:pt x="2256395" y="2937605"/>
                    <a:pt x="2203246" y="2993612"/>
                  </a:cubicBezTo>
                  <a:cubicBezTo>
                    <a:pt x="2178957" y="3019235"/>
                    <a:pt x="2149144" y="3039047"/>
                    <a:pt x="2115140" y="3048476"/>
                  </a:cubicBezTo>
                  <a:cubicBezTo>
                    <a:pt x="2060752" y="3063526"/>
                    <a:pt x="2003507" y="3049905"/>
                    <a:pt x="1952262" y="3025235"/>
                  </a:cubicBezTo>
                  <a:cubicBezTo>
                    <a:pt x="1889873" y="2995136"/>
                    <a:pt x="1836724" y="2948369"/>
                    <a:pt x="1801100" y="2888933"/>
                  </a:cubicBezTo>
                  <a:cubicBezTo>
                    <a:pt x="1764239" y="2827591"/>
                    <a:pt x="1748237" y="2756630"/>
                    <a:pt x="1722995" y="2689479"/>
                  </a:cubicBezTo>
                  <a:cubicBezTo>
                    <a:pt x="1706993" y="2646903"/>
                    <a:pt x="1686896" y="2605088"/>
                    <a:pt x="1653177" y="2574798"/>
                  </a:cubicBezTo>
                  <a:cubicBezTo>
                    <a:pt x="1611839" y="2537555"/>
                    <a:pt x="1555260" y="2522315"/>
                    <a:pt x="1500301" y="2531555"/>
                  </a:cubicBezTo>
                  <a:cubicBezTo>
                    <a:pt x="1452295" y="2539651"/>
                    <a:pt x="1409718" y="2565749"/>
                    <a:pt x="1364093" y="2583085"/>
                  </a:cubicBezTo>
                  <a:cubicBezTo>
                    <a:pt x="1308944" y="2603945"/>
                    <a:pt x="1249984" y="2611374"/>
                    <a:pt x="1191310" y="2618041"/>
                  </a:cubicBezTo>
                  <a:cubicBezTo>
                    <a:pt x="1047197" y="2634424"/>
                    <a:pt x="901274" y="2646236"/>
                    <a:pt x="759351" y="2618041"/>
                  </a:cubicBezTo>
                  <a:cubicBezTo>
                    <a:pt x="670388" y="2600325"/>
                    <a:pt x="585329" y="2567083"/>
                    <a:pt x="506843" y="2521649"/>
                  </a:cubicBezTo>
                  <a:cubicBezTo>
                    <a:pt x="425595" y="2474595"/>
                    <a:pt x="352253" y="2414778"/>
                    <a:pt x="290816" y="2343817"/>
                  </a:cubicBezTo>
                  <a:cubicBezTo>
                    <a:pt x="219284" y="2261140"/>
                    <a:pt x="165753" y="2164937"/>
                    <a:pt x="126320" y="2062925"/>
                  </a:cubicBezTo>
                  <a:cubicBezTo>
                    <a:pt x="68503" y="1913192"/>
                    <a:pt x="42500" y="1753838"/>
                    <a:pt x="24021" y="1594295"/>
                  </a:cubicBezTo>
                  <a:cubicBezTo>
                    <a:pt x="6590" y="1443609"/>
                    <a:pt x="-3411" y="1292066"/>
                    <a:pt x="1066" y="1140428"/>
                  </a:cubicBezTo>
                  <a:cubicBezTo>
                    <a:pt x="6305" y="962882"/>
                    <a:pt x="31927" y="786289"/>
                    <a:pt x="87172" y="617601"/>
                  </a:cubicBezTo>
                  <a:cubicBezTo>
                    <a:pt x="129272" y="489014"/>
                    <a:pt x="190423" y="367951"/>
                    <a:pt x="256526" y="249936"/>
                  </a:cubicBezTo>
                  <a:cubicBezTo>
                    <a:pt x="281577" y="205645"/>
                    <a:pt x="431786" y="41243"/>
                    <a:pt x="461504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0B2BA2F3-A842-4EA4-8CB8-FD66BD1CEE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211647" y="267756"/>
              <a:ext cx="4844417" cy="4402074"/>
            </a:xfrm>
            <a:custGeom>
              <a:avLst/>
              <a:gdLst>
                <a:gd name="connsiteX0" fmla="*/ 486254 w 4844417"/>
                <a:gd name="connsiteY0" fmla="*/ 0 h 4402074"/>
                <a:gd name="connsiteX1" fmla="*/ 223364 w 4844417"/>
                <a:gd name="connsiteY1" fmla="*/ 286226 h 4402074"/>
                <a:gd name="connsiteX2" fmla="*/ 67821 w 4844417"/>
                <a:gd name="connsiteY2" fmla="*/ 699135 h 4402074"/>
                <a:gd name="connsiteX3" fmla="*/ 3 w 4844417"/>
                <a:gd name="connsiteY3" fmla="*/ 1273683 h 4402074"/>
                <a:gd name="connsiteX4" fmla="*/ 135543 w 4844417"/>
                <a:gd name="connsiteY4" fmla="*/ 2031683 h 4402074"/>
                <a:gd name="connsiteX5" fmla="*/ 297088 w 4844417"/>
                <a:gd name="connsiteY5" fmla="*/ 2312956 h 4402074"/>
                <a:gd name="connsiteX6" fmla="*/ 582171 w 4844417"/>
                <a:gd name="connsiteY6" fmla="*/ 2518410 h 4402074"/>
                <a:gd name="connsiteX7" fmla="*/ 972982 w 4844417"/>
                <a:gd name="connsiteY7" fmla="*/ 2518410 h 4402074"/>
                <a:gd name="connsiteX8" fmla="*/ 1389700 w 4844417"/>
                <a:gd name="connsiteY8" fmla="*/ 2350484 h 4402074"/>
                <a:gd name="connsiteX9" fmla="*/ 1665544 w 4844417"/>
                <a:gd name="connsiteY9" fmla="*/ 2204180 h 4402074"/>
                <a:gd name="connsiteX10" fmla="*/ 2180656 w 4844417"/>
                <a:gd name="connsiteY10" fmla="*/ 1966436 h 4402074"/>
                <a:gd name="connsiteX11" fmla="*/ 2499649 w 4844417"/>
                <a:gd name="connsiteY11" fmla="*/ 1926527 h 4402074"/>
                <a:gd name="connsiteX12" fmla="*/ 2867695 w 4844417"/>
                <a:gd name="connsiteY12" fmla="*/ 2041303 h 4402074"/>
                <a:gd name="connsiteX13" fmla="*/ 3100295 w 4844417"/>
                <a:gd name="connsiteY13" fmla="*/ 2147602 h 4402074"/>
                <a:gd name="connsiteX14" fmla="*/ 3275174 w 4844417"/>
                <a:gd name="connsiteY14" fmla="*/ 2370582 h 4402074"/>
                <a:gd name="connsiteX15" fmla="*/ 3246123 w 4844417"/>
                <a:gd name="connsiteY15" fmla="*/ 2631948 h 4402074"/>
                <a:gd name="connsiteX16" fmla="*/ 3102581 w 4844417"/>
                <a:gd name="connsiteY16" fmla="*/ 2947892 h 4402074"/>
                <a:gd name="connsiteX17" fmla="*/ 3070958 w 4844417"/>
                <a:gd name="connsiteY17" fmla="*/ 3462052 h 4402074"/>
                <a:gd name="connsiteX18" fmla="*/ 3194402 w 4844417"/>
                <a:gd name="connsiteY18" fmla="*/ 3792379 h 4402074"/>
                <a:gd name="connsiteX19" fmla="*/ 3329371 w 4844417"/>
                <a:gd name="connsiteY19" fmla="*/ 4048030 h 4402074"/>
                <a:gd name="connsiteX20" fmla="*/ 3539017 w 4844417"/>
                <a:gd name="connsiteY20" fmla="*/ 4257771 h 4402074"/>
                <a:gd name="connsiteX21" fmla="*/ 3911254 w 4844417"/>
                <a:gd name="connsiteY21" fmla="*/ 4353592 h 4402074"/>
                <a:gd name="connsiteX22" fmla="*/ 4272632 w 4844417"/>
                <a:gd name="connsiteY22" fmla="*/ 4353592 h 4402074"/>
                <a:gd name="connsiteX23" fmla="*/ 4528760 w 4844417"/>
                <a:gd name="connsiteY23" fmla="*/ 4368832 h 4402074"/>
                <a:gd name="connsiteX24" fmla="*/ 4844418 w 4844417"/>
                <a:gd name="connsiteY24" fmla="*/ 4402074 h 4402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844417" h="4402074">
                  <a:moveTo>
                    <a:pt x="486254" y="0"/>
                  </a:moveTo>
                  <a:cubicBezTo>
                    <a:pt x="486254" y="0"/>
                    <a:pt x="289182" y="178689"/>
                    <a:pt x="223364" y="286226"/>
                  </a:cubicBezTo>
                  <a:cubicBezTo>
                    <a:pt x="146116" y="412337"/>
                    <a:pt x="101825" y="555022"/>
                    <a:pt x="67821" y="699135"/>
                  </a:cubicBezTo>
                  <a:cubicBezTo>
                    <a:pt x="23434" y="887540"/>
                    <a:pt x="289" y="1080135"/>
                    <a:pt x="3" y="1273683"/>
                  </a:cubicBezTo>
                  <a:cubicBezTo>
                    <a:pt x="-378" y="1532668"/>
                    <a:pt x="38865" y="1791748"/>
                    <a:pt x="135543" y="2031683"/>
                  </a:cubicBezTo>
                  <a:cubicBezTo>
                    <a:pt x="176215" y="2132648"/>
                    <a:pt x="227650" y="2229231"/>
                    <a:pt x="297088" y="2312956"/>
                  </a:cubicBezTo>
                  <a:cubicBezTo>
                    <a:pt x="373383" y="2404967"/>
                    <a:pt x="469014" y="2480882"/>
                    <a:pt x="582171" y="2518410"/>
                  </a:cubicBezTo>
                  <a:cubicBezTo>
                    <a:pt x="708091" y="2560130"/>
                    <a:pt x="843727" y="2550605"/>
                    <a:pt x="972982" y="2518410"/>
                  </a:cubicBezTo>
                  <a:cubicBezTo>
                    <a:pt x="1118714" y="2482120"/>
                    <a:pt x="1255874" y="2419160"/>
                    <a:pt x="1389700" y="2350484"/>
                  </a:cubicBezTo>
                  <a:cubicBezTo>
                    <a:pt x="1482283" y="2302955"/>
                    <a:pt x="1574104" y="2253996"/>
                    <a:pt x="1665544" y="2204180"/>
                  </a:cubicBezTo>
                  <a:cubicBezTo>
                    <a:pt x="1832137" y="2113407"/>
                    <a:pt x="1999586" y="2022348"/>
                    <a:pt x="2180656" y="1966436"/>
                  </a:cubicBezTo>
                  <a:cubicBezTo>
                    <a:pt x="2284288" y="1934432"/>
                    <a:pt x="2392016" y="1915478"/>
                    <a:pt x="2499649" y="1926527"/>
                  </a:cubicBezTo>
                  <a:cubicBezTo>
                    <a:pt x="2627950" y="1939671"/>
                    <a:pt x="2747108" y="1994535"/>
                    <a:pt x="2867695" y="2041303"/>
                  </a:cubicBezTo>
                  <a:cubicBezTo>
                    <a:pt x="2947514" y="2072259"/>
                    <a:pt x="3028667" y="2100929"/>
                    <a:pt x="3100295" y="2147602"/>
                  </a:cubicBezTo>
                  <a:cubicBezTo>
                    <a:pt x="3182401" y="2201037"/>
                    <a:pt x="3250980" y="2276189"/>
                    <a:pt x="3275174" y="2370582"/>
                  </a:cubicBezTo>
                  <a:cubicBezTo>
                    <a:pt x="3297367" y="2457450"/>
                    <a:pt x="3278508" y="2547747"/>
                    <a:pt x="3246123" y="2631948"/>
                  </a:cubicBezTo>
                  <a:cubicBezTo>
                    <a:pt x="3204403" y="2740057"/>
                    <a:pt x="3142872" y="2839307"/>
                    <a:pt x="3102581" y="2947892"/>
                  </a:cubicBezTo>
                  <a:cubicBezTo>
                    <a:pt x="3041621" y="3112103"/>
                    <a:pt x="3032668" y="3291173"/>
                    <a:pt x="3070958" y="3462052"/>
                  </a:cubicBezTo>
                  <a:cubicBezTo>
                    <a:pt x="3096771" y="3577019"/>
                    <a:pt x="3145063" y="3685223"/>
                    <a:pt x="3194402" y="3792379"/>
                  </a:cubicBezTo>
                  <a:cubicBezTo>
                    <a:pt x="3234788" y="3880104"/>
                    <a:pt x="3276127" y="3967639"/>
                    <a:pt x="3329371" y="4048030"/>
                  </a:cubicBezTo>
                  <a:cubicBezTo>
                    <a:pt x="3384712" y="4131564"/>
                    <a:pt x="3453196" y="4206335"/>
                    <a:pt x="3539017" y="4257771"/>
                  </a:cubicBezTo>
                  <a:cubicBezTo>
                    <a:pt x="3650364" y="4324541"/>
                    <a:pt x="3781142" y="4346924"/>
                    <a:pt x="3911254" y="4353592"/>
                  </a:cubicBezTo>
                  <a:cubicBezTo>
                    <a:pt x="4031554" y="4359783"/>
                    <a:pt x="4152141" y="4351878"/>
                    <a:pt x="4272632" y="4353592"/>
                  </a:cubicBezTo>
                  <a:cubicBezTo>
                    <a:pt x="4358167" y="4354830"/>
                    <a:pt x="4443511" y="4361593"/>
                    <a:pt x="4528760" y="4368832"/>
                  </a:cubicBezTo>
                  <a:cubicBezTo>
                    <a:pt x="4634201" y="4377785"/>
                    <a:pt x="4739738" y="4386644"/>
                    <a:pt x="4844418" y="4402074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11968F54-9FAB-433B-B990-0552F58E04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722281" y="1625540"/>
              <a:ext cx="3915933" cy="2452322"/>
            </a:xfrm>
            <a:custGeom>
              <a:avLst/>
              <a:gdLst>
                <a:gd name="connsiteX0" fmla="*/ 540651 w 3915933"/>
                <a:gd name="connsiteY0" fmla="*/ 0 h 2452322"/>
                <a:gd name="connsiteX1" fmla="*/ 235470 w 3915933"/>
                <a:gd name="connsiteY1" fmla="*/ 274320 h 2452322"/>
                <a:gd name="connsiteX2" fmla="*/ 103929 w 3915933"/>
                <a:gd name="connsiteY2" fmla="*/ 537496 h 2452322"/>
                <a:gd name="connsiteX3" fmla="*/ 2869 w 3915933"/>
                <a:gd name="connsiteY3" fmla="*/ 998792 h 2452322"/>
                <a:gd name="connsiteX4" fmla="*/ 59638 w 3915933"/>
                <a:gd name="connsiteY4" fmla="*/ 1582007 h 2452322"/>
                <a:gd name="connsiteX5" fmla="*/ 139934 w 3915933"/>
                <a:gd name="connsiteY5" fmla="*/ 1897856 h 2452322"/>
                <a:gd name="connsiteX6" fmla="*/ 258996 w 3915933"/>
                <a:gd name="connsiteY6" fmla="*/ 2195703 h 2452322"/>
                <a:gd name="connsiteX7" fmla="*/ 495788 w 3915933"/>
                <a:gd name="connsiteY7" fmla="*/ 2417350 h 2452322"/>
                <a:gd name="connsiteX8" fmla="*/ 627328 w 3915933"/>
                <a:gd name="connsiteY8" fmla="*/ 2450592 h 2452322"/>
                <a:gd name="connsiteX9" fmla="*/ 1170063 w 3915933"/>
                <a:gd name="connsiteY9" fmla="*/ 2249710 h 2452322"/>
                <a:gd name="connsiteX10" fmla="*/ 1352847 w 3915933"/>
                <a:gd name="connsiteY10" fmla="*/ 2102834 h 2452322"/>
                <a:gd name="connsiteX11" fmla="*/ 1978735 w 3915933"/>
                <a:gd name="connsiteY11" fmla="*/ 1834134 h 2452322"/>
                <a:gd name="connsiteX12" fmla="*/ 2306872 w 3915933"/>
                <a:gd name="connsiteY12" fmla="*/ 1789843 h 2452322"/>
                <a:gd name="connsiteX13" fmla="*/ 2731972 w 3915933"/>
                <a:gd name="connsiteY13" fmla="*/ 1870234 h 2452322"/>
                <a:gd name="connsiteX14" fmla="*/ 3172313 w 3915933"/>
                <a:gd name="connsiteY14" fmla="*/ 2021205 h 2452322"/>
                <a:gd name="connsiteX15" fmla="*/ 3573887 w 3915933"/>
                <a:gd name="connsiteY15" fmla="*/ 2010156 h 2452322"/>
                <a:gd name="connsiteX16" fmla="*/ 3860494 w 3915933"/>
                <a:gd name="connsiteY16" fmla="*/ 1867472 h 2452322"/>
                <a:gd name="connsiteX17" fmla="*/ 3913072 w 3915933"/>
                <a:gd name="connsiteY17" fmla="*/ 1652778 h 2452322"/>
                <a:gd name="connsiteX18" fmla="*/ 3681805 w 3915933"/>
                <a:gd name="connsiteY18" fmla="*/ 1295400 h 2452322"/>
                <a:gd name="connsiteX19" fmla="*/ 3029533 w 3915933"/>
                <a:gd name="connsiteY19" fmla="*/ 812197 h 2452322"/>
                <a:gd name="connsiteX20" fmla="*/ 2789789 w 3915933"/>
                <a:gd name="connsiteY20" fmla="*/ 668941 h 2452322"/>
                <a:gd name="connsiteX21" fmla="*/ 2510135 w 3915933"/>
                <a:gd name="connsiteY21" fmla="*/ 498539 h 2452322"/>
                <a:gd name="connsiteX22" fmla="*/ 2281630 w 3915933"/>
                <a:gd name="connsiteY22" fmla="*/ 355854 h 2452322"/>
                <a:gd name="connsiteX23" fmla="*/ 2002357 w 3915933"/>
                <a:gd name="connsiteY23" fmla="*/ 161544 h 2452322"/>
                <a:gd name="connsiteX24" fmla="*/ 1726037 w 3915933"/>
                <a:gd name="connsiteY24" fmla="*/ 0 h 2452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915933" h="2452322">
                  <a:moveTo>
                    <a:pt x="540651" y="0"/>
                  </a:moveTo>
                  <a:cubicBezTo>
                    <a:pt x="540651" y="0"/>
                    <a:pt x="298906" y="176213"/>
                    <a:pt x="235470" y="274320"/>
                  </a:cubicBezTo>
                  <a:cubicBezTo>
                    <a:pt x="182130" y="356997"/>
                    <a:pt x="139172" y="445675"/>
                    <a:pt x="103929" y="537496"/>
                  </a:cubicBezTo>
                  <a:cubicBezTo>
                    <a:pt x="47160" y="685324"/>
                    <a:pt x="12585" y="840772"/>
                    <a:pt x="2869" y="998792"/>
                  </a:cubicBezTo>
                  <a:cubicBezTo>
                    <a:pt x="-9228" y="1194530"/>
                    <a:pt x="18300" y="1390079"/>
                    <a:pt x="59638" y="1582007"/>
                  </a:cubicBezTo>
                  <a:cubicBezTo>
                    <a:pt x="82498" y="1688211"/>
                    <a:pt x="110121" y="1793367"/>
                    <a:pt x="139934" y="1897856"/>
                  </a:cubicBezTo>
                  <a:cubicBezTo>
                    <a:pt x="169461" y="2001393"/>
                    <a:pt x="202894" y="2104073"/>
                    <a:pt x="258996" y="2195703"/>
                  </a:cubicBezTo>
                  <a:cubicBezTo>
                    <a:pt x="316623" y="2289810"/>
                    <a:pt x="395585" y="2371725"/>
                    <a:pt x="495788" y="2417350"/>
                  </a:cubicBezTo>
                  <a:cubicBezTo>
                    <a:pt x="537317" y="2436305"/>
                    <a:pt x="581799" y="2446973"/>
                    <a:pt x="627328" y="2450592"/>
                  </a:cubicBezTo>
                  <a:cubicBezTo>
                    <a:pt x="824686" y="2466404"/>
                    <a:pt x="1012233" y="2371820"/>
                    <a:pt x="1170063" y="2249710"/>
                  </a:cubicBezTo>
                  <a:cubicBezTo>
                    <a:pt x="1231975" y="2201894"/>
                    <a:pt x="1290554" y="2150174"/>
                    <a:pt x="1352847" y="2102834"/>
                  </a:cubicBezTo>
                  <a:cubicBezTo>
                    <a:pt x="1535346" y="1964246"/>
                    <a:pt x="1755564" y="1887760"/>
                    <a:pt x="1978735" y="1834134"/>
                  </a:cubicBezTo>
                  <a:cubicBezTo>
                    <a:pt x="2086558" y="1808226"/>
                    <a:pt x="2196096" y="1789462"/>
                    <a:pt x="2306872" y="1789843"/>
                  </a:cubicBezTo>
                  <a:cubicBezTo>
                    <a:pt x="2451842" y="1790319"/>
                    <a:pt x="2594812" y="1822514"/>
                    <a:pt x="2731972" y="1870234"/>
                  </a:cubicBezTo>
                  <a:cubicBezTo>
                    <a:pt x="2879038" y="1921383"/>
                    <a:pt x="3019627" y="1991963"/>
                    <a:pt x="3172313" y="2021205"/>
                  </a:cubicBezTo>
                  <a:cubicBezTo>
                    <a:pt x="3305091" y="2046732"/>
                    <a:pt x="3441204" y="2037017"/>
                    <a:pt x="3573887" y="2010156"/>
                  </a:cubicBezTo>
                  <a:cubicBezTo>
                    <a:pt x="3682567" y="1988153"/>
                    <a:pt x="3793724" y="1954435"/>
                    <a:pt x="3860494" y="1867472"/>
                  </a:cubicBezTo>
                  <a:cubicBezTo>
                    <a:pt x="3907167" y="1806607"/>
                    <a:pt x="3923073" y="1728978"/>
                    <a:pt x="3913072" y="1652778"/>
                  </a:cubicBezTo>
                  <a:cubicBezTo>
                    <a:pt x="3894118" y="1508570"/>
                    <a:pt x="3788866" y="1396079"/>
                    <a:pt x="3681805" y="1295400"/>
                  </a:cubicBezTo>
                  <a:cubicBezTo>
                    <a:pt x="3484162" y="1109472"/>
                    <a:pt x="3261277" y="953548"/>
                    <a:pt x="3029533" y="812197"/>
                  </a:cubicBezTo>
                  <a:cubicBezTo>
                    <a:pt x="2949999" y="763715"/>
                    <a:pt x="2869704" y="716661"/>
                    <a:pt x="2789789" y="668941"/>
                  </a:cubicBezTo>
                  <a:cubicBezTo>
                    <a:pt x="2696063" y="612934"/>
                    <a:pt x="2603289" y="555403"/>
                    <a:pt x="2510135" y="498539"/>
                  </a:cubicBezTo>
                  <a:cubicBezTo>
                    <a:pt x="2433459" y="451771"/>
                    <a:pt x="2356592" y="405384"/>
                    <a:pt x="2281630" y="355854"/>
                  </a:cubicBezTo>
                  <a:cubicBezTo>
                    <a:pt x="2187047" y="293370"/>
                    <a:pt x="2095988" y="225457"/>
                    <a:pt x="2002357" y="161544"/>
                  </a:cubicBezTo>
                  <a:cubicBezTo>
                    <a:pt x="1892439" y="86487"/>
                    <a:pt x="1726037" y="0"/>
                    <a:pt x="1726037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F890D7E4-2E90-4189-AA14-2693B94739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0" y="5115312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/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3D53848D-8416-4C24-A2D1-CB2D5EF4B1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0" y="5115312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/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D5C6ABEA-3701-4591-9F7A-DF96C707B2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0" y="5115312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/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8BABF3D0-6D14-430A-8648-AA359FF6D4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450974" y="2432177"/>
              <a:ext cx="2567851" cy="1647045"/>
            </a:xfrm>
            <a:custGeom>
              <a:avLst/>
              <a:gdLst>
                <a:gd name="connsiteX0" fmla="*/ 630083 w 2567851"/>
                <a:gd name="connsiteY0" fmla="*/ 95 h 1647045"/>
                <a:gd name="connsiteX1" fmla="*/ 124686 w 2567851"/>
                <a:gd name="connsiteY1" fmla="*/ 410718 h 1647045"/>
                <a:gd name="connsiteX2" fmla="*/ 26674 w 2567851"/>
                <a:gd name="connsiteY2" fmla="*/ 689991 h 1647045"/>
                <a:gd name="connsiteX3" fmla="*/ 1718 w 2567851"/>
                <a:gd name="connsiteY3" fmla="*/ 974217 h 1647045"/>
                <a:gd name="connsiteX4" fmla="*/ 56582 w 2567851"/>
                <a:gd name="connsiteY4" fmla="*/ 1208627 h 1647045"/>
                <a:gd name="connsiteX5" fmla="*/ 212792 w 2567851"/>
                <a:gd name="connsiteY5" fmla="*/ 1443038 h 1647045"/>
                <a:gd name="connsiteX6" fmla="*/ 385576 w 2567851"/>
                <a:gd name="connsiteY6" fmla="*/ 1590961 h 1647045"/>
                <a:gd name="connsiteX7" fmla="*/ 528451 w 2567851"/>
                <a:gd name="connsiteY7" fmla="*/ 1645825 h 1647045"/>
                <a:gd name="connsiteX8" fmla="*/ 739430 w 2567851"/>
                <a:gd name="connsiteY8" fmla="*/ 1604296 h 1647045"/>
                <a:gd name="connsiteX9" fmla="*/ 1023560 w 2567851"/>
                <a:gd name="connsiteY9" fmla="*/ 1517809 h 1647045"/>
                <a:gd name="connsiteX10" fmla="*/ 1384082 w 2567851"/>
                <a:gd name="connsiteY10" fmla="*/ 1394841 h 1647045"/>
                <a:gd name="connsiteX11" fmla="*/ 1872619 w 2567851"/>
                <a:gd name="connsiteY11" fmla="*/ 1318355 h 1647045"/>
                <a:gd name="connsiteX12" fmla="*/ 2169989 w 2567851"/>
                <a:gd name="connsiteY12" fmla="*/ 1359884 h 1647045"/>
                <a:gd name="connsiteX13" fmla="*/ 2331152 w 2567851"/>
                <a:gd name="connsiteY13" fmla="*/ 1359884 h 1647045"/>
                <a:gd name="connsiteX14" fmla="*/ 2500602 w 2567851"/>
                <a:gd name="connsiteY14" fmla="*/ 1351598 h 1647045"/>
                <a:gd name="connsiteX15" fmla="*/ 2557085 w 2567851"/>
                <a:gd name="connsiteY15" fmla="*/ 1316641 h 1647045"/>
                <a:gd name="connsiteX16" fmla="*/ 2533844 w 2567851"/>
                <a:gd name="connsiteY16" fmla="*/ 1195292 h 1647045"/>
                <a:gd name="connsiteX17" fmla="*/ 2312864 w 2567851"/>
                <a:gd name="connsiteY17" fmla="*/ 1005745 h 1647045"/>
                <a:gd name="connsiteX18" fmla="*/ 1980537 w 2567851"/>
                <a:gd name="connsiteY18" fmla="*/ 763048 h 1647045"/>
                <a:gd name="connsiteX19" fmla="*/ 1706408 w 2567851"/>
                <a:gd name="connsiteY19" fmla="*/ 548640 h 1647045"/>
                <a:gd name="connsiteX20" fmla="*/ 1422372 w 2567851"/>
                <a:gd name="connsiteY20" fmla="*/ 328803 h 1647045"/>
                <a:gd name="connsiteX21" fmla="*/ 960695 w 2567851"/>
                <a:gd name="connsiteY21" fmla="*/ 0 h 1647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567851" h="1647045">
                  <a:moveTo>
                    <a:pt x="630083" y="95"/>
                  </a:moveTo>
                  <a:cubicBezTo>
                    <a:pt x="431201" y="60008"/>
                    <a:pt x="185837" y="291751"/>
                    <a:pt x="124686" y="410718"/>
                  </a:cubicBezTo>
                  <a:cubicBezTo>
                    <a:pt x="79442" y="498920"/>
                    <a:pt x="47438" y="593027"/>
                    <a:pt x="26674" y="689991"/>
                  </a:cubicBezTo>
                  <a:cubicBezTo>
                    <a:pt x="6576" y="783431"/>
                    <a:pt x="-4473" y="878967"/>
                    <a:pt x="1718" y="974217"/>
                  </a:cubicBezTo>
                  <a:cubicBezTo>
                    <a:pt x="7052" y="1054894"/>
                    <a:pt x="24674" y="1134332"/>
                    <a:pt x="56582" y="1208627"/>
                  </a:cubicBezTo>
                  <a:cubicBezTo>
                    <a:pt x="93825" y="1295495"/>
                    <a:pt x="148975" y="1373219"/>
                    <a:pt x="212792" y="1443038"/>
                  </a:cubicBezTo>
                  <a:cubicBezTo>
                    <a:pt x="264227" y="1499330"/>
                    <a:pt x="320996" y="1550575"/>
                    <a:pt x="385576" y="1590961"/>
                  </a:cubicBezTo>
                  <a:cubicBezTo>
                    <a:pt x="429486" y="1618393"/>
                    <a:pt x="477111" y="1640681"/>
                    <a:pt x="528451" y="1645825"/>
                  </a:cubicBezTo>
                  <a:cubicBezTo>
                    <a:pt x="600460" y="1653064"/>
                    <a:pt x="670278" y="1626680"/>
                    <a:pt x="739430" y="1604296"/>
                  </a:cubicBezTo>
                  <a:cubicBezTo>
                    <a:pt x="833632" y="1573721"/>
                    <a:pt x="929453" y="1548479"/>
                    <a:pt x="1023560" y="1517809"/>
                  </a:cubicBezTo>
                  <a:cubicBezTo>
                    <a:pt x="1144337" y="1478471"/>
                    <a:pt x="1262924" y="1432846"/>
                    <a:pt x="1384082" y="1394841"/>
                  </a:cubicBezTo>
                  <a:cubicBezTo>
                    <a:pt x="1542959" y="1345025"/>
                    <a:pt x="1707074" y="1305497"/>
                    <a:pt x="1872619" y="1318355"/>
                  </a:cubicBezTo>
                  <a:cubicBezTo>
                    <a:pt x="1972536" y="1326071"/>
                    <a:pt x="2070072" y="1353312"/>
                    <a:pt x="2169989" y="1359884"/>
                  </a:cubicBezTo>
                  <a:cubicBezTo>
                    <a:pt x="2223615" y="1363409"/>
                    <a:pt x="2277431" y="1359503"/>
                    <a:pt x="2331152" y="1359884"/>
                  </a:cubicBezTo>
                  <a:cubicBezTo>
                    <a:pt x="2388112" y="1360265"/>
                    <a:pt x="2445738" y="1366076"/>
                    <a:pt x="2500602" y="1351598"/>
                  </a:cubicBezTo>
                  <a:cubicBezTo>
                    <a:pt x="2522986" y="1345692"/>
                    <a:pt x="2544322" y="1335691"/>
                    <a:pt x="2557085" y="1316641"/>
                  </a:cubicBezTo>
                  <a:cubicBezTo>
                    <a:pt x="2581850" y="1279874"/>
                    <a:pt x="2559562" y="1233202"/>
                    <a:pt x="2533844" y="1195292"/>
                  </a:cubicBezTo>
                  <a:cubicBezTo>
                    <a:pt x="2478790" y="1114330"/>
                    <a:pt x="2394208" y="1060990"/>
                    <a:pt x="2312864" y="1005745"/>
                  </a:cubicBezTo>
                  <a:cubicBezTo>
                    <a:pt x="2199326" y="928688"/>
                    <a:pt x="2089027" y="847058"/>
                    <a:pt x="1980537" y="763048"/>
                  </a:cubicBezTo>
                  <a:cubicBezTo>
                    <a:pt x="1888811" y="691991"/>
                    <a:pt x="1796514" y="621697"/>
                    <a:pt x="1706408" y="548640"/>
                  </a:cubicBezTo>
                  <a:cubicBezTo>
                    <a:pt x="1554865" y="425672"/>
                    <a:pt x="1572105" y="453866"/>
                    <a:pt x="1422372" y="328803"/>
                  </a:cubicBezTo>
                  <a:cubicBezTo>
                    <a:pt x="1381224" y="294418"/>
                    <a:pt x="1009749" y="21146"/>
                    <a:pt x="96069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7C04F5C9-F7C6-4B5D-AA5A-252D9DDBAB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205503" y="1886195"/>
              <a:ext cx="1676495" cy="1223010"/>
            </a:xfrm>
            <a:custGeom>
              <a:avLst/>
              <a:gdLst>
                <a:gd name="connsiteX0" fmla="*/ 1676495 w 1676495"/>
                <a:gd name="connsiteY0" fmla="*/ 1223010 h 1223010"/>
                <a:gd name="connsiteX1" fmla="*/ 1421702 w 1676495"/>
                <a:gd name="connsiteY1" fmla="*/ 1000697 h 1223010"/>
                <a:gd name="connsiteX2" fmla="*/ 1024604 w 1676495"/>
                <a:gd name="connsiteY2" fmla="*/ 744665 h 1223010"/>
                <a:gd name="connsiteX3" fmla="*/ 444722 w 1676495"/>
                <a:gd name="connsiteY3" fmla="*/ 345758 h 1223010"/>
                <a:gd name="connsiteX4" fmla="*/ 0 w 1676495"/>
                <a:gd name="connsiteY4" fmla="*/ 0 h 1223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6495" h="1223010">
                  <a:moveTo>
                    <a:pt x="1676495" y="1223010"/>
                  </a:moveTo>
                  <a:cubicBezTo>
                    <a:pt x="1603724" y="1136428"/>
                    <a:pt x="1514094" y="1066229"/>
                    <a:pt x="1421702" y="1000697"/>
                  </a:cubicBezTo>
                  <a:cubicBezTo>
                    <a:pt x="1293209" y="909638"/>
                    <a:pt x="1158526" y="827627"/>
                    <a:pt x="1024604" y="744665"/>
                  </a:cubicBezTo>
                  <a:cubicBezTo>
                    <a:pt x="824770" y="620935"/>
                    <a:pt x="623792" y="497681"/>
                    <a:pt x="444722" y="345758"/>
                  </a:cubicBezTo>
                  <a:cubicBezTo>
                    <a:pt x="330517" y="248888"/>
                    <a:pt x="135731" y="61722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7337B922-7D88-47CA-A9FD-0841B3735E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472196" y="2084568"/>
              <a:ext cx="3028800" cy="2065359"/>
            </a:xfrm>
            <a:custGeom>
              <a:avLst/>
              <a:gdLst>
                <a:gd name="connsiteX0" fmla="*/ 525127 w 3028800"/>
                <a:gd name="connsiteY0" fmla="*/ 0 h 2065359"/>
                <a:gd name="connsiteX1" fmla="*/ 256141 w 3028800"/>
                <a:gd name="connsiteY1" fmla="*/ 229648 h 2065359"/>
                <a:gd name="connsiteX2" fmla="*/ 115552 w 3028800"/>
                <a:gd name="connsiteY2" fmla="*/ 438531 h 2065359"/>
                <a:gd name="connsiteX3" fmla="*/ 29446 w 3028800"/>
                <a:gd name="connsiteY3" fmla="*/ 723424 h 2065359"/>
                <a:gd name="connsiteX4" fmla="*/ 776 w 3028800"/>
                <a:gd name="connsiteY4" fmla="*/ 1034606 h 2065359"/>
                <a:gd name="connsiteX5" fmla="*/ 48592 w 3028800"/>
                <a:gd name="connsiteY5" fmla="*/ 1288352 h 2065359"/>
                <a:gd name="connsiteX6" fmla="*/ 146699 w 3028800"/>
                <a:gd name="connsiteY6" fmla="*/ 1496568 h 2065359"/>
                <a:gd name="connsiteX7" fmla="*/ 254332 w 3028800"/>
                <a:gd name="connsiteY7" fmla="*/ 1721549 h 2065359"/>
                <a:gd name="connsiteX8" fmla="*/ 338056 w 3028800"/>
                <a:gd name="connsiteY8" fmla="*/ 1905857 h 2065359"/>
                <a:gd name="connsiteX9" fmla="*/ 407398 w 3028800"/>
                <a:gd name="connsiteY9" fmla="*/ 2008823 h 2065359"/>
                <a:gd name="connsiteX10" fmla="*/ 476740 w 3028800"/>
                <a:gd name="connsiteY10" fmla="*/ 2059114 h 2065359"/>
                <a:gd name="connsiteX11" fmla="*/ 596374 w 3028800"/>
                <a:gd name="connsiteY11" fmla="*/ 2047113 h 2065359"/>
                <a:gd name="connsiteX12" fmla="*/ 804496 w 3028800"/>
                <a:gd name="connsiteY12" fmla="*/ 1903476 h 2065359"/>
                <a:gd name="connsiteX13" fmla="*/ 1084435 w 3028800"/>
                <a:gd name="connsiteY13" fmla="*/ 1721549 h 2065359"/>
                <a:gd name="connsiteX14" fmla="*/ 1369138 w 3028800"/>
                <a:gd name="connsiteY14" fmla="*/ 1611439 h 2065359"/>
                <a:gd name="connsiteX15" fmla="*/ 1603643 w 3028800"/>
                <a:gd name="connsiteY15" fmla="*/ 1554004 h 2065359"/>
                <a:gd name="connsiteX16" fmla="*/ 1897966 w 3028800"/>
                <a:gd name="connsiteY16" fmla="*/ 1498949 h 2065359"/>
                <a:gd name="connsiteX17" fmla="*/ 2146759 w 3028800"/>
                <a:gd name="connsiteY17" fmla="*/ 1513332 h 2065359"/>
                <a:gd name="connsiteX18" fmla="*/ 2292682 w 3028800"/>
                <a:gd name="connsiteY18" fmla="*/ 1537240 h 2065359"/>
                <a:gd name="connsiteX19" fmla="*/ 2584623 w 3028800"/>
                <a:gd name="connsiteY19" fmla="*/ 1594676 h 2065359"/>
                <a:gd name="connsiteX20" fmla="*/ 2795126 w 3028800"/>
                <a:gd name="connsiteY20" fmla="*/ 1620964 h 2065359"/>
                <a:gd name="connsiteX21" fmla="*/ 2972005 w 3028800"/>
                <a:gd name="connsiteY21" fmla="*/ 1234631 h 2065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028800" h="2065359">
                  <a:moveTo>
                    <a:pt x="525127" y="0"/>
                  </a:moveTo>
                  <a:cubicBezTo>
                    <a:pt x="525127" y="0"/>
                    <a:pt x="307386" y="172212"/>
                    <a:pt x="256141" y="229648"/>
                  </a:cubicBezTo>
                  <a:cubicBezTo>
                    <a:pt x="199944" y="292608"/>
                    <a:pt x="151843" y="362331"/>
                    <a:pt x="115552" y="438531"/>
                  </a:cubicBezTo>
                  <a:cubicBezTo>
                    <a:pt x="72785" y="528447"/>
                    <a:pt x="48115" y="625507"/>
                    <a:pt x="29446" y="723424"/>
                  </a:cubicBezTo>
                  <a:cubicBezTo>
                    <a:pt x="9825" y="826103"/>
                    <a:pt x="-3415" y="930212"/>
                    <a:pt x="776" y="1034606"/>
                  </a:cubicBezTo>
                  <a:cubicBezTo>
                    <a:pt x="4205" y="1121093"/>
                    <a:pt x="19159" y="1206913"/>
                    <a:pt x="48592" y="1288352"/>
                  </a:cubicBezTo>
                  <a:cubicBezTo>
                    <a:pt x="74785" y="1360551"/>
                    <a:pt x="111457" y="1428274"/>
                    <a:pt x="146699" y="1496568"/>
                  </a:cubicBezTo>
                  <a:cubicBezTo>
                    <a:pt x="184894" y="1570482"/>
                    <a:pt x="221185" y="1645349"/>
                    <a:pt x="254332" y="1721549"/>
                  </a:cubicBezTo>
                  <a:cubicBezTo>
                    <a:pt x="281287" y="1783461"/>
                    <a:pt x="306433" y="1846231"/>
                    <a:pt x="338056" y="1905857"/>
                  </a:cubicBezTo>
                  <a:cubicBezTo>
                    <a:pt x="357583" y="1942529"/>
                    <a:pt x="379776" y="1977866"/>
                    <a:pt x="407398" y="2008823"/>
                  </a:cubicBezTo>
                  <a:cubicBezTo>
                    <a:pt x="426829" y="2030539"/>
                    <a:pt x="449308" y="2049780"/>
                    <a:pt x="476740" y="2059114"/>
                  </a:cubicBezTo>
                  <a:cubicBezTo>
                    <a:pt x="515793" y="2072354"/>
                    <a:pt x="557893" y="2062734"/>
                    <a:pt x="596374" y="2047113"/>
                  </a:cubicBezTo>
                  <a:cubicBezTo>
                    <a:pt x="674860" y="2015300"/>
                    <a:pt x="738106" y="1956530"/>
                    <a:pt x="804496" y="1903476"/>
                  </a:cubicBezTo>
                  <a:cubicBezTo>
                    <a:pt x="891649" y="1833848"/>
                    <a:pt x="984804" y="1771841"/>
                    <a:pt x="1084435" y="1721549"/>
                  </a:cubicBezTo>
                  <a:cubicBezTo>
                    <a:pt x="1175494" y="1675638"/>
                    <a:pt x="1271030" y="1639348"/>
                    <a:pt x="1369138" y="1611439"/>
                  </a:cubicBezTo>
                  <a:cubicBezTo>
                    <a:pt x="1446576" y="1589437"/>
                    <a:pt x="1525252" y="1572387"/>
                    <a:pt x="1603643" y="1554004"/>
                  </a:cubicBezTo>
                  <a:cubicBezTo>
                    <a:pt x="1700989" y="1531049"/>
                    <a:pt x="1798144" y="1505141"/>
                    <a:pt x="1897966" y="1498949"/>
                  </a:cubicBezTo>
                  <a:cubicBezTo>
                    <a:pt x="1981119" y="1493711"/>
                    <a:pt x="2064272" y="1501521"/>
                    <a:pt x="2146759" y="1513332"/>
                  </a:cubicBezTo>
                  <a:cubicBezTo>
                    <a:pt x="2195527" y="1520285"/>
                    <a:pt x="2244200" y="1528382"/>
                    <a:pt x="2292682" y="1537240"/>
                  </a:cubicBezTo>
                  <a:cubicBezTo>
                    <a:pt x="2390218" y="1555147"/>
                    <a:pt x="2487563" y="1574102"/>
                    <a:pt x="2584623" y="1594676"/>
                  </a:cubicBezTo>
                  <a:cubicBezTo>
                    <a:pt x="2654251" y="1609439"/>
                    <a:pt x="2724260" y="1624393"/>
                    <a:pt x="2795126" y="1620964"/>
                  </a:cubicBezTo>
                  <a:cubicBezTo>
                    <a:pt x="2859991" y="1617821"/>
                    <a:pt x="3149551" y="1625918"/>
                    <a:pt x="2972005" y="123463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3099EA02-8097-44CE-ABA3-D27A4AA008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47124" y="3225064"/>
              <a:ext cx="1161937" cy="1049976"/>
            </a:xfrm>
            <a:custGeom>
              <a:avLst/>
              <a:gdLst>
                <a:gd name="connsiteX0" fmla="*/ 279459 w 1161937"/>
                <a:gd name="connsiteY0" fmla="*/ 64453 h 1049976"/>
                <a:gd name="connsiteX1" fmla="*/ 99437 w 1161937"/>
                <a:gd name="connsiteY1" fmla="*/ 232093 h 1049976"/>
                <a:gd name="connsiteX2" fmla="*/ 2472 w 1161937"/>
                <a:gd name="connsiteY2" fmla="*/ 507746 h 1049976"/>
                <a:gd name="connsiteX3" fmla="*/ 17712 w 1161937"/>
                <a:gd name="connsiteY3" fmla="*/ 734917 h 1049976"/>
                <a:gd name="connsiteX4" fmla="*/ 85530 w 1161937"/>
                <a:gd name="connsiteY4" fmla="*/ 905320 h 1049976"/>
                <a:gd name="connsiteX5" fmla="*/ 388806 w 1161937"/>
                <a:gd name="connsiteY5" fmla="*/ 1048004 h 1049976"/>
                <a:gd name="connsiteX6" fmla="*/ 755709 w 1161937"/>
                <a:gd name="connsiteY6" fmla="*/ 984282 h 1049976"/>
                <a:gd name="connsiteX7" fmla="*/ 984214 w 1161937"/>
                <a:gd name="connsiteY7" fmla="*/ 856837 h 1049976"/>
                <a:gd name="connsiteX8" fmla="*/ 1144806 w 1161937"/>
                <a:gd name="connsiteY8" fmla="*/ 651859 h 1049976"/>
                <a:gd name="connsiteX9" fmla="*/ 1144806 w 1161937"/>
                <a:gd name="connsiteY9" fmla="*/ 435737 h 1049976"/>
                <a:gd name="connsiteX10" fmla="*/ 894203 w 1161937"/>
                <a:gd name="connsiteY10" fmla="*/ 110173 h 1049976"/>
                <a:gd name="connsiteX11" fmla="*/ 645219 w 1161937"/>
                <a:gd name="connsiteY11" fmla="*/ 11494 h 1049976"/>
                <a:gd name="connsiteX12" fmla="*/ 469102 w 1161937"/>
                <a:gd name="connsiteY12" fmla="*/ 3207 h 1049976"/>
                <a:gd name="connsiteX13" fmla="*/ 279459 w 1161937"/>
                <a:gd name="connsiteY13" fmla="*/ 64453 h 104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61937" h="1049976">
                  <a:moveTo>
                    <a:pt x="279459" y="64453"/>
                  </a:moveTo>
                  <a:cubicBezTo>
                    <a:pt x="206784" y="104934"/>
                    <a:pt x="145538" y="162751"/>
                    <a:pt x="99437" y="232093"/>
                  </a:cubicBezTo>
                  <a:cubicBezTo>
                    <a:pt x="44763" y="314389"/>
                    <a:pt x="10759" y="409258"/>
                    <a:pt x="2472" y="507746"/>
                  </a:cubicBezTo>
                  <a:cubicBezTo>
                    <a:pt x="-3909" y="583660"/>
                    <a:pt x="2377" y="660146"/>
                    <a:pt x="17712" y="734917"/>
                  </a:cubicBezTo>
                  <a:cubicBezTo>
                    <a:pt x="30190" y="795782"/>
                    <a:pt x="48002" y="855980"/>
                    <a:pt x="85530" y="905320"/>
                  </a:cubicBezTo>
                  <a:cubicBezTo>
                    <a:pt x="155730" y="997617"/>
                    <a:pt x="272030" y="1038955"/>
                    <a:pt x="388806" y="1048004"/>
                  </a:cubicBezTo>
                  <a:cubicBezTo>
                    <a:pt x="514251" y="1057720"/>
                    <a:pt x="638361" y="1030764"/>
                    <a:pt x="755709" y="984282"/>
                  </a:cubicBezTo>
                  <a:cubicBezTo>
                    <a:pt x="837339" y="951992"/>
                    <a:pt x="915444" y="911320"/>
                    <a:pt x="984214" y="856837"/>
                  </a:cubicBezTo>
                  <a:cubicBezTo>
                    <a:pt x="1053556" y="801878"/>
                    <a:pt x="1115659" y="735013"/>
                    <a:pt x="1144806" y="651859"/>
                  </a:cubicBezTo>
                  <a:cubicBezTo>
                    <a:pt x="1169285" y="581946"/>
                    <a:pt x="1165951" y="506984"/>
                    <a:pt x="1144806" y="435737"/>
                  </a:cubicBezTo>
                  <a:cubicBezTo>
                    <a:pt x="1104801" y="300673"/>
                    <a:pt x="1011837" y="187801"/>
                    <a:pt x="894203" y="110173"/>
                  </a:cubicBezTo>
                  <a:cubicBezTo>
                    <a:pt x="818860" y="60547"/>
                    <a:pt x="733897" y="28258"/>
                    <a:pt x="645219" y="11494"/>
                  </a:cubicBezTo>
                  <a:cubicBezTo>
                    <a:pt x="587117" y="540"/>
                    <a:pt x="527776" y="-3365"/>
                    <a:pt x="469102" y="3207"/>
                  </a:cubicBezTo>
                  <a:cubicBezTo>
                    <a:pt x="402522" y="10636"/>
                    <a:pt x="337943" y="31782"/>
                    <a:pt x="279459" y="64453"/>
                  </a:cubicBezTo>
                  <a:close/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77B9352D-F916-42DA-A39C-C6F0C72BB0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272867" y="3402818"/>
              <a:ext cx="846327" cy="774726"/>
            </a:xfrm>
            <a:custGeom>
              <a:avLst/>
              <a:gdLst>
                <a:gd name="connsiteX0" fmla="*/ 223506 w 846327"/>
                <a:gd name="connsiteY0" fmla="*/ 47187 h 774726"/>
                <a:gd name="connsiteX1" fmla="*/ 29100 w 846327"/>
                <a:gd name="connsiteY1" fmla="*/ 283216 h 774726"/>
                <a:gd name="connsiteX2" fmla="*/ 29100 w 846327"/>
                <a:gd name="connsiteY2" fmla="*/ 589064 h 774726"/>
                <a:gd name="connsiteX3" fmla="*/ 155402 w 846327"/>
                <a:gd name="connsiteY3" fmla="*/ 735368 h 774726"/>
                <a:gd name="connsiteX4" fmla="*/ 402957 w 846327"/>
                <a:gd name="connsiteY4" fmla="*/ 770325 h 774726"/>
                <a:gd name="connsiteX5" fmla="*/ 638891 w 846327"/>
                <a:gd name="connsiteY5" fmla="*/ 698887 h 774726"/>
                <a:gd name="connsiteX6" fmla="*/ 818342 w 846327"/>
                <a:gd name="connsiteY6" fmla="*/ 519341 h 774726"/>
                <a:gd name="connsiteX7" fmla="*/ 844917 w 846327"/>
                <a:gd name="connsiteY7" fmla="*/ 356463 h 774726"/>
                <a:gd name="connsiteX8" fmla="*/ 675467 w 846327"/>
                <a:gd name="connsiteY8" fmla="*/ 70523 h 774726"/>
                <a:gd name="connsiteX9" fmla="*/ 343140 w 846327"/>
                <a:gd name="connsiteY9" fmla="*/ 7372 h 774726"/>
                <a:gd name="connsiteX10" fmla="*/ 223506 w 846327"/>
                <a:gd name="connsiteY10" fmla="*/ 47187 h 774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46327" h="774726">
                  <a:moveTo>
                    <a:pt x="223506" y="47187"/>
                  </a:moveTo>
                  <a:cubicBezTo>
                    <a:pt x="131304" y="97288"/>
                    <a:pt x="65391" y="184537"/>
                    <a:pt x="29100" y="283216"/>
                  </a:cubicBezTo>
                  <a:cubicBezTo>
                    <a:pt x="-7380" y="382467"/>
                    <a:pt x="-11952" y="491909"/>
                    <a:pt x="29100" y="589064"/>
                  </a:cubicBezTo>
                  <a:cubicBezTo>
                    <a:pt x="54913" y="650214"/>
                    <a:pt x="97585" y="703078"/>
                    <a:pt x="155402" y="735368"/>
                  </a:cubicBezTo>
                  <a:cubicBezTo>
                    <a:pt x="229697" y="776802"/>
                    <a:pt x="317898" y="779659"/>
                    <a:pt x="402957" y="770325"/>
                  </a:cubicBezTo>
                  <a:cubicBezTo>
                    <a:pt x="485538" y="761181"/>
                    <a:pt x="566120" y="738987"/>
                    <a:pt x="638891" y="698887"/>
                  </a:cubicBezTo>
                  <a:cubicBezTo>
                    <a:pt x="714900" y="656977"/>
                    <a:pt x="781956" y="597827"/>
                    <a:pt x="818342" y="519341"/>
                  </a:cubicBezTo>
                  <a:cubicBezTo>
                    <a:pt x="841964" y="468477"/>
                    <a:pt x="849870" y="412280"/>
                    <a:pt x="844917" y="356463"/>
                  </a:cubicBezTo>
                  <a:cubicBezTo>
                    <a:pt x="834630" y="240449"/>
                    <a:pt x="771955" y="135293"/>
                    <a:pt x="675467" y="70523"/>
                  </a:cubicBezTo>
                  <a:cubicBezTo>
                    <a:pt x="578788" y="5658"/>
                    <a:pt x="458392" y="-11868"/>
                    <a:pt x="343140" y="7372"/>
                  </a:cubicBezTo>
                  <a:cubicBezTo>
                    <a:pt x="301325" y="14325"/>
                    <a:pt x="260748" y="26994"/>
                    <a:pt x="223506" y="47187"/>
                  </a:cubicBezTo>
                  <a:close/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BECF786-5D3B-4D7B-941E-FE96E6478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435437" y="3593840"/>
              <a:ext cx="477596" cy="447528"/>
            </a:xfrm>
            <a:custGeom>
              <a:avLst/>
              <a:gdLst>
                <a:gd name="connsiteX0" fmla="*/ 88185 w 477596"/>
                <a:gd name="connsiteY0" fmla="*/ 75022 h 447528"/>
                <a:gd name="connsiteX1" fmla="*/ 79 w 477596"/>
                <a:gd name="connsiteY1" fmla="*/ 236280 h 447528"/>
                <a:gd name="connsiteX2" fmla="*/ 69897 w 477596"/>
                <a:gd name="connsiteY2" fmla="*/ 370964 h 447528"/>
                <a:gd name="connsiteX3" fmla="*/ 172958 w 477596"/>
                <a:gd name="connsiteY3" fmla="*/ 429162 h 447528"/>
                <a:gd name="connsiteX4" fmla="*/ 309165 w 477596"/>
                <a:gd name="connsiteY4" fmla="*/ 440782 h 447528"/>
                <a:gd name="connsiteX5" fmla="*/ 432990 w 477596"/>
                <a:gd name="connsiteY5" fmla="*/ 316957 h 447528"/>
                <a:gd name="connsiteX6" fmla="*/ 476996 w 477596"/>
                <a:gd name="connsiteY6" fmla="*/ 164843 h 447528"/>
                <a:gd name="connsiteX7" fmla="*/ 383937 w 477596"/>
                <a:gd name="connsiteY7" fmla="*/ 26826 h 447528"/>
                <a:gd name="connsiteX8" fmla="*/ 88185 w 477596"/>
                <a:gd name="connsiteY8" fmla="*/ 75022 h 447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7596" h="447528">
                  <a:moveTo>
                    <a:pt x="88185" y="75022"/>
                  </a:moveTo>
                  <a:cubicBezTo>
                    <a:pt x="37798" y="116361"/>
                    <a:pt x="-2016" y="171796"/>
                    <a:pt x="79" y="236280"/>
                  </a:cubicBezTo>
                  <a:cubicBezTo>
                    <a:pt x="1794" y="288763"/>
                    <a:pt x="30178" y="336103"/>
                    <a:pt x="69897" y="370964"/>
                  </a:cubicBezTo>
                  <a:cubicBezTo>
                    <a:pt x="99806" y="397253"/>
                    <a:pt x="135429" y="415636"/>
                    <a:pt x="172958" y="429162"/>
                  </a:cubicBezTo>
                  <a:cubicBezTo>
                    <a:pt x="217249" y="445068"/>
                    <a:pt x="264588" y="454784"/>
                    <a:pt x="309165" y="440782"/>
                  </a:cubicBezTo>
                  <a:cubicBezTo>
                    <a:pt x="366696" y="422780"/>
                    <a:pt x="403272" y="370297"/>
                    <a:pt x="432990" y="316957"/>
                  </a:cubicBezTo>
                  <a:cubicBezTo>
                    <a:pt x="459375" y="269618"/>
                    <a:pt x="481568" y="218469"/>
                    <a:pt x="476996" y="164843"/>
                  </a:cubicBezTo>
                  <a:cubicBezTo>
                    <a:pt x="472043" y="106169"/>
                    <a:pt x="435276" y="55972"/>
                    <a:pt x="383937" y="26826"/>
                  </a:cubicBezTo>
                  <a:cubicBezTo>
                    <a:pt x="289734" y="-26705"/>
                    <a:pt x="173244" y="5299"/>
                    <a:pt x="88185" y="75022"/>
                  </a:cubicBezTo>
                  <a:close/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FF19012F-4A59-4866-B2D1-60B1A896B6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785832" y="822034"/>
              <a:ext cx="2861881" cy="1271168"/>
            </a:xfrm>
            <a:custGeom>
              <a:avLst/>
              <a:gdLst>
                <a:gd name="connsiteX0" fmla="*/ 0 w 2861881"/>
                <a:gd name="connsiteY0" fmla="*/ 0 h 1271168"/>
                <a:gd name="connsiteX1" fmla="*/ 176879 w 2861881"/>
                <a:gd name="connsiteY1" fmla="*/ 115157 h 1271168"/>
                <a:gd name="connsiteX2" fmla="*/ 400812 w 2861881"/>
                <a:gd name="connsiteY2" fmla="*/ 277178 h 1271168"/>
                <a:gd name="connsiteX3" fmla="*/ 652367 w 2861881"/>
                <a:gd name="connsiteY3" fmla="*/ 421958 h 1271168"/>
                <a:gd name="connsiteX4" fmla="*/ 1110615 w 2861881"/>
                <a:gd name="connsiteY4" fmla="*/ 690848 h 1271168"/>
                <a:gd name="connsiteX5" fmla="*/ 1410843 w 2861881"/>
                <a:gd name="connsiteY5" fmla="*/ 830580 h 1271168"/>
                <a:gd name="connsiteX6" fmla="*/ 1585341 w 2861881"/>
                <a:gd name="connsiteY6" fmla="*/ 917067 h 1271168"/>
                <a:gd name="connsiteX7" fmla="*/ 1896047 w 2861881"/>
                <a:gd name="connsiteY7" fmla="*/ 1114901 h 1271168"/>
                <a:gd name="connsiteX8" fmla="*/ 2042255 w 2861881"/>
                <a:gd name="connsiteY8" fmla="*/ 1204627 h 1271168"/>
                <a:gd name="connsiteX9" fmla="*/ 2276570 w 2861881"/>
                <a:gd name="connsiteY9" fmla="*/ 1271111 h 1271168"/>
                <a:gd name="connsiteX10" fmla="*/ 2568988 w 2861881"/>
                <a:gd name="connsiteY10" fmla="*/ 1128141 h 1271168"/>
                <a:gd name="connsiteX11" fmla="*/ 2726817 w 2861881"/>
                <a:gd name="connsiteY11" fmla="*/ 882110 h 1271168"/>
                <a:gd name="connsiteX12" fmla="*/ 2861882 w 2861881"/>
                <a:gd name="connsiteY12" fmla="*/ 574929 h 127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861881" h="1271168">
                  <a:moveTo>
                    <a:pt x="0" y="0"/>
                  </a:moveTo>
                  <a:cubicBezTo>
                    <a:pt x="0" y="0"/>
                    <a:pt x="110680" y="67151"/>
                    <a:pt x="176879" y="115157"/>
                  </a:cubicBezTo>
                  <a:cubicBezTo>
                    <a:pt x="251555" y="169259"/>
                    <a:pt x="323564" y="226981"/>
                    <a:pt x="400812" y="277178"/>
                  </a:cubicBezTo>
                  <a:cubicBezTo>
                    <a:pt x="481965" y="329946"/>
                    <a:pt x="568166" y="374142"/>
                    <a:pt x="652367" y="421958"/>
                  </a:cubicBezTo>
                  <a:cubicBezTo>
                    <a:pt x="806387" y="509492"/>
                    <a:pt x="953167" y="609695"/>
                    <a:pt x="1110615" y="690848"/>
                  </a:cubicBezTo>
                  <a:cubicBezTo>
                    <a:pt x="1208723" y="741426"/>
                    <a:pt x="1310449" y="784670"/>
                    <a:pt x="1410843" y="830580"/>
                  </a:cubicBezTo>
                  <a:cubicBezTo>
                    <a:pt x="1469898" y="857631"/>
                    <a:pt x="1528477" y="885635"/>
                    <a:pt x="1585341" y="917067"/>
                  </a:cubicBezTo>
                  <a:cubicBezTo>
                    <a:pt x="1692878" y="976408"/>
                    <a:pt x="1794034" y="1046417"/>
                    <a:pt x="1896047" y="1114901"/>
                  </a:cubicBezTo>
                  <a:cubicBezTo>
                    <a:pt x="1943576" y="1146810"/>
                    <a:pt x="1991773" y="1177671"/>
                    <a:pt x="2042255" y="1204627"/>
                  </a:cubicBezTo>
                  <a:cubicBezTo>
                    <a:pt x="2115217" y="1243679"/>
                    <a:pt x="2194179" y="1272635"/>
                    <a:pt x="2276570" y="1271111"/>
                  </a:cubicBezTo>
                  <a:cubicBezTo>
                    <a:pt x="2388870" y="1269111"/>
                    <a:pt x="2490597" y="1209485"/>
                    <a:pt x="2568988" y="1128141"/>
                  </a:cubicBezTo>
                  <a:cubicBezTo>
                    <a:pt x="2637092" y="1057561"/>
                    <a:pt x="2686622" y="971836"/>
                    <a:pt x="2726817" y="882110"/>
                  </a:cubicBezTo>
                  <a:cubicBezTo>
                    <a:pt x="2772632" y="779907"/>
                    <a:pt x="2807208" y="672560"/>
                    <a:pt x="2861882" y="574929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FA9DE6B4-5329-41C6-9FB0-2E88732A10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849044" y="900581"/>
              <a:ext cx="2636234" cy="919096"/>
            </a:xfrm>
            <a:custGeom>
              <a:avLst/>
              <a:gdLst>
                <a:gd name="connsiteX0" fmla="*/ 0 w 2636234"/>
                <a:gd name="connsiteY0" fmla="*/ 0 h 919096"/>
                <a:gd name="connsiteX1" fmla="*/ 417862 w 2636234"/>
                <a:gd name="connsiteY1" fmla="*/ 274415 h 919096"/>
                <a:gd name="connsiteX2" fmla="*/ 980218 w 2636234"/>
                <a:gd name="connsiteY2" fmla="*/ 607981 h 919096"/>
                <a:gd name="connsiteX3" fmla="*/ 1473137 w 2636234"/>
                <a:gd name="connsiteY3" fmla="*/ 792290 h 919096"/>
                <a:gd name="connsiteX4" fmla="*/ 1827276 w 2636234"/>
                <a:gd name="connsiteY4" fmla="*/ 914400 h 919096"/>
                <a:gd name="connsiteX5" fmla="*/ 2119218 w 2636234"/>
                <a:gd name="connsiteY5" fmla="*/ 847344 h 919096"/>
                <a:gd name="connsiteX6" fmla="*/ 2269998 w 2636234"/>
                <a:gd name="connsiteY6" fmla="*/ 610362 h 919096"/>
                <a:gd name="connsiteX7" fmla="*/ 2413540 w 2636234"/>
                <a:gd name="connsiteY7" fmla="*/ 361379 h 919096"/>
                <a:gd name="connsiteX8" fmla="*/ 2636235 w 2636234"/>
                <a:gd name="connsiteY8" fmla="*/ 66961 h 919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36234" h="919096">
                  <a:moveTo>
                    <a:pt x="0" y="0"/>
                  </a:moveTo>
                  <a:cubicBezTo>
                    <a:pt x="0" y="0"/>
                    <a:pt x="243745" y="162020"/>
                    <a:pt x="417862" y="274415"/>
                  </a:cubicBezTo>
                  <a:cubicBezTo>
                    <a:pt x="601409" y="392906"/>
                    <a:pt x="781145" y="518732"/>
                    <a:pt x="980218" y="607981"/>
                  </a:cubicBezTo>
                  <a:cubicBezTo>
                    <a:pt x="1140333" y="679799"/>
                    <a:pt x="1310545" y="726091"/>
                    <a:pt x="1473137" y="792290"/>
                  </a:cubicBezTo>
                  <a:cubicBezTo>
                    <a:pt x="1589532" y="839724"/>
                    <a:pt x="1702975" y="897922"/>
                    <a:pt x="1827276" y="914400"/>
                  </a:cubicBezTo>
                  <a:cubicBezTo>
                    <a:pt x="1930813" y="928116"/>
                    <a:pt x="2039208" y="913543"/>
                    <a:pt x="2119218" y="847344"/>
                  </a:cubicBezTo>
                  <a:cubicBezTo>
                    <a:pt x="2192084" y="786956"/>
                    <a:pt x="2228184" y="696087"/>
                    <a:pt x="2269998" y="610362"/>
                  </a:cubicBezTo>
                  <a:cubicBezTo>
                    <a:pt x="2312003" y="524161"/>
                    <a:pt x="2362867" y="442722"/>
                    <a:pt x="2413540" y="361379"/>
                  </a:cubicBezTo>
                  <a:cubicBezTo>
                    <a:pt x="2485835" y="245459"/>
                    <a:pt x="2514886" y="126873"/>
                    <a:pt x="2636235" y="6696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D5B645CC-35E5-4026-A374-3213D01731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823810" y="1056703"/>
              <a:ext cx="2292381" cy="625711"/>
            </a:xfrm>
            <a:custGeom>
              <a:avLst/>
              <a:gdLst>
                <a:gd name="connsiteX0" fmla="*/ 0 w 2292381"/>
                <a:gd name="connsiteY0" fmla="*/ 0 h 625711"/>
                <a:gd name="connsiteX1" fmla="*/ 272415 w 2292381"/>
                <a:gd name="connsiteY1" fmla="*/ 181070 h 625711"/>
                <a:gd name="connsiteX2" fmla="*/ 651415 w 2292381"/>
                <a:gd name="connsiteY2" fmla="*/ 385000 h 625711"/>
                <a:gd name="connsiteX3" fmla="*/ 915543 w 2292381"/>
                <a:gd name="connsiteY3" fmla="*/ 514255 h 625711"/>
                <a:gd name="connsiteX4" fmla="*/ 1277302 w 2292381"/>
                <a:gd name="connsiteY4" fmla="*/ 606171 h 625711"/>
                <a:gd name="connsiteX5" fmla="*/ 1618964 w 2292381"/>
                <a:gd name="connsiteY5" fmla="*/ 606171 h 625711"/>
                <a:gd name="connsiteX6" fmla="*/ 1817084 w 2292381"/>
                <a:gd name="connsiteY6" fmla="*/ 485489 h 625711"/>
                <a:gd name="connsiteX7" fmla="*/ 1963483 w 2292381"/>
                <a:gd name="connsiteY7" fmla="*/ 313182 h 625711"/>
                <a:gd name="connsiteX8" fmla="*/ 2102739 w 2292381"/>
                <a:gd name="connsiteY8" fmla="*/ 173831 h 625711"/>
                <a:gd name="connsiteX9" fmla="*/ 2292382 w 2292381"/>
                <a:gd name="connsiteY9" fmla="*/ 0 h 625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92381" h="625711">
                  <a:moveTo>
                    <a:pt x="0" y="0"/>
                  </a:moveTo>
                  <a:cubicBezTo>
                    <a:pt x="0" y="0"/>
                    <a:pt x="152019" y="110776"/>
                    <a:pt x="272415" y="181070"/>
                  </a:cubicBezTo>
                  <a:cubicBezTo>
                    <a:pt x="396335" y="253460"/>
                    <a:pt x="524351" y="318325"/>
                    <a:pt x="651415" y="385000"/>
                  </a:cubicBezTo>
                  <a:cubicBezTo>
                    <a:pt x="738283" y="430625"/>
                    <a:pt x="824198" y="478536"/>
                    <a:pt x="915543" y="514255"/>
                  </a:cubicBezTo>
                  <a:cubicBezTo>
                    <a:pt x="1031748" y="559689"/>
                    <a:pt x="1154049" y="585788"/>
                    <a:pt x="1277302" y="606171"/>
                  </a:cubicBezTo>
                  <a:cubicBezTo>
                    <a:pt x="1391602" y="625031"/>
                    <a:pt x="1508379" y="638556"/>
                    <a:pt x="1618964" y="606171"/>
                  </a:cubicBezTo>
                  <a:cubicBezTo>
                    <a:pt x="1694307" y="584168"/>
                    <a:pt x="1760791" y="540258"/>
                    <a:pt x="1817084" y="485489"/>
                  </a:cubicBezTo>
                  <a:cubicBezTo>
                    <a:pt x="1871186" y="432911"/>
                    <a:pt x="1913287" y="369475"/>
                    <a:pt x="1963483" y="313182"/>
                  </a:cubicBezTo>
                  <a:cubicBezTo>
                    <a:pt x="2007203" y="264128"/>
                    <a:pt x="2055305" y="219361"/>
                    <a:pt x="2102739" y="173831"/>
                  </a:cubicBezTo>
                  <a:cubicBezTo>
                    <a:pt x="2170271" y="109347"/>
                    <a:pt x="2292382" y="0"/>
                    <a:pt x="22923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C17ABE3A-3743-4935-8680-30474904B8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712627" y="1178978"/>
              <a:ext cx="1865852" cy="421548"/>
            </a:xfrm>
            <a:custGeom>
              <a:avLst/>
              <a:gdLst>
                <a:gd name="connsiteX0" fmla="*/ 1865852 w 1865852"/>
                <a:gd name="connsiteY0" fmla="*/ 0 h 421548"/>
                <a:gd name="connsiteX1" fmla="*/ 1535049 w 1865852"/>
                <a:gd name="connsiteY1" fmla="*/ 258699 h 421548"/>
                <a:gd name="connsiteX2" fmla="*/ 1247965 w 1865852"/>
                <a:gd name="connsiteY2" fmla="*/ 408051 h 421548"/>
                <a:gd name="connsiteX3" fmla="*/ 955072 w 1865852"/>
                <a:gd name="connsiteY3" fmla="*/ 408051 h 421548"/>
                <a:gd name="connsiteX4" fmla="*/ 596170 w 1865852"/>
                <a:gd name="connsiteY4" fmla="*/ 336233 h 421548"/>
                <a:gd name="connsiteX5" fmla="*/ 283178 w 1865852"/>
                <a:gd name="connsiteY5" fmla="*/ 186881 h 421548"/>
                <a:gd name="connsiteX6" fmla="*/ 0 w 1865852"/>
                <a:gd name="connsiteY6" fmla="*/ 0 h 421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65852" h="421548">
                  <a:moveTo>
                    <a:pt x="1865852" y="0"/>
                  </a:moveTo>
                  <a:cubicBezTo>
                    <a:pt x="1865852" y="0"/>
                    <a:pt x="1677543" y="155734"/>
                    <a:pt x="1535049" y="258699"/>
                  </a:cubicBezTo>
                  <a:cubicBezTo>
                    <a:pt x="1446752" y="322517"/>
                    <a:pt x="1353598" y="383096"/>
                    <a:pt x="1247965" y="408051"/>
                  </a:cubicBezTo>
                  <a:cubicBezTo>
                    <a:pt x="1152239" y="430625"/>
                    <a:pt x="1053084" y="420815"/>
                    <a:pt x="955072" y="408051"/>
                  </a:cubicBezTo>
                  <a:cubicBezTo>
                    <a:pt x="833723" y="392240"/>
                    <a:pt x="711803" y="376142"/>
                    <a:pt x="596170" y="336233"/>
                  </a:cubicBezTo>
                  <a:cubicBezTo>
                    <a:pt x="486728" y="298418"/>
                    <a:pt x="382714" y="246412"/>
                    <a:pt x="283178" y="186881"/>
                  </a:cubicBezTo>
                  <a:cubicBezTo>
                    <a:pt x="176117" y="122777"/>
                    <a:pt x="0" y="0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C35BA021-8EE3-4AAC-886D-84BD02C5D5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526140" y="1242712"/>
              <a:ext cx="1358265" cy="286935"/>
            </a:xfrm>
            <a:custGeom>
              <a:avLst/>
              <a:gdLst>
                <a:gd name="connsiteX0" fmla="*/ 0 w 1358265"/>
                <a:gd name="connsiteY0" fmla="*/ 11621 h 286935"/>
                <a:gd name="connsiteX1" fmla="*/ 200978 w 1358265"/>
                <a:gd name="connsiteY1" fmla="*/ 163830 h 286935"/>
                <a:gd name="connsiteX2" fmla="*/ 499586 w 1358265"/>
                <a:gd name="connsiteY2" fmla="*/ 258604 h 286935"/>
                <a:gd name="connsiteX3" fmla="*/ 780955 w 1358265"/>
                <a:gd name="connsiteY3" fmla="*/ 284417 h 286935"/>
                <a:gd name="connsiteX4" fmla="*/ 1027843 w 1358265"/>
                <a:gd name="connsiteY4" fmla="*/ 215456 h 286935"/>
                <a:gd name="connsiteX5" fmla="*/ 1358265 w 1358265"/>
                <a:gd name="connsiteY5" fmla="*/ 0 h 286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58265" h="286935">
                  <a:moveTo>
                    <a:pt x="0" y="11621"/>
                  </a:moveTo>
                  <a:cubicBezTo>
                    <a:pt x="0" y="11621"/>
                    <a:pt x="89249" y="104299"/>
                    <a:pt x="200978" y="163830"/>
                  </a:cubicBezTo>
                  <a:cubicBezTo>
                    <a:pt x="293465" y="213074"/>
                    <a:pt x="396812" y="237458"/>
                    <a:pt x="499586" y="258604"/>
                  </a:cubicBezTo>
                  <a:cubicBezTo>
                    <a:pt x="592360" y="277749"/>
                    <a:pt x="686753" y="293180"/>
                    <a:pt x="780955" y="284417"/>
                  </a:cubicBezTo>
                  <a:cubicBezTo>
                    <a:pt x="866585" y="276511"/>
                    <a:pt x="949166" y="250412"/>
                    <a:pt x="1027843" y="215456"/>
                  </a:cubicBezTo>
                  <a:cubicBezTo>
                    <a:pt x="1167860" y="153353"/>
                    <a:pt x="1358265" y="0"/>
                    <a:pt x="135826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474FDD7A-185B-4C48-925E-B353DDF0AC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352309" y="1349964"/>
              <a:ext cx="890968" cy="167300"/>
            </a:xfrm>
            <a:custGeom>
              <a:avLst/>
              <a:gdLst>
                <a:gd name="connsiteX0" fmla="*/ 890968 w 890968"/>
                <a:gd name="connsiteY0" fmla="*/ 0 h 167300"/>
                <a:gd name="connsiteX1" fmla="*/ 657892 w 890968"/>
                <a:gd name="connsiteY1" fmla="*/ 143732 h 167300"/>
                <a:gd name="connsiteX2" fmla="*/ 408146 w 890968"/>
                <a:gd name="connsiteY2" fmla="*/ 160973 h 167300"/>
                <a:gd name="connsiteX3" fmla="*/ 0 w 890968"/>
                <a:gd name="connsiteY3" fmla="*/ 0 h 167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0968" h="167300">
                  <a:moveTo>
                    <a:pt x="890968" y="0"/>
                  </a:moveTo>
                  <a:cubicBezTo>
                    <a:pt x="890968" y="0"/>
                    <a:pt x="763714" y="110585"/>
                    <a:pt x="657892" y="143732"/>
                  </a:cubicBezTo>
                  <a:cubicBezTo>
                    <a:pt x="577405" y="168974"/>
                    <a:pt x="491871" y="172593"/>
                    <a:pt x="408146" y="160973"/>
                  </a:cubicBezTo>
                  <a:cubicBezTo>
                    <a:pt x="235077" y="136970"/>
                    <a:pt x="0" y="0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AECAF353-692D-4440-A095-A282E677A7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886050" y="-679131"/>
              <a:ext cx="1677721" cy="3076193"/>
            </a:xfrm>
            <a:custGeom>
              <a:avLst/>
              <a:gdLst>
                <a:gd name="connsiteX0" fmla="*/ 1665434 w 1677721"/>
                <a:gd name="connsiteY0" fmla="*/ 3076194 h 3076193"/>
                <a:gd name="connsiteX1" fmla="*/ 1068693 w 1677721"/>
                <a:gd name="connsiteY1" fmla="*/ 3054382 h 3076193"/>
                <a:gd name="connsiteX2" fmla="*/ 852952 w 1677721"/>
                <a:gd name="connsiteY2" fmla="*/ 3054382 h 3076193"/>
                <a:gd name="connsiteX3" fmla="*/ 519481 w 1677721"/>
                <a:gd name="connsiteY3" fmla="*/ 3002471 h 3076193"/>
                <a:gd name="connsiteX4" fmla="*/ 400610 w 1677721"/>
                <a:gd name="connsiteY4" fmla="*/ 2945892 h 3076193"/>
                <a:gd name="connsiteX5" fmla="*/ 184868 w 1677721"/>
                <a:gd name="connsiteY5" fmla="*/ 2706910 h 3076193"/>
                <a:gd name="connsiteX6" fmla="*/ 59138 w 1677721"/>
                <a:gd name="connsiteY6" fmla="*/ 2451830 h 3076193"/>
                <a:gd name="connsiteX7" fmla="*/ 274 w 1677721"/>
                <a:gd name="connsiteY7" fmla="*/ 2128552 h 3076193"/>
                <a:gd name="connsiteX8" fmla="*/ 172200 w 1677721"/>
                <a:gd name="connsiteY8" fmla="*/ 1672590 h 3076193"/>
                <a:gd name="connsiteX9" fmla="*/ 446806 w 1677721"/>
                <a:gd name="connsiteY9" fmla="*/ 1445133 h 3076193"/>
                <a:gd name="connsiteX10" fmla="*/ 633686 w 1677721"/>
                <a:gd name="connsiteY10" fmla="*/ 1381601 h 3076193"/>
                <a:gd name="connsiteX11" fmla="*/ 840188 w 1677721"/>
                <a:gd name="connsiteY11" fmla="*/ 1260348 h 3076193"/>
                <a:gd name="connsiteX12" fmla="*/ 904768 w 1677721"/>
                <a:gd name="connsiteY12" fmla="*/ 1108615 h 3076193"/>
                <a:gd name="connsiteX13" fmla="*/ 926294 w 1677721"/>
                <a:gd name="connsiteY13" fmla="*/ 955453 h 3076193"/>
                <a:gd name="connsiteX14" fmla="*/ 912959 w 1677721"/>
                <a:gd name="connsiteY14" fmla="*/ 763905 h 3076193"/>
                <a:gd name="connsiteX15" fmla="*/ 949535 w 1677721"/>
                <a:gd name="connsiteY15" fmla="*/ 651320 h 3076193"/>
                <a:gd name="connsiteX16" fmla="*/ 1089934 w 1677721"/>
                <a:gd name="connsiteY16" fmla="*/ 510826 h 3076193"/>
                <a:gd name="connsiteX17" fmla="*/ 1324535 w 1677721"/>
                <a:gd name="connsiteY17" fmla="*/ 323278 h 3076193"/>
                <a:gd name="connsiteX18" fmla="*/ 1677721 w 1677721"/>
                <a:gd name="connsiteY18" fmla="*/ 0 h 3076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77721" h="3076193">
                  <a:moveTo>
                    <a:pt x="1665434" y="3076194"/>
                  </a:moveTo>
                  <a:cubicBezTo>
                    <a:pt x="1494651" y="3069431"/>
                    <a:pt x="1239571" y="3053620"/>
                    <a:pt x="1068693" y="3054382"/>
                  </a:cubicBezTo>
                  <a:cubicBezTo>
                    <a:pt x="996779" y="3054668"/>
                    <a:pt x="924866" y="3056573"/>
                    <a:pt x="852952" y="3054382"/>
                  </a:cubicBezTo>
                  <a:cubicBezTo>
                    <a:pt x="739890" y="3050953"/>
                    <a:pt x="626638" y="3038380"/>
                    <a:pt x="519481" y="3002471"/>
                  </a:cubicBezTo>
                  <a:cubicBezTo>
                    <a:pt x="477667" y="2988469"/>
                    <a:pt x="437567" y="2969990"/>
                    <a:pt x="400610" y="2945892"/>
                  </a:cubicBezTo>
                  <a:cubicBezTo>
                    <a:pt x="309836" y="2886837"/>
                    <a:pt x="242876" y="2798731"/>
                    <a:pt x="184868" y="2706910"/>
                  </a:cubicBezTo>
                  <a:cubicBezTo>
                    <a:pt x="134005" y="2626519"/>
                    <a:pt x="91618" y="2541175"/>
                    <a:pt x="59138" y="2451830"/>
                  </a:cubicBezTo>
                  <a:cubicBezTo>
                    <a:pt x="21324" y="2347913"/>
                    <a:pt x="-2870" y="2238947"/>
                    <a:pt x="274" y="2128552"/>
                  </a:cubicBezTo>
                  <a:cubicBezTo>
                    <a:pt x="4941" y="1962531"/>
                    <a:pt x="71044" y="1804797"/>
                    <a:pt x="172200" y="1672590"/>
                  </a:cubicBezTo>
                  <a:cubicBezTo>
                    <a:pt x="245638" y="1576578"/>
                    <a:pt x="336220" y="1493615"/>
                    <a:pt x="446806" y="1445133"/>
                  </a:cubicBezTo>
                  <a:cubicBezTo>
                    <a:pt x="507099" y="1418749"/>
                    <a:pt x="571012" y="1401890"/>
                    <a:pt x="633686" y="1381601"/>
                  </a:cubicBezTo>
                  <a:cubicBezTo>
                    <a:pt x="711696" y="1356455"/>
                    <a:pt x="789992" y="1324356"/>
                    <a:pt x="840188" y="1260348"/>
                  </a:cubicBezTo>
                  <a:cubicBezTo>
                    <a:pt x="874478" y="1216724"/>
                    <a:pt x="891528" y="1162812"/>
                    <a:pt x="904768" y="1108615"/>
                  </a:cubicBezTo>
                  <a:cubicBezTo>
                    <a:pt x="917055" y="1058323"/>
                    <a:pt x="927152" y="1007174"/>
                    <a:pt x="926294" y="955453"/>
                  </a:cubicBezTo>
                  <a:cubicBezTo>
                    <a:pt x="925246" y="891159"/>
                    <a:pt x="907720" y="827913"/>
                    <a:pt x="912959" y="763905"/>
                  </a:cubicBezTo>
                  <a:cubicBezTo>
                    <a:pt x="916198" y="724090"/>
                    <a:pt x="928961" y="685610"/>
                    <a:pt x="949535" y="651320"/>
                  </a:cubicBezTo>
                  <a:cubicBezTo>
                    <a:pt x="983825" y="594170"/>
                    <a:pt x="1037737" y="552640"/>
                    <a:pt x="1089934" y="510826"/>
                  </a:cubicBezTo>
                  <a:cubicBezTo>
                    <a:pt x="1168039" y="448247"/>
                    <a:pt x="1245477" y="384619"/>
                    <a:pt x="1324535" y="323278"/>
                  </a:cubicBezTo>
                  <a:cubicBezTo>
                    <a:pt x="1423785" y="246221"/>
                    <a:pt x="1594854" y="94202"/>
                    <a:pt x="167772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68A28F31-C1FD-4B00-8A52-48952AB443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2065946" y="-514793"/>
              <a:ext cx="1468691" cy="2607257"/>
            </a:xfrm>
            <a:custGeom>
              <a:avLst/>
              <a:gdLst>
                <a:gd name="connsiteX0" fmla="*/ 1450689 w 1468691"/>
                <a:gd name="connsiteY0" fmla="*/ 2568321 h 2607257"/>
                <a:gd name="connsiteX1" fmla="*/ 1210183 w 1468691"/>
                <a:gd name="connsiteY1" fmla="*/ 2590609 h 2607257"/>
                <a:gd name="connsiteX2" fmla="*/ 905573 w 1468691"/>
                <a:gd name="connsiteY2" fmla="*/ 2606802 h 2607257"/>
                <a:gd name="connsiteX3" fmla="*/ 558292 w 1468691"/>
                <a:gd name="connsiteY3" fmla="*/ 2587181 h 2607257"/>
                <a:gd name="connsiteX4" fmla="*/ 467138 w 1468691"/>
                <a:gd name="connsiteY4" fmla="*/ 2568702 h 2607257"/>
                <a:gd name="connsiteX5" fmla="*/ 206343 w 1468691"/>
                <a:gd name="connsiteY5" fmla="*/ 2407063 h 2607257"/>
                <a:gd name="connsiteX6" fmla="*/ 78613 w 1468691"/>
                <a:gd name="connsiteY6" fmla="*/ 2211896 h 2607257"/>
                <a:gd name="connsiteX7" fmla="*/ 2032 w 1468691"/>
                <a:gd name="connsiteY7" fmla="*/ 1936623 h 2607257"/>
                <a:gd name="connsiteX8" fmla="*/ 21177 w 1468691"/>
                <a:gd name="connsiteY8" fmla="*/ 1749933 h 2607257"/>
                <a:gd name="connsiteX9" fmla="*/ 116903 w 1468691"/>
                <a:gd name="connsiteY9" fmla="*/ 1594295 h 2607257"/>
                <a:gd name="connsiteX10" fmla="*/ 241300 w 1468691"/>
                <a:gd name="connsiteY10" fmla="*/ 1512951 h 2607257"/>
                <a:gd name="connsiteX11" fmla="*/ 475805 w 1468691"/>
                <a:gd name="connsiteY11" fmla="*/ 1500949 h 2607257"/>
                <a:gd name="connsiteX12" fmla="*/ 664781 w 1468691"/>
                <a:gd name="connsiteY12" fmla="*/ 1541621 h 2607257"/>
                <a:gd name="connsiteX13" fmla="*/ 803560 w 1468691"/>
                <a:gd name="connsiteY13" fmla="*/ 1541621 h 2607257"/>
                <a:gd name="connsiteX14" fmla="*/ 942340 w 1468691"/>
                <a:gd name="connsiteY14" fmla="*/ 1429131 h 2607257"/>
                <a:gd name="connsiteX15" fmla="*/ 1018921 w 1468691"/>
                <a:gd name="connsiteY15" fmla="*/ 1163383 h 2607257"/>
                <a:gd name="connsiteX16" fmla="*/ 1061974 w 1468691"/>
                <a:gd name="connsiteY16" fmla="*/ 811530 h 2607257"/>
                <a:gd name="connsiteX17" fmla="*/ 1114647 w 1468691"/>
                <a:gd name="connsiteY17" fmla="*/ 574548 h 2607257"/>
                <a:gd name="connsiteX18" fmla="*/ 1243806 w 1468691"/>
                <a:gd name="connsiteY18" fmla="*/ 284893 h 2607257"/>
                <a:gd name="connsiteX19" fmla="*/ 1468691 w 1468691"/>
                <a:gd name="connsiteY19" fmla="*/ 0 h 2607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468691" h="2607257">
                  <a:moveTo>
                    <a:pt x="1450689" y="2568321"/>
                  </a:moveTo>
                  <a:cubicBezTo>
                    <a:pt x="1398682" y="2574989"/>
                    <a:pt x="1262570" y="2587752"/>
                    <a:pt x="1210183" y="2590609"/>
                  </a:cubicBezTo>
                  <a:cubicBezTo>
                    <a:pt x="1108646" y="2596134"/>
                    <a:pt x="1007205" y="2604707"/>
                    <a:pt x="905573" y="2606802"/>
                  </a:cubicBezTo>
                  <a:cubicBezTo>
                    <a:pt x="789464" y="2609088"/>
                    <a:pt x="673354" y="2602802"/>
                    <a:pt x="558292" y="2587181"/>
                  </a:cubicBezTo>
                  <a:cubicBezTo>
                    <a:pt x="527526" y="2582990"/>
                    <a:pt x="497046" y="2577274"/>
                    <a:pt x="467138" y="2568702"/>
                  </a:cubicBezTo>
                  <a:cubicBezTo>
                    <a:pt x="367220" y="2540222"/>
                    <a:pt x="277876" y="2482501"/>
                    <a:pt x="206343" y="2407063"/>
                  </a:cubicBezTo>
                  <a:cubicBezTo>
                    <a:pt x="152527" y="2350294"/>
                    <a:pt x="111379" y="2283047"/>
                    <a:pt x="78613" y="2211896"/>
                  </a:cubicBezTo>
                  <a:cubicBezTo>
                    <a:pt x="38513" y="2124742"/>
                    <a:pt x="9938" y="2032159"/>
                    <a:pt x="2032" y="1936623"/>
                  </a:cubicBezTo>
                  <a:cubicBezTo>
                    <a:pt x="-3207" y="1873567"/>
                    <a:pt x="1174" y="1809845"/>
                    <a:pt x="21177" y="1749933"/>
                  </a:cubicBezTo>
                  <a:cubicBezTo>
                    <a:pt x="40608" y="1691449"/>
                    <a:pt x="73469" y="1638109"/>
                    <a:pt x="116903" y="1594295"/>
                  </a:cubicBezTo>
                  <a:cubicBezTo>
                    <a:pt x="152241" y="1558576"/>
                    <a:pt x="194151" y="1530001"/>
                    <a:pt x="241300" y="1512951"/>
                  </a:cubicBezTo>
                  <a:cubicBezTo>
                    <a:pt x="315881" y="1485900"/>
                    <a:pt x="397224" y="1487519"/>
                    <a:pt x="475805" y="1500949"/>
                  </a:cubicBezTo>
                  <a:cubicBezTo>
                    <a:pt x="539337" y="1511808"/>
                    <a:pt x="601440" y="1529810"/>
                    <a:pt x="664781" y="1541621"/>
                  </a:cubicBezTo>
                  <a:cubicBezTo>
                    <a:pt x="710977" y="1550194"/>
                    <a:pt x="758412" y="1554194"/>
                    <a:pt x="803560" y="1541621"/>
                  </a:cubicBezTo>
                  <a:cubicBezTo>
                    <a:pt x="862711" y="1525143"/>
                    <a:pt x="909288" y="1481233"/>
                    <a:pt x="942340" y="1429131"/>
                  </a:cubicBezTo>
                  <a:cubicBezTo>
                    <a:pt x="992156" y="1350455"/>
                    <a:pt x="1006919" y="1256157"/>
                    <a:pt x="1018921" y="1163383"/>
                  </a:cubicBezTo>
                  <a:cubicBezTo>
                    <a:pt x="1034065" y="1046131"/>
                    <a:pt x="1043972" y="928306"/>
                    <a:pt x="1061974" y="811530"/>
                  </a:cubicBezTo>
                  <a:cubicBezTo>
                    <a:pt x="1074356" y="731425"/>
                    <a:pt x="1091120" y="652081"/>
                    <a:pt x="1114647" y="574548"/>
                  </a:cubicBezTo>
                  <a:cubicBezTo>
                    <a:pt x="1145413" y="472916"/>
                    <a:pt x="1187990" y="375094"/>
                    <a:pt x="1243806" y="284893"/>
                  </a:cubicBezTo>
                  <a:cubicBezTo>
                    <a:pt x="1307623" y="181832"/>
                    <a:pt x="1388396" y="90868"/>
                    <a:pt x="146869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E1E3F6DD-B482-497A-843E-010612C85F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2248093" y="-430241"/>
              <a:ext cx="1175182" cy="2095685"/>
            </a:xfrm>
            <a:custGeom>
              <a:avLst/>
              <a:gdLst>
                <a:gd name="connsiteX0" fmla="*/ 1175183 w 1175182"/>
                <a:gd name="connsiteY0" fmla="*/ 1950434 h 2095685"/>
                <a:gd name="connsiteX1" fmla="*/ 696075 w 1175182"/>
                <a:gd name="connsiteY1" fmla="*/ 2077307 h 2095685"/>
                <a:gd name="connsiteX2" fmla="*/ 349175 w 1175182"/>
                <a:gd name="connsiteY2" fmla="*/ 2089309 h 2095685"/>
                <a:gd name="connsiteX3" fmla="*/ 73997 w 1175182"/>
                <a:gd name="connsiteY3" fmla="*/ 1987582 h 2095685"/>
                <a:gd name="connsiteX4" fmla="*/ 2179 w 1175182"/>
                <a:gd name="connsiteY4" fmla="*/ 1818037 h 2095685"/>
                <a:gd name="connsiteX5" fmla="*/ 18086 w 1175182"/>
                <a:gd name="connsiteY5" fmla="*/ 1694402 h 2095685"/>
                <a:gd name="connsiteX6" fmla="*/ 161627 w 1175182"/>
                <a:gd name="connsiteY6" fmla="*/ 1594676 h 2095685"/>
                <a:gd name="connsiteX7" fmla="*/ 384893 w 1175182"/>
                <a:gd name="connsiteY7" fmla="*/ 1664494 h 2095685"/>
                <a:gd name="connsiteX8" fmla="*/ 648069 w 1175182"/>
                <a:gd name="connsiteY8" fmla="*/ 1684401 h 2095685"/>
                <a:gd name="connsiteX9" fmla="*/ 831520 w 1175182"/>
                <a:gd name="connsiteY9" fmla="*/ 1550765 h 2095685"/>
                <a:gd name="connsiteX10" fmla="*/ 909245 w 1175182"/>
                <a:gd name="connsiteY10" fmla="*/ 1315402 h 2095685"/>
                <a:gd name="connsiteX11" fmla="*/ 975062 w 1175182"/>
                <a:gd name="connsiteY11" fmla="*/ 876586 h 2095685"/>
                <a:gd name="connsiteX12" fmla="*/ 989064 w 1175182"/>
                <a:gd name="connsiteY12" fmla="*/ 591312 h 2095685"/>
                <a:gd name="connsiteX13" fmla="*/ 1158514 w 1175182"/>
                <a:gd name="connsiteY13" fmla="*/ 0 h 2095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75182" h="2095685">
                  <a:moveTo>
                    <a:pt x="1175183" y="1950434"/>
                  </a:moveTo>
                  <a:cubicBezTo>
                    <a:pt x="1097554" y="1973485"/>
                    <a:pt x="775799" y="2063115"/>
                    <a:pt x="696075" y="2077307"/>
                  </a:cubicBezTo>
                  <a:cubicBezTo>
                    <a:pt x="581489" y="2097786"/>
                    <a:pt x="465094" y="2100167"/>
                    <a:pt x="349175" y="2089309"/>
                  </a:cubicBezTo>
                  <a:cubicBezTo>
                    <a:pt x="247638" y="2079784"/>
                    <a:pt x="142292" y="2061401"/>
                    <a:pt x="73997" y="1987582"/>
                  </a:cubicBezTo>
                  <a:cubicBezTo>
                    <a:pt x="31420" y="1941481"/>
                    <a:pt x="9513" y="1880616"/>
                    <a:pt x="2179" y="1818037"/>
                  </a:cubicBezTo>
                  <a:cubicBezTo>
                    <a:pt x="-2774" y="1775746"/>
                    <a:pt x="-12" y="1732693"/>
                    <a:pt x="18086" y="1694402"/>
                  </a:cubicBezTo>
                  <a:cubicBezTo>
                    <a:pt x="44755" y="1638110"/>
                    <a:pt x="99810" y="1600295"/>
                    <a:pt x="161627" y="1594676"/>
                  </a:cubicBezTo>
                  <a:cubicBezTo>
                    <a:pt x="240304" y="1587532"/>
                    <a:pt x="310312" y="1635633"/>
                    <a:pt x="384893" y="1664494"/>
                  </a:cubicBezTo>
                  <a:cubicBezTo>
                    <a:pt x="468904" y="1696974"/>
                    <a:pt x="561392" y="1708594"/>
                    <a:pt x="648069" y="1684401"/>
                  </a:cubicBezTo>
                  <a:cubicBezTo>
                    <a:pt x="723602" y="1663351"/>
                    <a:pt x="788563" y="1616488"/>
                    <a:pt x="831520" y="1550765"/>
                  </a:cubicBezTo>
                  <a:cubicBezTo>
                    <a:pt x="877050" y="1480947"/>
                    <a:pt x="893052" y="1397508"/>
                    <a:pt x="909245" y="1315402"/>
                  </a:cubicBezTo>
                  <a:cubicBezTo>
                    <a:pt x="938010" y="1170051"/>
                    <a:pt x="963156" y="1024128"/>
                    <a:pt x="975062" y="876586"/>
                  </a:cubicBezTo>
                  <a:cubicBezTo>
                    <a:pt x="982682" y="781717"/>
                    <a:pt x="981539" y="686276"/>
                    <a:pt x="989064" y="591312"/>
                  </a:cubicBezTo>
                  <a:cubicBezTo>
                    <a:pt x="998970" y="465296"/>
                    <a:pt x="981730" y="160211"/>
                    <a:pt x="1158514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40" name="Bottom Right">
            <a:extLst>
              <a:ext uri="{FF2B5EF4-FFF2-40B4-BE49-F238E27FC236}">
                <a16:creationId xmlns:a16="http://schemas.microsoft.com/office/drawing/2014/main" id="{44F880E8-D890-4B32-8082-A3337BF3D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E4961325-8EF4-4C7A-9833-FB20C4DD54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39256" y="6178637"/>
              <a:ext cx="1482102" cy="67936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grpSp>
          <p:nvGrpSpPr>
            <p:cNvPr id="241" name="Graphic 157">
              <a:extLst>
                <a:ext uri="{FF2B5EF4-FFF2-40B4-BE49-F238E27FC236}">
                  <a16:creationId xmlns:a16="http://schemas.microsoft.com/office/drawing/2014/main" id="{AC3C1455-2522-4EFE-8D33-83807CF781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537D90C7-3836-4178-B926-44AA5E3B4EC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25161F7E-ABD4-4A6E-864C-5ED1DD8B5D2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444A5CB6-84AB-4A73-BB98-6D0482A909D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8FCFD2D9-E87A-4C33-A158-63D4FFE0932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2" name="Freeform: Shape 241">
                <a:extLst>
                  <a:ext uri="{FF2B5EF4-FFF2-40B4-BE49-F238E27FC236}">
                    <a16:creationId xmlns:a16="http://schemas.microsoft.com/office/drawing/2014/main" id="{362B6679-1B90-4CB1-AC3E-B8309C31B1D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1C024DDF-6017-463E-82DC-5D51B975014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6AE97FA4-4E41-47AD-A123-2F6EA202B34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55DF185A-8061-4998-A019-A4FBA15F5D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A9706B91-250D-4CF1-B325-5A9273131D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00500" y="740211"/>
            <a:ext cx="7530685" cy="316386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>
                <a:cs typeface="Posterama"/>
              </a:rPr>
              <a:t>Fine-Tuning</a:t>
            </a:r>
            <a:endParaRPr lang="en-US" sz="5400" kern="1200">
              <a:latin typeface="+mj-lt"/>
              <a:cs typeface="Posterama"/>
            </a:endParaRPr>
          </a:p>
        </p:txBody>
      </p:sp>
      <p:grpSp>
        <p:nvGrpSpPr>
          <p:cNvPr id="243" name="Cross">
            <a:extLst>
              <a:ext uri="{FF2B5EF4-FFF2-40B4-BE49-F238E27FC236}">
                <a16:creationId xmlns:a16="http://schemas.microsoft.com/office/drawing/2014/main" id="{7EA2E9ED-9579-480C-8036-C3FE412742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928991" y="4031354"/>
            <a:ext cx="118872" cy="118872"/>
            <a:chOff x="1175347" y="3733800"/>
            <a:chExt cx="118872" cy="118872"/>
          </a:xfrm>
        </p:grpSpPr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46359521-A2E0-4F20-B7DA-9DA02BE493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34783" y="3733800"/>
              <a:ext cx="0" cy="118872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44" name="Straight Connector 243">
              <a:extLst>
                <a:ext uri="{FF2B5EF4-FFF2-40B4-BE49-F238E27FC236}">
                  <a16:creationId xmlns:a16="http://schemas.microsoft.com/office/drawing/2014/main" id="{FD51D877-AAD8-42E5-8DD7-4BFECAE462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347" y="3793236"/>
              <a:ext cx="11887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328504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 101">
            <a:extLst>
              <a:ext uri="{FF2B5EF4-FFF2-40B4-BE49-F238E27FC236}">
                <a16:creationId xmlns:a16="http://schemas.microsoft.com/office/drawing/2014/main" id="{247A131F-D5DE-41A5-B4CF-4F345319B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03" name="Freeform: Shape 102">
            <a:extLst>
              <a:ext uri="{FF2B5EF4-FFF2-40B4-BE49-F238E27FC236}">
                <a16:creationId xmlns:a16="http://schemas.microsoft.com/office/drawing/2014/main" id="{3AF4666D-BD98-40A5-A75F-478B98201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692844" y="-3086"/>
            <a:ext cx="1326111" cy="59760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rPr>
              <a:t> </a:t>
            </a:r>
          </a:p>
        </p:txBody>
      </p:sp>
      <p:sp>
        <p:nvSpPr>
          <p:cNvPr id="104" name="Freeform: Shape 103">
            <a:extLst>
              <a:ext uri="{FF2B5EF4-FFF2-40B4-BE49-F238E27FC236}">
                <a16:creationId xmlns:a16="http://schemas.microsoft.com/office/drawing/2014/main" id="{68680585-71F9-4721-A998-4974171D2E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9256" y="6172200"/>
            <a:ext cx="1482102" cy="67936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rPr>
              <a:t> </a:t>
            </a:r>
          </a:p>
        </p:txBody>
      </p:sp>
      <p:sp>
        <p:nvSpPr>
          <p:cNvPr id="105" name="Freeform: Shape 104">
            <a:extLst>
              <a:ext uri="{FF2B5EF4-FFF2-40B4-BE49-F238E27FC236}">
                <a16:creationId xmlns:a16="http://schemas.microsoft.com/office/drawing/2014/main" id="{12BC95C2-2EEC-4F59-ABA8-660B0D059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7352" y="5197178"/>
            <a:ext cx="4211600" cy="1660822"/>
          </a:xfrm>
          <a:custGeom>
            <a:avLst/>
            <a:gdLst>
              <a:gd name="connsiteX0" fmla="*/ 4211600 w 4211600"/>
              <a:gd name="connsiteY0" fmla="*/ 0 h 1660822"/>
              <a:gd name="connsiteX1" fmla="*/ 4211600 w 4211600"/>
              <a:gd name="connsiteY1" fmla="*/ 58430 h 1660822"/>
              <a:gd name="connsiteX2" fmla="*/ 4136524 w 4211600"/>
              <a:gd name="connsiteY2" fmla="*/ 208808 h 1660822"/>
              <a:gd name="connsiteX3" fmla="*/ 3973354 w 4211600"/>
              <a:gd name="connsiteY3" fmla="*/ 437313 h 1660822"/>
              <a:gd name="connsiteX4" fmla="*/ 3884746 w 4211600"/>
              <a:gd name="connsiteY4" fmla="*/ 553613 h 1660822"/>
              <a:gd name="connsiteX5" fmla="*/ 3849435 w 4211600"/>
              <a:gd name="connsiteY5" fmla="*/ 603143 h 1660822"/>
              <a:gd name="connsiteX6" fmla="*/ 3661849 w 4211600"/>
              <a:gd name="connsiteY6" fmla="*/ 819075 h 1660822"/>
              <a:gd name="connsiteX7" fmla="*/ 3402589 w 4211600"/>
              <a:gd name="connsiteY7" fmla="*/ 952996 h 1660822"/>
              <a:gd name="connsiteX8" fmla="*/ 3130202 w 4211600"/>
              <a:gd name="connsiteY8" fmla="*/ 1023386 h 1660822"/>
              <a:gd name="connsiteX9" fmla="*/ 2914657 w 4211600"/>
              <a:gd name="connsiteY9" fmla="*/ 1068058 h 1660822"/>
              <a:gd name="connsiteX10" fmla="*/ 2582149 w 4211600"/>
              <a:gd name="connsiteY10" fmla="*/ 1138924 h 1660822"/>
              <a:gd name="connsiteX11" fmla="*/ 2483958 w 4211600"/>
              <a:gd name="connsiteY11" fmla="*/ 1162356 h 1660822"/>
              <a:gd name="connsiteX12" fmla="*/ 2123750 w 4211600"/>
              <a:gd name="connsiteY12" fmla="*/ 1238651 h 1660822"/>
              <a:gd name="connsiteX13" fmla="*/ 1761444 w 4211600"/>
              <a:gd name="connsiteY13" fmla="*/ 1273417 h 1660822"/>
              <a:gd name="connsiteX14" fmla="*/ 1608382 w 4211600"/>
              <a:gd name="connsiteY14" fmla="*/ 1284466 h 1660822"/>
              <a:gd name="connsiteX15" fmla="*/ 999942 w 4211600"/>
              <a:gd name="connsiteY15" fmla="*/ 1354284 h 1660822"/>
              <a:gd name="connsiteX16" fmla="*/ 484705 w 4211600"/>
              <a:gd name="connsiteY16" fmla="*/ 1450487 h 1660822"/>
              <a:gd name="connsiteX17" fmla="*/ 113310 w 4211600"/>
              <a:gd name="connsiteY17" fmla="*/ 1613700 h 1660822"/>
              <a:gd name="connsiteX18" fmla="*/ 39668 w 4211600"/>
              <a:gd name="connsiteY18" fmla="*/ 1660822 h 1660822"/>
              <a:gd name="connsiteX19" fmla="*/ 0 w 4211600"/>
              <a:gd name="connsiteY19" fmla="*/ 1660822 h 1660822"/>
              <a:gd name="connsiteX20" fmla="*/ 96701 w 4211600"/>
              <a:gd name="connsiteY20" fmla="*/ 1598934 h 1660822"/>
              <a:gd name="connsiteX21" fmla="*/ 474335 w 4211600"/>
              <a:gd name="connsiteY21" fmla="*/ 1433056 h 1660822"/>
              <a:gd name="connsiteX22" fmla="*/ 994299 w 4211600"/>
              <a:gd name="connsiteY22" fmla="*/ 1335806 h 1660822"/>
              <a:gd name="connsiteX23" fmla="*/ 1605231 w 4211600"/>
              <a:gd name="connsiteY23" fmla="*/ 1265702 h 1660822"/>
              <a:gd name="connsiteX24" fmla="*/ 1758819 w 4211600"/>
              <a:gd name="connsiteY24" fmla="*/ 1254558 h 1660822"/>
              <a:gd name="connsiteX25" fmla="*/ 2118106 w 4211600"/>
              <a:gd name="connsiteY25" fmla="*/ 1220077 h 1660822"/>
              <a:gd name="connsiteX26" fmla="*/ 2475557 w 4211600"/>
              <a:gd name="connsiteY26" fmla="*/ 1144353 h 1660822"/>
              <a:gd name="connsiteX27" fmla="*/ 2573878 w 4211600"/>
              <a:gd name="connsiteY27" fmla="*/ 1120827 h 1660822"/>
              <a:gd name="connsiteX28" fmla="*/ 2907437 w 4211600"/>
              <a:gd name="connsiteY28" fmla="*/ 1049675 h 1660822"/>
              <a:gd name="connsiteX29" fmla="*/ 3122589 w 4211600"/>
              <a:gd name="connsiteY29" fmla="*/ 1005098 h 1660822"/>
              <a:gd name="connsiteX30" fmla="*/ 3391169 w 4211600"/>
              <a:gd name="connsiteY30" fmla="*/ 935756 h 1660822"/>
              <a:gd name="connsiteX31" fmla="*/ 3642290 w 4211600"/>
              <a:gd name="connsiteY31" fmla="*/ 806216 h 1660822"/>
              <a:gd name="connsiteX32" fmla="*/ 3825937 w 4211600"/>
              <a:gd name="connsiteY32" fmla="*/ 594475 h 1660822"/>
              <a:gd name="connsiteX33" fmla="*/ 3861381 w 4211600"/>
              <a:gd name="connsiteY33" fmla="*/ 544755 h 1660822"/>
              <a:gd name="connsiteX34" fmla="*/ 3950381 w 4211600"/>
              <a:gd name="connsiteY34" fmla="*/ 427978 h 1660822"/>
              <a:gd name="connsiteX35" fmla="*/ 4112370 w 4211600"/>
              <a:gd name="connsiteY35" fmla="*/ 201378 h 1660822"/>
              <a:gd name="connsiteX36" fmla="*/ 4195989 w 4211600"/>
              <a:gd name="connsiteY36" fmla="*/ 33834 h 1660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211600" h="1660822">
                <a:moveTo>
                  <a:pt x="4211600" y="0"/>
                </a:moveTo>
                <a:lnTo>
                  <a:pt x="4211600" y="58430"/>
                </a:lnTo>
                <a:lnTo>
                  <a:pt x="4136524" y="208808"/>
                </a:lnTo>
                <a:cubicBezTo>
                  <a:pt x="4089791" y="287770"/>
                  <a:pt x="4030588" y="363780"/>
                  <a:pt x="3973354" y="437313"/>
                </a:cubicBezTo>
                <a:cubicBezTo>
                  <a:pt x="3943819" y="475222"/>
                  <a:pt x="3913231" y="514465"/>
                  <a:pt x="3884746" y="553613"/>
                </a:cubicBezTo>
                <a:cubicBezTo>
                  <a:pt x="3872801" y="569996"/>
                  <a:pt x="3861119" y="586569"/>
                  <a:pt x="3849435" y="603143"/>
                </a:cubicBezTo>
                <a:cubicBezTo>
                  <a:pt x="3796665" y="678009"/>
                  <a:pt x="3742187" y="755352"/>
                  <a:pt x="3661849" y="819075"/>
                </a:cubicBezTo>
                <a:cubicBezTo>
                  <a:pt x="3596214" y="871176"/>
                  <a:pt x="3509050" y="916230"/>
                  <a:pt x="3402589" y="952996"/>
                </a:cubicBezTo>
                <a:cubicBezTo>
                  <a:pt x="3312406" y="984048"/>
                  <a:pt x="3215660" y="1005003"/>
                  <a:pt x="3130202" y="1023386"/>
                </a:cubicBezTo>
                <a:cubicBezTo>
                  <a:pt x="3058529" y="1038816"/>
                  <a:pt x="2985412" y="1053675"/>
                  <a:pt x="2914657" y="1068058"/>
                </a:cubicBezTo>
                <a:cubicBezTo>
                  <a:pt x="2805176" y="1090251"/>
                  <a:pt x="2692021" y="1113207"/>
                  <a:pt x="2582149" y="1138924"/>
                </a:cubicBezTo>
                <a:cubicBezTo>
                  <a:pt x="2549330" y="1146639"/>
                  <a:pt x="2516644" y="1154450"/>
                  <a:pt x="2483958" y="1162356"/>
                </a:cubicBezTo>
                <a:cubicBezTo>
                  <a:pt x="2367257" y="1190550"/>
                  <a:pt x="2246621" y="1219601"/>
                  <a:pt x="2123750" y="1238651"/>
                </a:cubicBezTo>
                <a:cubicBezTo>
                  <a:pt x="2004294" y="1257129"/>
                  <a:pt x="1880769" y="1265416"/>
                  <a:pt x="1761444" y="1273417"/>
                </a:cubicBezTo>
                <a:cubicBezTo>
                  <a:pt x="1711167" y="1276751"/>
                  <a:pt x="1659184" y="1280275"/>
                  <a:pt x="1608382" y="1284466"/>
                </a:cubicBezTo>
                <a:cubicBezTo>
                  <a:pt x="1408589" y="1300944"/>
                  <a:pt x="1214570" y="1325805"/>
                  <a:pt x="999942" y="1354284"/>
                </a:cubicBezTo>
                <a:cubicBezTo>
                  <a:pt x="826403" y="1377240"/>
                  <a:pt x="647744" y="1400957"/>
                  <a:pt x="484705" y="1450487"/>
                </a:cubicBezTo>
                <a:cubicBezTo>
                  <a:pt x="355831" y="1489635"/>
                  <a:pt x="231387" y="1544374"/>
                  <a:pt x="113310" y="1613700"/>
                </a:cubicBezTo>
                <a:lnTo>
                  <a:pt x="39668" y="1660822"/>
                </a:lnTo>
                <a:lnTo>
                  <a:pt x="0" y="1660822"/>
                </a:lnTo>
                <a:lnTo>
                  <a:pt x="96701" y="1598934"/>
                </a:lnTo>
                <a:cubicBezTo>
                  <a:pt x="216635" y="1528533"/>
                  <a:pt x="343196" y="1472919"/>
                  <a:pt x="474335" y="1433056"/>
                </a:cubicBezTo>
                <a:cubicBezTo>
                  <a:pt x="639999" y="1382669"/>
                  <a:pt x="820102" y="1358856"/>
                  <a:pt x="994299" y="1335806"/>
                </a:cubicBezTo>
                <a:cubicBezTo>
                  <a:pt x="1210239" y="1307231"/>
                  <a:pt x="1404650" y="1282275"/>
                  <a:pt x="1605231" y="1265702"/>
                </a:cubicBezTo>
                <a:cubicBezTo>
                  <a:pt x="1656428" y="1261511"/>
                  <a:pt x="1708411" y="1257987"/>
                  <a:pt x="1758819" y="1254558"/>
                </a:cubicBezTo>
                <a:cubicBezTo>
                  <a:pt x="1877487" y="1246557"/>
                  <a:pt x="2000094" y="1238365"/>
                  <a:pt x="2118106" y="1220077"/>
                </a:cubicBezTo>
                <a:cubicBezTo>
                  <a:pt x="2239531" y="1201313"/>
                  <a:pt x="2359513" y="1172357"/>
                  <a:pt x="2475557" y="1144353"/>
                </a:cubicBezTo>
                <a:cubicBezTo>
                  <a:pt x="2508243" y="1136448"/>
                  <a:pt x="2541060" y="1128542"/>
                  <a:pt x="2573878" y="1120827"/>
                </a:cubicBezTo>
                <a:cubicBezTo>
                  <a:pt x="2684276" y="1094919"/>
                  <a:pt x="2797694" y="1071963"/>
                  <a:pt x="2907437" y="1049675"/>
                </a:cubicBezTo>
                <a:cubicBezTo>
                  <a:pt x="2978061" y="1035387"/>
                  <a:pt x="3051178" y="1020528"/>
                  <a:pt x="3122589" y="1005098"/>
                </a:cubicBezTo>
                <a:cubicBezTo>
                  <a:pt x="3206997" y="986810"/>
                  <a:pt x="3302823" y="966141"/>
                  <a:pt x="3391169" y="935756"/>
                </a:cubicBezTo>
                <a:cubicBezTo>
                  <a:pt x="3494479" y="900132"/>
                  <a:pt x="3578886" y="856508"/>
                  <a:pt x="3642290" y="806216"/>
                </a:cubicBezTo>
                <a:cubicBezTo>
                  <a:pt x="3720133" y="744303"/>
                  <a:pt x="3773953" y="668103"/>
                  <a:pt x="3825937" y="594475"/>
                </a:cubicBezTo>
                <a:cubicBezTo>
                  <a:pt x="3837621" y="577902"/>
                  <a:pt x="3849435" y="561233"/>
                  <a:pt x="3861381" y="544755"/>
                </a:cubicBezTo>
                <a:cubicBezTo>
                  <a:pt x="3889997" y="505416"/>
                  <a:pt x="3920715" y="465983"/>
                  <a:pt x="3950381" y="427978"/>
                </a:cubicBezTo>
                <a:cubicBezTo>
                  <a:pt x="4007353" y="354921"/>
                  <a:pt x="4066163" y="279388"/>
                  <a:pt x="4112370" y="201378"/>
                </a:cubicBezTo>
                <a:cubicBezTo>
                  <a:pt x="4144662" y="146800"/>
                  <a:pt x="4170785" y="89364"/>
                  <a:pt x="4195989" y="3383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06" name="Graphic 141">
            <a:extLst>
              <a:ext uri="{FF2B5EF4-FFF2-40B4-BE49-F238E27FC236}">
                <a16:creationId xmlns:a16="http://schemas.microsoft.com/office/drawing/2014/main" id="{03E9870D-4BBA-43AF-8D44-BBADF020CF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15178"/>
            <a:ext cx="2198951" cy="3331254"/>
            <a:chOff x="4473129" y="923925"/>
            <a:chExt cx="3308947" cy="5012817"/>
          </a:xfrm>
          <a:noFill/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34BC5055-C77D-43CD-BB1D-A77B6779CD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85988" y="924020"/>
              <a:ext cx="3296088" cy="5012722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B12D0B8-9385-489A-85AE-3D14AD0BA2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923925"/>
              <a:ext cx="2977477" cy="462714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D158A14A-147E-4130-A5E2-38FD84B181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94561" y="923925"/>
              <a:ext cx="2356712" cy="4118991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5B8B1EB-5E2B-472C-AE60-2EC5961F16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923925"/>
              <a:ext cx="2059193" cy="3980116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B4F5BD77-58D7-4B61-A666-1B4139A63A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85131" y="1719357"/>
              <a:ext cx="743796" cy="2867501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F5CBEC6B-EDB6-40B8-8771-E5AF41B8D6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1912731"/>
              <a:ext cx="597294" cy="2543540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91BD0EE8-AA47-4044-9251-9F5A4B8201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91417" y="2227197"/>
              <a:ext cx="389425" cy="2011236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07" name="Graphic 157">
            <a:extLst>
              <a:ext uri="{FF2B5EF4-FFF2-40B4-BE49-F238E27FC236}">
                <a16:creationId xmlns:a16="http://schemas.microsoft.com/office/drawing/2014/main" id="{C3279E8D-2BAA-4CB1-834B-09FADD54DE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610600" y="3276600"/>
            <a:ext cx="3529260" cy="3581398"/>
            <a:chOff x="4114800" y="1423987"/>
            <a:chExt cx="3961542" cy="4007547"/>
          </a:xfrm>
          <a:noFill/>
        </p:grpSpPr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3456F18E-4F61-486D-9CD6-65B30372C5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114800" y="1423987"/>
              <a:ext cx="3946874" cy="3989641"/>
            </a:xfrm>
            <a:custGeom>
              <a:avLst/>
              <a:gdLst>
                <a:gd name="connsiteX0" fmla="*/ 0 w 3946874"/>
                <a:gd name="connsiteY0" fmla="*/ 3989641 h 3989641"/>
                <a:gd name="connsiteX1" fmla="*/ 79439 w 3946874"/>
                <a:gd name="connsiteY1" fmla="*/ 3891153 h 3989641"/>
                <a:gd name="connsiteX2" fmla="*/ 297371 w 3946874"/>
                <a:gd name="connsiteY2" fmla="*/ 3626930 h 3989641"/>
                <a:gd name="connsiteX3" fmla="*/ 454343 w 3946874"/>
                <a:gd name="connsiteY3" fmla="*/ 3440335 h 3989641"/>
                <a:gd name="connsiteX4" fmla="*/ 622363 w 3946874"/>
                <a:gd name="connsiteY4" fmla="*/ 3290697 h 3989641"/>
                <a:gd name="connsiteX5" fmla="*/ 927068 w 3946874"/>
                <a:gd name="connsiteY5" fmla="*/ 3087434 h 3989641"/>
                <a:gd name="connsiteX6" fmla="*/ 1176338 w 3946874"/>
                <a:gd name="connsiteY6" fmla="*/ 2915603 h 3989641"/>
                <a:gd name="connsiteX7" fmla="*/ 1394270 w 3946874"/>
                <a:gd name="connsiteY7" fmla="*/ 2780729 h 3989641"/>
                <a:gd name="connsiteX8" fmla="*/ 1601057 w 3946874"/>
                <a:gd name="connsiteY8" fmla="*/ 2723483 h 3989641"/>
                <a:gd name="connsiteX9" fmla="*/ 1756220 w 3946874"/>
                <a:gd name="connsiteY9" fmla="*/ 2743772 h 3989641"/>
                <a:gd name="connsiteX10" fmla="*/ 1889189 w 3946874"/>
                <a:gd name="connsiteY10" fmla="*/ 2765965 h 3989641"/>
                <a:gd name="connsiteX11" fmla="*/ 2007394 w 3946874"/>
                <a:gd name="connsiteY11" fmla="*/ 2765965 h 3989641"/>
                <a:gd name="connsiteX12" fmla="*/ 2184654 w 3946874"/>
                <a:gd name="connsiteY12" fmla="*/ 2671763 h 3989641"/>
                <a:gd name="connsiteX13" fmla="*/ 2372773 w 3946874"/>
                <a:gd name="connsiteY13" fmla="*/ 2538984 h 3989641"/>
                <a:gd name="connsiteX14" fmla="*/ 2439543 w 3946874"/>
                <a:gd name="connsiteY14" fmla="*/ 2510504 h 3989641"/>
                <a:gd name="connsiteX15" fmla="*/ 2650617 w 3946874"/>
                <a:gd name="connsiteY15" fmla="*/ 2434781 h 3989641"/>
                <a:gd name="connsiteX16" fmla="*/ 2785110 w 3946874"/>
                <a:gd name="connsiteY16" fmla="*/ 2383060 h 3989641"/>
                <a:gd name="connsiteX17" fmla="*/ 2897315 w 3946874"/>
                <a:gd name="connsiteY17" fmla="*/ 2318861 h 3989641"/>
                <a:gd name="connsiteX18" fmla="*/ 2997994 w 3946874"/>
                <a:gd name="connsiteY18" fmla="*/ 2226183 h 3989641"/>
                <a:gd name="connsiteX19" fmla="*/ 3061240 w 3946874"/>
                <a:gd name="connsiteY19" fmla="*/ 2141506 h 3989641"/>
                <a:gd name="connsiteX20" fmla="*/ 3152108 w 3946874"/>
                <a:gd name="connsiteY20" fmla="*/ 2005203 h 3989641"/>
                <a:gd name="connsiteX21" fmla="*/ 3274124 w 3946874"/>
                <a:gd name="connsiteY21" fmla="*/ 1871567 h 3989641"/>
                <a:gd name="connsiteX22" fmla="*/ 3388138 w 3946874"/>
                <a:gd name="connsiteY22" fmla="*/ 1770888 h 3989641"/>
                <a:gd name="connsiteX23" fmla="*/ 3466529 w 3946874"/>
                <a:gd name="connsiteY23" fmla="*/ 1679162 h 3989641"/>
                <a:gd name="connsiteX24" fmla="*/ 3538633 w 3946874"/>
                <a:gd name="connsiteY24" fmla="*/ 1551718 h 3989641"/>
                <a:gd name="connsiteX25" fmla="*/ 3588544 w 3946874"/>
                <a:gd name="connsiteY25" fmla="*/ 1376172 h 3989641"/>
                <a:gd name="connsiteX26" fmla="*/ 3597402 w 3946874"/>
                <a:gd name="connsiteY26" fmla="*/ 1293305 h 3989641"/>
                <a:gd name="connsiteX27" fmla="*/ 3721227 w 3946874"/>
                <a:gd name="connsiteY27" fmla="*/ 880491 h 3989641"/>
                <a:gd name="connsiteX28" fmla="*/ 3761137 w 3946874"/>
                <a:gd name="connsiteY28" fmla="*/ 463677 h 3989641"/>
                <a:gd name="connsiteX29" fmla="*/ 3946874 w 3946874"/>
                <a:gd name="connsiteY29" fmla="*/ 0 h 3989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946874" h="3989641">
                  <a:moveTo>
                    <a:pt x="0" y="3989641"/>
                  </a:moveTo>
                  <a:cubicBezTo>
                    <a:pt x="19050" y="3957257"/>
                    <a:pt x="50959" y="3916013"/>
                    <a:pt x="79439" y="3891153"/>
                  </a:cubicBezTo>
                  <a:cubicBezTo>
                    <a:pt x="165544" y="3815906"/>
                    <a:pt x="227933" y="3717989"/>
                    <a:pt x="297371" y="3626930"/>
                  </a:cubicBezTo>
                  <a:cubicBezTo>
                    <a:pt x="346615" y="3562255"/>
                    <a:pt x="398050" y="3499009"/>
                    <a:pt x="454343" y="3440335"/>
                  </a:cubicBezTo>
                  <a:cubicBezTo>
                    <a:pt x="506349" y="3386042"/>
                    <a:pt x="562642" y="3336227"/>
                    <a:pt x="622363" y="3290697"/>
                  </a:cubicBezTo>
                  <a:cubicBezTo>
                    <a:pt x="719519" y="3216688"/>
                    <a:pt x="824960" y="3154585"/>
                    <a:pt x="927068" y="3087434"/>
                  </a:cubicBezTo>
                  <a:cubicBezTo>
                    <a:pt x="1011365" y="3031998"/>
                    <a:pt x="1093565" y="2973324"/>
                    <a:pt x="1176338" y="2915603"/>
                  </a:cubicBezTo>
                  <a:cubicBezTo>
                    <a:pt x="1246537" y="2866644"/>
                    <a:pt x="1317308" y="2818066"/>
                    <a:pt x="1394270" y="2780729"/>
                  </a:cubicBezTo>
                  <a:cubicBezTo>
                    <a:pt x="1459421" y="2749106"/>
                    <a:pt x="1528763" y="2724436"/>
                    <a:pt x="1601057" y="2723483"/>
                  </a:cubicBezTo>
                  <a:cubicBezTo>
                    <a:pt x="1653350" y="2722721"/>
                    <a:pt x="1704785" y="2733485"/>
                    <a:pt x="1756220" y="2743772"/>
                  </a:cubicBezTo>
                  <a:cubicBezTo>
                    <a:pt x="1800320" y="2752630"/>
                    <a:pt x="1844612" y="2760250"/>
                    <a:pt x="1889189" y="2765965"/>
                  </a:cubicBezTo>
                  <a:cubicBezTo>
                    <a:pt x="1928622" y="2771013"/>
                    <a:pt x="1968437" y="2773299"/>
                    <a:pt x="2007394" y="2765965"/>
                  </a:cubicBezTo>
                  <a:cubicBezTo>
                    <a:pt x="2073878" y="2753487"/>
                    <a:pt x="2130647" y="2712911"/>
                    <a:pt x="2184654" y="2671763"/>
                  </a:cubicBezTo>
                  <a:cubicBezTo>
                    <a:pt x="2245900" y="2625090"/>
                    <a:pt x="2304002" y="2573465"/>
                    <a:pt x="2372773" y="2538984"/>
                  </a:cubicBezTo>
                  <a:cubicBezTo>
                    <a:pt x="2394395" y="2528126"/>
                    <a:pt x="2416874" y="2518982"/>
                    <a:pt x="2439543" y="2510504"/>
                  </a:cubicBezTo>
                  <a:cubicBezTo>
                    <a:pt x="2509552" y="2484215"/>
                    <a:pt x="2580037" y="2459450"/>
                    <a:pt x="2650617" y="2434781"/>
                  </a:cubicBezTo>
                  <a:cubicBezTo>
                    <a:pt x="2695956" y="2418874"/>
                    <a:pt x="2741295" y="2402872"/>
                    <a:pt x="2785110" y="2383060"/>
                  </a:cubicBezTo>
                  <a:cubicBezTo>
                    <a:pt x="2824448" y="2365248"/>
                    <a:pt x="2862358" y="2344198"/>
                    <a:pt x="2897315" y="2318861"/>
                  </a:cubicBezTo>
                  <a:cubicBezTo>
                    <a:pt x="2934367" y="2292096"/>
                    <a:pt x="2968085" y="2260854"/>
                    <a:pt x="2997994" y="2226183"/>
                  </a:cubicBezTo>
                  <a:cubicBezTo>
                    <a:pt x="3020949" y="2199513"/>
                    <a:pt x="3041714" y="2170938"/>
                    <a:pt x="3061240" y="2141506"/>
                  </a:cubicBezTo>
                  <a:cubicBezTo>
                    <a:pt x="3091529" y="2095976"/>
                    <a:pt x="3119533" y="2049018"/>
                    <a:pt x="3152108" y="2005203"/>
                  </a:cubicBezTo>
                  <a:cubicBezTo>
                    <a:pt x="3188113" y="1956626"/>
                    <a:pt x="3229261" y="1912144"/>
                    <a:pt x="3274124" y="1871567"/>
                  </a:cubicBezTo>
                  <a:cubicBezTo>
                    <a:pt x="3311747" y="1837563"/>
                    <a:pt x="3351848" y="1806321"/>
                    <a:pt x="3388138" y="1770888"/>
                  </a:cubicBezTo>
                  <a:cubicBezTo>
                    <a:pt x="3416999" y="1742694"/>
                    <a:pt x="3443002" y="1711833"/>
                    <a:pt x="3466529" y="1679162"/>
                  </a:cubicBezTo>
                  <a:cubicBezTo>
                    <a:pt x="3495008" y="1639348"/>
                    <a:pt x="3519392" y="1596771"/>
                    <a:pt x="3538633" y="1551718"/>
                  </a:cubicBezTo>
                  <a:cubicBezTo>
                    <a:pt x="3562731" y="1495616"/>
                    <a:pt x="3578924" y="1436465"/>
                    <a:pt x="3588544" y="1376172"/>
                  </a:cubicBezTo>
                  <a:cubicBezTo>
                    <a:pt x="3592925" y="1348740"/>
                    <a:pt x="3595688" y="1321022"/>
                    <a:pt x="3597402" y="1293305"/>
                  </a:cubicBezTo>
                  <a:cubicBezTo>
                    <a:pt x="3605974" y="1155859"/>
                    <a:pt x="3717703" y="1018127"/>
                    <a:pt x="3721227" y="880491"/>
                  </a:cubicBezTo>
                  <a:cubicBezTo>
                    <a:pt x="3724751" y="740855"/>
                    <a:pt x="3743135" y="602171"/>
                    <a:pt x="3761137" y="463677"/>
                  </a:cubicBezTo>
                  <a:cubicBezTo>
                    <a:pt x="3776186" y="347758"/>
                    <a:pt x="3934968" y="116205"/>
                    <a:pt x="3946874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318DDF45-08F0-46B6-A0B7-133735C94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95978" y="2441733"/>
              <a:ext cx="3665410" cy="2985611"/>
            </a:xfrm>
            <a:custGeom>
              <a:avLst/>
              <a:gdLst>
                <a:gd name="connsiteX0" fmla="*/ 0 w 3665410"/>
                <a:gd name="connsiteY0" fmla="*/ 2985611 h 2985611"/>
                <a:gd name="connsiteX1" fmla="*/ 166211 w 3665410"/>
                <a:gd name="connsiteY1" fmla="*/ 2699766 h 2985611"/>
                <a:gd name="connsiteX2" fmla="*/ 397002 w 3665410"/>
                <a:gd name="connsiteY2" fmla="*/ 2414969 h 2985611"/>
                <a:gd name="connsiteX3" fmla="*/ 620173 w 3665410"/>
                <a:gd name="connsiteY3" fmla="*/ 2237899 h 2985611"/>
                <a:gd name="connsiteX4" fmla="*/ 823341 w 3665410"/>
                <a:gd name="connsiteY4" fmla="*/ 2085499 h 2985611"/>
                <a:gd name="connsiteX5" fmla="*/ 1089565 w 3665410"/>
                <a:gd name="connsiteY5" fmla="*/ 1911477 h 2985611"/>
                <a:gd name="connsiteX6" fmla="*/ 1145000 w 3665410"/>
                <a:gd name="connsiteY6" fmla="*/ 1886807 h 2985611"/>
                <a:gd name="connsiteX7" fmla="*/ 1375791 w 3665410"/>
                <a:gd name="connsiteY7" fmla="*/ 1842135 h 2985611"/>
                <a:gd name="connsiteX8" fmla="*/ 1486567 w 3665410"/>
                <a:gd name="connsiteY8" fmla="*/ 1857566 h 2985611"/>
                <a:gd name="connsiteX9" fmla="*/ 1568101 w 3665410"/>
                <a:gd name="connsiteY9" fmla="*/ 1871377 h 2985611"/>
                <a:gd name="connsiteX10" fmla="*/ 1810607 w 3665410"/>
                <a:gd name="connsiteY10" fmla="*/ 1871377 h 2985611"/>
                <a:gd name="connsiteX11" fmla="*/ 1997964 w 3665410"/>
                <a:gd name="connsiteY11" fmla="*/ 1790605 h 2985611"/>
                <a:gd name="connsiteX12" fmla="*/ 2109883 w 3665410"/>
                <a:gd name="connsiteY12" fmla="*/ 1702784 h 2985611"/>
                <a:gd name="connsiteX13" fmla="*/ 2321433 w 3665410"/>
                <a:gd name="connsiteY13" fmla="*/ 1552384 h 2985611"/>
                <a:gd name="connsiteX14" fmla="*/ 2558891 w 3665410"/>
                <a:gd name="connsiteY14" fmla="*/ 1453420 h 2985611"/>
                <a:gd name="connsiteX15" fmla="*/ 2709767 w 3665410"/>
                <a:gd name="connsiteY15" fmla="*/ 1377887 h 2985611"/>
                <a:gd name="connsiteX16" fmla="*/ 2885408 w 3665410"/>
                <a:gd name="connsiteY16" fmla="*/ 1237393 h 2985611"/>
                <a:gd name="connsiteX17" fmla="*/ 3017711 w 3665410"/>
                <a:gd name="connsiteY17" fmla="*/ 1072229 h 2985611"/>
                <a:gd name="connsiteX18" fmla="*/ 3150680 w 3665410"/>
                <a:gd name="connsiteY18" fmla="*/ 921830 h 2985611"/>
                <a:gd name="connsiteX19" fmla="*/ 3255169 w 3665410"/>
                <a:gd name="connsiteY19" fmla="*/ 801815 h 2985611"/>
                <a:gd name="connsiteX20" fmla="*/ 3339275 w 3665410"/>
                <a:gd name="connsiteY20" fmla="*/ 694182 h 2985611"/>
                <a:gd name="connsiteX21" fmla="*/ 3409188 w 3665410"/>
                <a:gd name="connsiteY21" fmla="*/ 546926 h 2985611"/>
                <a:gd name="connsiteX22" fmla="*/ 3464243 w 3665410"/>
                <a:gd name="connsiteY22" fmla="*/ 347663 h 2985611"/>
                <a:gd name="connsiteX23" fmla="*/ 3665411 w 3665410"/>
                <a:gd name="connsiteY23" fmla="*/ 0 h 29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665410" h="2985611">
                  <a:moveTo>
                    <a:pt x="0" y="2985611"/>
                  </a:moveTo>
                  <a:cubicBezTo>
                    <a:pt x="0" y="2985611"/>
                    <a:pt x="86773" y="2802827"/>
                    <a:pt x="166211" y="2699766"/>
                  </a:cubicBezTo>
                  <a:cubicBezTo>
                    <a:pt x="240983" y="2602706"/>
                    <a:pt x="309182" y="2500122"/>
                    <a:pt x="397002" y="2414969"/>
                  </a:cubicBezTo>
                  <a:cubicBezTo>
                    <a:pt x="465296" y="2348865"/>
                    <a:pt x="543592" y="2294477"/>
                    <a:pt x="620173" y="2237899"/>
                  </a:cubicBezTo>
                  <a:cubicBezTo>
                    <a:pt x="688277" y="2187607"/>
                    <a:pt x="755333" y="2135886"/>
                    <a:pt x="823341" y="2085499"/>
                  </a:cubicBezTo>
                  <a:cubicBezTo>
                    <a:pt x="908685" y="2022253"/>
                    <a:pt x="994791" y="1959197"/>
                    <a:pt x="1089565" y="1911477"/>
                  </a:cubicBezTo>
                  <a:cubicBezTo>
                    <a:pt x="1107662" y="1902428"/>
                    <a:pt x="1126141" y="1894141"/>
                    <a:pt x="1145000" y="1886807"/>
                  </a:cubicBezTo>
                  <a:cubicBezTo>
                    <a:pt x="1218819" y="1858232"/>
                    <a:pt x="1296924" y="1838611"/>
                    <a:pt x="1375791" y="1842135"/>
                  </a:cubicBezTo>
                  <a:cubicBezTo>
                    <a:pt x="1413129" y="1843754"/>
                    <a:pt x="1449896" y="1850422"/>
                    <a:pt x="1486567" y="1857566"/>
                  </a:cubicBezTo>
                  <a:cubicBezTo>
                    <a:pt x="1513618" y="1862804"/>
                    <a:pt x="1540859" y="1867376"/>
                    <a:pt x="1568101" y="1871377"/>
                  </a:cubicBezTo>
                  <a:cubicBezTo>
                    <a:pt x="1648778" y="1883188"/>
                    <a:pt x="1730978" y="1887665"/>
                    <a:pt x="1810607" y="1871377"/>
                  </a:cubicBezTo>
                  <a:cubicBezTo>
                    <a:pt x="1877854" y="1857661"/>
                    <a:pt x="1941100" y="1829086"/>
                    <a:pt x="1997964" y="1790605"/>
                  </a:cubicBezTo>
                  <a:cubicBezTo>
                    <a:pt x="2037302" y="1764030"/>
                    <a:pt x="2073497" y="1733264"/>
                    <a:pt x="2109883" y="1702784"/>
                  </a:cubicBezTo>
                  <a:cubicBezTo>
                    <a:pt x="2176367" y="1647063"/>
                    <a:pt x="2244852" y="1593151"/>
                    <a:pt x="2321433" y="1552384"/>
                  </a:cubicBezTo>
                  <a:cubicBezTo>
                    <a:pt x="2397157" y="1512094"/>
                    <a:pt x="2479548" y="1486281"/>
                    <a:pt x="2558891" y="1453420"/>
                  </a:cubicBezTo>
                  <a:cubicBezTo>
                    <a:pt x="2610898" y="1431798"/>
                    <a:pt x="2661571" y="1407033"/>
                    <a:pt x="2709767" y="1377887"/>
                  </a:cubicBezTo>
                  <a:cubicBezTo>
                    <a:pt x="2774252" y="1338929"/>
                    <a:pt x="2834069" y="1292447"/>
                    <a:pt x="2885408" y="1237393"/>
                  </a:cubicBezTo>
                  <a:cubicBezTo>
                    <a:pt x="2933605" y="1185767"/>
                    <a:pt x="2973324" y="1127093"/>
                    <a:pt x="3017711" y="1072229"/>
                  </a:cubicBezTo>
                  <a:cubicBezTo>
                    <a:pt x="3059811" y="1020223"/>
                    <a:pt x="3105912" y="971645"/>
                    <a:pt x="3150680" y="921830"/>
                  </a:cubicBezTo>
                  <a:cubicBezTo>
                    <a:pt x="3186113" y="882396"/>
                    <a:pt x="3220593" y="842010"/>
                    <a:pt x="3255169" y="801815"/>
                  </a:cubicBezTo>
                  <a:cubicBezTo>
                    <a:pt x="3284887" y="767239"/>
                    <a:pt x="3314605" y="732473"/>
                    <a:pt x="3339275" y="694182"/>
                  </a:cubicBezTo>
                  <a:cubicBezTo>
                    <a:pt x="3368707" y="648367"/>
                    <a:pt x="3390138" y="597980"/>
                    <a:pt x="3409188" y="546926"/>
                  </a:cubicBezTo>
                  <a:cubicBezTo>
                    <a:pt x="3433382" y="482156"/>
                    <a:pt x="3453384" y="415861"/>
                    <a:pt x="3464243" y="347663"/>
                  </a:cubicBezTo>
                  <a:cubicBezTo>
                    <a:pt x="3476244" y="272224"/>
                    <a:pt x="3661696" y="76295"/>
                    <a:pt x="366541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B9D0CC0F-710D-43F4-BC86-7637674201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90402" y="5229700"/>
              <a:ext cx="285940" cy="199072"/>
            </a:xfrm>
            <a:custGeom>
              <a:avLst/>
              <a:gdLst>
                <a:gd name="connsiteX0" fmla="*/ 0 w 285940"/>
                <a:gd name="connsiteY0" fmla="*/ 199073 h 199072"/>
                <a:gd name="connsiteX1" fmla="*/ 285940 w 285940"/>
                <a:gd name="connsiteY1" fmla="*/ 0 h 199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85940" h="199072">
                  <a:moveTo>
                    <a:pt x="0" y="199073"/>
                  </a:moveTo>
                  <a:cubicBezTo>
                    <a:pt x="0" y="199073"/>
                    <a:pt x="242125" y="39243"/>
                    <a:pt x="28594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6FB36AB6-CB81-495A-8A33-C0BCE67D6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393114" y="5049773"/>
              <a:ext cx="655796" cy="381190"/>
            </a:xfrm>
            <a:custGeom>
              <a:avLst/>
              <a:gdLst>
                <a:gd name="connsiteX0" fmla="*/ 0 w 655796"/>
                <a:gd name="connsiteY0" fmla="*/ 381190 h 381190"/>
                <a:gd name="connsiteX1" fmla="*/ 655796 w 655796"/>
                <a:gd name="connsiteY1" fmla="*/ 0 h 381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5796" h="381190">
                  <a:moveTo>
                    <a:pt x="0" y="381190"/>
                  </a:moveTo>
                  <a:cubicBezTo>
                    <a:pt x="0" y="381190"/>
                    <a:pt x="461105" y="172117"/>
                    <a:pt x="65579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1993F7E6-ABF6-482D-BEA5-B4E607DDB4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154072" y="3867816"/>
              <a:ext cx="2907315" cy="1544764"/>
            </a:xfrm>
            <a:custGeom>
              <a:avLst/>
              <a:gdLst>
                <a:gd name="connsiteX0" fmla="*/ 0 w 2907315"/>
                <a:gd name="connsiteY0" fmla="*/ 1544764 h 1544764"/>
                <a:gd name="connsiteX1" fmla="*/ 201644 w 2907315"/>
                <a:gd name="connsiteY1" fmla="*/ 1352550 h 1544764"/>
                <a:gd name="connsiteX2" fmla="*/ 423196 w 2907315"/>
                <a:gd name="connsiteY2" fmla="*/ 1196054 h 1544764"/>
                <a:gd name="connsiteX3" fmla="*/ 782193 w 2907315"/>
                <a:gd name="connsiteY3" fmla="*/ 1099947 h 1544764"/>
                <a:gd name="connsiteX4" fmla="*/ 1052513 w 2907315"/>
                <a:gd name="connsiteY4" fmla="*/ 1042321 h 1544764"/>
                <a:gd name="connsiteX5" fmla="*/ 1311783 w 2907315"/>
                <a:gd name="connsiteY5" fmla="*/ 1056037 h 1544764"/>
                <a:gd name="connsiteX6" fmla="*/ 1484662 w 2907315"/>
                <a:gd name="connsiteY6" fmla="*/ 1083469 h 1544764"/>
                <a:gd name="connsiteX7" fmla="*/ 1788224 w 2907315"/>
                <a:gd name="connsiteY7" fmla="*/ 1023080 h 1544764"/>
                <a:gd name="connsiteX8" fmla="*/ 2269045 w 2907315"/>
                <a:gd name="connsiteY8" fmla="*/ 734758 h 1544764"/>
                <a:gd name="connsiteX9" fmla="*/ 2534984 w 2907315"/>
                <a:gd name="connsiteY9" fmla="*/ 572738 h 1544764"/>
                <a:gd name="connsiteX10" fmla="*/ 2907316 w 2907315"/>
                <a:gd name="connsiteY10" fmla="*/ 0 h 1544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7315" h="1544764">
                  <a:moveTo>
                    <a:pt x="0" y="1544764"/>
                  </a:moveTo>
                  <a:cubicBezTo>
                    <a:pt x="0" y="1544764"/>
                    <a:pt x="98012" y="1443990"/>
                    <a:pt x="201644" y="1352550"/>
                  </a:cubicBezTo>
                  <a:cubicBezTo>
                    <a:pt x="271272" y="1291209"/>
                    <a:pt x="343662" y="1234249"/>
                    <a:pt x="423196" y="1196054"/>
                  </a:cubicBezTo>
                  <a:cubicBezTo>
                    <a:pt x="537591" y="1141095"/>
                    <a:pt x="661226" y="1127189"/>
                    <a:pt x="782193" y="1099947"/>
                  </a:cubicBezTo>
                  <a:cubicBezTo>
                    <a:pt x="872300" y="1079659"/>
                    <a:pt x="961358" y="1051370"/>
                    <a:pt x="1052513" y="1042321"/>
                  </a:cubicBezTo>
                  <a:cubicBezTo>
                    <a:pt x="1139000" y="1033653"/>
                    <a:pt x="1225868" y="1040321"/>
                    <a:pt x="1311783" y="1056037"/>
                  </a:cubicBezTo>
                  <a:cubicBezTo>
                    <a:pt x="1369314" y="1066609"/>
                    <a:pt x="1426559" y="1079373"/>
                    <a:pt x="1484662" y="1083469"/>
                  </a:cubicBezTo>
                  <a:cubicBezTo>
                    <a:pt x="1587913" y="1090803"/>
                    <a:pt x="1690402" y="1064800"/>
                    <a:pt x="1788224" y="1023080"/>
                  </a:cubicBezTo>
                  <a:cubicBezTo>
                    <a:pt x="1956721" y="951262"/>
                    <a:pt x="2106549" y="825722"/>
                    <a:pt x="2269045" y="734758"/>
                  </a:cubicBezTo>
                  <a:cubicBezTo>
                    <a:pt x="2359438" y="684181"/>
                    <a:pt x="2452497" y="640556"/>
                    <a:pt x="2534984" y="572738"/>
                  </a:cubicBezTo>
                  <a:cubicBezTo>
                    <a:pt x="2673001" y="459391"/>
                    <a:pt x="2847023" y="191453"/>
                    <a:pt x="290731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DCA0B097-C21A-40B4-95E4-2FFA9697F8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07946" y="3479100"/>
              <a:ext cx="3168300" cy="1952434"/>
            </a:xfrm>
            <a:custGeom>
              <a:avLst/>
              <a:gdLst>
                <a:gd name="connsiteX0" fmla="*/ 0 w 3168300"/>
                <a:gd name="connsiteY0" fmla="*/ 1952435 h 1952434"/>
                <a:gd name="connsiteX1" fmla="*/ 202121 w 3168300"/>
                <a:gd name="connsiteY1" fmla="*/ 1687068 h 1952434"/>
                <a:gd name="connsiteX2" fmla="*/ 545116 w 3168300"/>
                <a:gd name="connsiteY2" fmla="*/ 1450277 h 1952434"/>
                <a:gd name="connsiteX3" fmla="*/ 906780 w 3168300"/>
                <a:gd name="connsiteY3" fmla="*/ 1354455 h 1952434"/>
                <a:gd name="connsiteX4" fmla="*/ 1332262 w 3168300"/>
                <a:gd name="connsiteY4" fmla="*/ 1285304 h 1952434"/>
                <a:gd name="connsiteX5" fmla="*/ 1691259 w 3168300"/>
                <a:gd name="connsiteY5" fmla="*/ 1240060 h 1952434"/>
                <a:gd name="connsiteX6" fmla="*/ 2010346 w 3168300"/>
                <a:gd name="connsiteY6" fmla="*/ 1141667 h 1952434"/>
                <a:gd name="connsiteX7" fmla="*/ 2393252 w 3168300"/>
                <a:gd name="connsiteY7" fmla="*/ 1027271 h 1952434"/>
                <a:gd name="connsiteX8" fmla="*/ 2582037 w 3168300"/>
                <a:gd name="connsiteY8" fmla="*/ 958120 h 1952434"/>
                <a:gd name="connsiteX9" fmla="*/ 2760155 w 3168300"/>
                <a:gd name="connsiteY9" fmla="*/ 827723 h 1952434"/>
                <a:gd name="connsiteX10" fmla="*/ 2914364 w 3168300"/>
                <a:gd name="connsiteY10" fmla="*/ 567023 h 1952434"/>
                <a:gd name="connsiteX11" fmla="*/ 3168301 w 3168300"/>
                <a:gd name="connsiteY11" fmla="*/ 0 h 1952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68300" h="1952434">
                  <a:moveTo>
                    <a:pt x="0" y="1952435"/>
                  </a:moveTo>
                  <a:cubicBezTo>
                    <a:pt x="0" y="1952435"/>
                    <a:pt x="91059" y="1796415"/>
                    <a:pt x="202121" y="1687068"/>
                  </a:cubicBezTo>
                  <a:cubicBezTo>
                    <a:pt x="301943" y="1588675"/>
                    <a:pt x="416528" y="1505617"/>
                    <a:pt x="545116" y="1450277"/>
                  </a:cubicBezTo>
                  <a:cubicBezTo>
                    <a:pt x="659987" y="1400747"/>
                    <a:pt x="783622" y="1377601"/>
                    <a:pt x="906780" y="1354455"/>
                  </a:cubicBezTo>
                  <a:cubicBezTo>
                    <a:pt x="1048036" y="1327976"/>
                    <a:pt x="1189482" y="1301972"/>
                    <a:pt x="1332262" y="1285304"/>
                  </a:cubicBezTo>
                  <a:cubicBezTo>
                    <a:pt x="1452182" y="1271302"/>
                    <a:pt x="1573340" y="1265873"/>
                    <a:pt x="1691259" y="1240060"/>
                  </a:cubicBezTo>
                  <a:cubicBezTo>
                    <a:pt x="1800035" y="1216247"/>
                    <a:pt x="1904619" y="1176718"/>
                    <a:pt x="2010346" y="1141667"/>
                  </a:cubicBezTo>
                  <a:cubicBezTo>
                    <a:pt x="2136743" y="1099661"/>
                    <a:pt x="2265902" y="1066229"/>
                    <a:pt x="2393252" y="1027271"/>
                  </a:cubicBezTo>
                  <a:cubicBezTo>
                    <a:pt x="2457450" y="1007650"/>
                    <a:pt x="2521744" y="987552"/>
                    <a:pt x="2582037" y="958120"/>
                  </a:cubicBezTo>
                  <a:cubicBezTo>
                    <a:pt x="2648807" y="925449"/>
                    <a:pt x="2710815" y="883349"/>
                    <a:pt x="2760155" y="827723"/>
                  </a:cubicBezTo>
                  <a:cubicBezTo>
                    <a:pt x="2827496" y="751904"/>
                    <a:pt x="2867978" y="657511"/>
                    <a:pt x="2914364" y="567023"/>
                  </a:cubicBezTo>
                  <a:cubicBezTo>
                    <a:pt x="2972753" y="453200"/>
                    <a:pt x="3119152" y="118015"/>
                    <a:pt x="316830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AB2AF0F5-7EAA-4BAB-8DE2-D84E124170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04778" y="2976752"/>
              <a:ext cx="3356800" cy="2452020"/>
            </a:xfrm>
            <a:custGeom>
              <a:avLst/>
              <a:gdLst>
                <a:gd name="connsiteX0" fmla="*/ 0 w 3356800"/>
                <a:gd name="connsiteY0" fmla="*/ 2452021 h 2452020"/>
                <a:gd name="connsiteX1" fmla="*/ 130874 w 3356800"/>
                <a:gd name="connsiteY1" fmla="*/ 2247710 h 2452020"/>
                <a:gd name="connsiteX2" fmla="*/ 437197 w 3356800"/>
                <a:gd name="connsiteY2" fmla="*/ 1941195 h 2452020"/>
                <a:gd name="connsiteX3" fmla="*/ 737140 w 3356800"/>
                <a:gd name="connsiteY3" fmla="*/ 1736884 h 2452020"/>
                <a:gd name="connsiteX4" fmla="*/ 1031843 w 3356800"/>
                <a:gd name="connsiteY4" fmla="*/ 1685068 h 2452020"/>
                <a:gd name="connsiteX5" fmla="*/ 1287304 w 3356800"/>
                <a:gd name="connsiteY5" fmla="*/ 1655826 h 2452020"/>
                <a:gd name="connsiteX6" fmla="*/ 1471994 w 3356800"/>
                <a:gd name="connsiteY6" fmla="*/ 1634300 h 2452020"/>
                <a:gd name="connsiteX7" fmla="*/ 1898237 w 3356800"/>
                <a:gd name="connsiteY7" fmla="*/ 1512665 h 2452020"/>
                <a:gd name="connsiteX8" fmla="*/ 2229136 w 3356800"/>
                <a:gd name="connsiteY8" fmla="*/ 1355598 h 2452020"/>
                <a:gd name="connsiteX9" fmla="*/ 2512314 w 3356800"/>
                <a:gd name="connsiteY9" fmla="*/ 1238631 h 2452020"/>
                <a:gd name="connsiteX10" fmla="*/ 2758535 w 3356800"/>
                <a:gd name="connsiteY10" fmla="*/ 1096994 h 2452020"/>
                <a:gd name="connsiteX11" fmla="*/ 2935510 w 3356800"/>
                <a:gd name="connsiteY11" fmla="*/ 919925 h 2452020"/>
                <a:gd name="connsiteX12" fmla="*/ 3081719 w 3356800"/>
                <a:gd name="connsiteY12" fmla="*/ 687419 h 2452020"/>
                <a:gd name="connsiteX13" fmla="*/ 3356800 w 3356800"/>
                <a:gd name="connsiteY13" fmla="*/ 0 h 2452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356800" h="2452020">
                  <a:moveTo>
                    <a:pt x="0" y="2452021"/>
                  </a:moveTo>
                  <a:cubicBezTo>
                    <a:pt x="0" y="2452021"/>
                    <a:pt x="57150" y="2344198"/>
                    <a:pt x="130874" y="2247710"/>
                  </a:cubicBezTo>
                  <a:cubicBezTo>
                    <a:pt x="218694" y="2132648"/>
                    <a:pt x="328136" y="2036635"/>
                    <a:pt x="437197" y="1941195"/>
                  </a:cubicBezTo>
                  <a:cubicBezTo>
                    <a:pt x="529304" y="1860709"/>
                    <a:pt x="623030" y="1779556"/>
                    <a:pt x="737140" y="1736884"/>
                  </a:cubicBezTo>
                  <a:cubicBezTo>
                    <a:pt x="830866" y="1701736"/>
                    <a:pt x="932021" y="1695450"/>
                    <a:pt x="1031843" y="1685068"/>
                  </a:cubicBezTo>
                  <a:cubicBezTo>
                    <a:pt x="1117092" y="1676210"/>
                    <a:pt x="1202055" y="1665160"/>
                    <a:pt x="1287304" y="1655826"/>
                  </a:cubicBezTo>
                  <a:cubicBezTo>
                    <a:pt x="1348931" y="1649063"/>
                    <a:pt x="1410653" y="1643539"/>
                    <a:pt x="1471994" y="1634300"/>
                  </a:cubicBezTo>
                  <a:cubicBezTo>
                    <a:pt x="1618679" y="1612011"/>
                    <a:pt x="1761935" y="1571149"/>
                    <a:pt x="1898237" y="1512665"/>
                  </a:cubicBezTo>
                  <a:cubicBezTo>
                    <a:pt x="2010442" y="1464564"/>
                    <a:pt x="2117503" y="1405128"/>
                    <a:pt x="2229136" y="1355598"/>
                  </a:cubicBezTo>
                  <a:cubicBezTo>
                    <a:pt x="2322481" y="1314164"/>
                    <a:pt x="2418969" y="1280160"/>
                    <a:pt x="2512314" y="1238631"/>
                  </a:cubicBezTo>
                  <a:cubicBezTo>
                    <a:pt x="2599087" y="1199960"/>
                    <a:pt x="2683193" y="1154811"/>
                    <a:pt x="2758535" y="1096994"/>
                  </a:cubicBezTo>
                  <a:cubicBezTo>
                    <a:pt x="2825020" y="1046035"/>
                    <a:pt x="2883789" y="985837"/>
                    <a:pt x="2935510" y="919925"/>
                  </a:cubicBezTo>
                  <a:cubicBezTo>
                    <a:pt x="2992184" y="847725"/>
                    <a:pt x="3039904" y="769144"/>
                    <a:pt x="3081719" y="687419"/>
                  </a:cubicBezTo>
                  <a:cubicBezTo>
                    <a:pt x="3138297" y="576739"/>
                    <a:pt x="3314129" y="116776"/>
                    <a:pt x="335680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 useBgFill="1">
        <p:nvSpPr>
          <p:cNvPr id="108" name="Rectangle 107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110" name="Top Left">
            <a:extLst>
              <a:ext uri="{FF2B5EF4-FFF2-40B4-BE49-F238E27FC236}">
                <a16:creationId xmlns:a16="http://schemas.microsoft.com/office/drawing/2014/main" id="{05E14710-B20D-424F-9465-E0427970E3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-3086"/>
            <a:ext cx="2198951" cy="3349518"/>
            <a:chOff x="10849" y="-3086"/>
            <a:chExt cx="2198951" cy="3349518"/>
          </a:xfrm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2857F0CF-E215-4235-B086-916830B96B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5E06EA72-1DD7-4343-9768-D1089D1832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26465186-B0EF-4443-AA37-CD37F259E5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235EA6BD-3484-4D72-8838-3DA1757700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62088E30-E17C-40A3-876F-C79A7BDFE6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7A3A6DD2-FE8F-4861-81EA-E1A5BB6B55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9E9FFAA5-21C1-4B65-9DA9-24DFCC45C5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4FECE28E-7EEC-4B45-B573-BCAE111FC9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2" name="Title 11">
            <a:extLst>
              <a:ext uri="{FF2B5EF4-FFF2-40B4-BE49-F238E27FC236}">
                <a16:creationId xmlns:a16="http://schemas.microsoft.com/office/drawing/2014/main" id="{02C7D812-0771-4D00-92C7-CB0E83EE7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1" y="559813"/>
            <a:ext cx="9988166" cy="166457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What is Fine-Tuning?</a:t>
            </a:r>
          </a:p>
        </p:txBody>
      </p:sp>
      <p:grpSp>
        <p:nvGrpSpPr>
          <p:cNvPr id="111" name="Bottom Right">
            <a:extLst>
              <a:ext uri="{FF2B5EF4-FFF2-40B4-BE49-F238E27FC236}">
                <a16:creationId xmlns:a16="http://schemas.microsoft.com/office/drawing/2014/main" id="{33E292A1-440C-41B6-AECE-499683C5C2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336D22F2-5BE5-4299-B3C4-06B3823F93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39256" y="6178637"/>
              <a:ext cx="1482102" cy="67936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grpSp>
          <p:nvGrpSpPr>
            <p:cNvPr id="60" name="Graphic 157">
              <a:extLst>
                <a:ext uri="{FF2B5EF4-FFF2-40B4-BE49-F238E27FC236}">
                  <a16:creationId xmlns:a16="http://schemas.microsoft.com/office/drawing/2014/main" id="{D126EE8D-7318-40DC-AE0F-120FD040C8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CBE7795C-A860-4C9B-BC23-1FBEDEBE55E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F569E8A3-064F-490D-A574-DE37DCF5DD0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1F5D334B-EA10-488A-ACEF-359FC73135C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671E9F15-20FF-466A-8976-CB9AEDC36C6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3F6396EF-4FA3-4C64-A4AB-AAFD6804534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97498B4E-B548-4846-A943-8C0776472CA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15E991F3-4EDE-4EF1-A611-12F3BCB02A1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62FCF0CC-5B63-496D-B9A8-AF02337570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02338824-BECA-4FA6-8497-F1FDE9B960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5754" y="2384474"/>
            <a:ext cx="9987523" cy="3728613"/>
          </a:xfrm>
          <a:prstGeom prst="round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algn="just">
              <a:lnSpc>
                <a:spcPct val="150000"/>
              </a:lnSpc>
              <a:buFont typeface="Avenir Next LT Pro" panose="020B0504020202020204" pitchFamily="34" charset="0"/>
              <a:buChar char="+"/>
            </a:pPr>
            <a:r>
              <a:rPr lang="en-US" dirty="0">
                <a:latin typeface="Avenir Next LT Pro"/>
                <a:ea typeface="+mn-lt"/>
                <a:cs typeface="+mn-lt"/>
              </a:rPr>
              <a:t>Fine-tuning is the process of taking an already trained or pre-trained machine learning model and further training it on a smaller, targeted data set so it can perform specialized tasks. </a:t>
            </a:r>
            <a:endParaRPr lang="en-US" dirty="0">
              <a:latin typeface="Avenir Next LT Pro"/>
            </a:endParaRPr>
          </a:p>
          <a:p>
            <a:pPr indent="-228600" algn="just">
              <a:lnSpc>
                <a:spcPct val="150000"/>
              </a:lnSpc>
              <a:buFont typeface="Avenir Next LT Pro" panose="020B0504020202020204" pitchFamily="34" charset="0"/>
              <a:buChar char="+"/>
            </a:pPr>
            <a:r>
              <a:rPr lang="en-US" dirty="0">
                <a:latin typeface="Avenir Next LT Pro"/>
                <a:ea typeface="+mn-lt"/>
                <a:cs typeface="+mn-lt"/>
              </a:rPr>
              <a:t>Fine-tuning enables developers to save time and money by building on existing models instead of creating new ones.</a:t>
            </a:r>
          </a:p>
          <a:p>
            <a:pPr indent="-228600" algn="just">
              <a:lnSpc>
                <a:spcPct val="150000"/>
              </a:lnSpc>
              <a:buFont typeface="Avenir Next LT Pro" panose="020B0504020202020204" pitchFamily="34" charset="0"/>
              <a:buChar char="+"/>
            </a:pPr>
            <a:r>
              <a:rPr lang="en-US" dirty="0">
                <a:latin typeface="Avenir Next LT Pro"/>
              </a:rPr>
              <a:t>For</a:t>
            </a:r>
            <a:r>
              <a:rPr lang="en-US" dirty="0">
                <a:latin typeface="Avenir Next LT Pro"/>
                <a:ea typeface="+mn-lt"/>
                <a:cs typeface="+mn-lt"/>
              </a:rPr>
              <a:t> example, a pre-trained LLM model might have a general grasp of English, but a law firm may fine-tune it to understand legal jargon specifically.</a:t>
            </a:r>
            <a:endParaRPr lang="en-US" dirty="0">
              <a:latin typeface="Avenir Next LT Pro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959A09-3D6B-4D8D-AB3E-BB106DC08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6000" y="6356350"/>
            <a:ext cx="1447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73B850FF-6169-4056-8077-06FFA93A5366}" type="slidenum">
              <a:rPr lang="en-US" cap="all" smtClean="0">
                <a:cs typeface="Segoe UI Semilight" panose="020B0402040204020203" pitchFamily="34" charset="0"/>
              </a:rPr>
              <a:pPr>
                <a:spcAft>
                  <a:spcPts val="600"/>
                </a:spcAft>
              </a:pPr>
              <a:t>4</a:t>
            </a:fld>
            <a:endParaRPr lang="en-US" cap="all">
              <a:cs typeface="Segoe UI Semilight" panose="020B04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2233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77428-03BE-4A3D-F714-F36FDFFAA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E7861736-E8B1-814C-B8FF-6E7DB4A27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2" y="559814"/>
            <a:ext cx="9795636" cy="1335662"/>
          </a:xfrm>
        </p:spPr>
        <p:txBody>
          <a:bodyPr lIns="91440" tIns="45720" rIns="91440" bIns="45720" anchor="t"/>
          <a:lstStyle/>
          <a:p>
            <a:r>
              <a:rPr lang="en-US"/>
              <a:t>Types of Fine-Tuning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7E21A8E-4441-FF26-D324-69B295CBED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27091" y="2107496"/>
            <a:ext cx="9667381" cy="607011"/>
          </a:xfrm>
        </p:spPr>
        <p:txBody>
          <a:bodyPr lIns="91440" tIns="45720" rIns="91440" bIns="45720" anchor="t"/>
          <a:lstStyle/>
          <a:p>
            <a:pPr algn="just"/>
            <a:r>
              <a:rPr lang="en-US"/>
              <a:t>Feature</a:t>
            </a:r>
            <a:r>
              <a:rPr lang="en-US">
                <a:ea typeface="+mn-lt"/>
                <a:cs typeface="+mn-lt"/>
              </a:rPr>
              <a:t> extraction fine-tuning</a:t>
            </a:r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27A8B657-AC1B-A4F9-A705-EBAB86358D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5281" y="2717782"/>
            <a:ext cx="9797345" cy="3365605"/>
          </a:xfrm>
          <a:prstGeom prst="round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>
                <a:latin typeface="Avenir Next LT Pro"/>
              </a:rPr>
              <a:t>Feature</a:t>
            </a:r>
            <a:r>
              <a:rPr lang="en-US">
                <a:latin typeface="Avenir Next LT Pro"/>
                <a:ea typeface="+mn-lt"/>
                <a:cs typeface="+mn-lt"/>
              </a:rPr>
              <a:t> extraction fine-tuning, sometimes referred to as parameter-efficient fine-tuning, “freezes” the top layers of the model while the final layers train on the specified data set. This keeps most of the existing model intact, making it more computationally efficient. </a:t>
            </a:r>
            <a:endParaRPr lang="en-US">
              <a:latin typeface="Avenir Next LT Pro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0BD95190-4BAC-E074-39EC-FF676F589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6000" y="6356350"/>
            <a:ext cx="1447800" cy="365125"/>
          </a:xfrm>
        </p:spPr>
        <p:txBody>
          <a:bodyPr/>
          <a:lstStyle/>
          <a:p>
            <a:fld id="{73B850FF-6169-4056-8077-06FFA93A5366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939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2658A2-C27C-1D8D-E98A-27897BCC8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5BB12FFF-C9AD-6550-EB8D-B843B9FA6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2" y="559814"/>
            <a:ext cx="9795636" cy="1335662"/>
          </a:xfrm>
        </p:spPr>
        <p:txBody>
          <a:bodyPr lIns="91440" tIns="45720" rIns="91440" bIns="45720" anchor="t"/>
          <a:lstStyle/>
          <a:p>
            <a:r>
              <a:rPr lang="en-US"/>
              <a:t>Types of Fine-Tuning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52FD4CB-8D87-F09A-005E-CB548D82DD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27091" y="2107496"/>
            <a:ext cx="9667381" cy="607011"/>
          </a:xfrm>
        </p:spPr>
        <p:txBody>
          <a:bodyPr lIns="91440" tIns="45720" rIns="91440" bIns="45720" anchor="t"/>
          <a:lstStyle/>
          <a:p>
            <a:r>
              <a:rPr lang="en-US"/>
              <a:t>Full</a:t>
            </a:r>
            <a:r>
              <a:rPr lang="en-US">
                <a:ea typeface="+mn-lt"/>
                <a:cs typeface="+mn-lt"/>
              </a:rPr>
              <a:t> model fine-tuning</a:t>
            </a:r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CDC2C17-9EB1-37AC-2D51-3A80578140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5281" y="2717782"/>
            <a:ext cx="9797345" cy="3365605"/>
          </a:xfrm>
          <a:prstGeom prst="round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 algn="just">
              <a:lnSpc>
                <a:spcPct val="160000"/>
              </a:lnSpc>
            </a:pPr>
            <a:r>
              <a:rPr lang="en-US">
                <a:ea typeface="+mn-lt"/>
                <a:cs typeface="+mn-lt"/>
              </a:rPr>
              <a:t>Full model fine-tuning is similar to pre-training in that the entire model trains on a data set and updates the weights accordingly. This process updates the whole model, potentially leading to stability issues.</a:t>
            </a:r>
            <a:endParaRPr lang="en-US"/>
          </a:p>
          <a:p>
            <a:pPr algn="just">
              <a:lnSpc>
                <a:spcPct val="160000"/>
              </a:lnSpc>
            </a:pPr>
            <a:r>
              <a:rPr lang="en-US">
                <a:ea typeface="+mn-lt"/>
                <a:cs typeface="+mn-lt"/>
              </a:rPr>
              <a:t>This fine-tuning method is more computationally intensive than feature extraction fine-tuning. It’s best suited to situations where the new data set is both sizable and distinct from the original training data set.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64C79B1C-9204-AB2C-3F0E-7480F4216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6000" y="6356350"/>
            <a:ext cx="1447800" cy="365125"/>
          </a:xfrm>
        </p:spPr>
        <p:txBody>
          <a:bodyPr/>
          <a:lstStyle/>
          <a:p>
            <a:fld id="{73B850FF-6169-4056-8077-06FFA93A5366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3823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C67827-46D6-154C-ACCE-E89E20112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 101">
            <a:extLst>
              <a:ext uri="{FF2B5EF4-FFF2-40B4-BE49-F238E27FC236}">
                <a16:creationId xmlns:a16="http://schemas.microsoft.com/office/drawing/2014/main" id="{BD47A117-2F98-AA9B-2D35-D73940E6D8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03" name="Freeform: Shape 102">
            <a:extLst>
              <a:ext uri="{FF2B5EF4-FFF2-40B4-BE49-F238E27FC236}">
                <a16:creationId xmlns:a16="http://schemas.microsoft.com/office/drawing/2014/main" id="{2D6D3CBC-FF58-DD74-55AA-FCE7303D6C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692844" y="-3086"/>
            <a:ext cx="1326111" cy="59760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rPr>
              <a:t> </a:t>
            </a:r>
          </a:p>
        </p:txBody>
      </p:sp>
      <p:sp>
        <p:nvSpPr>
          <p:cNvPr id="104" name="Freeform: Shape 103">
            <a:extLst>
              <a:ext uri="{FF2B5EF4-FFF2-40B4-BE49-F238E27FC236}">
                <a16:creationId xmlns:a16="http://schemas.microsoft.com/office/drawing/2014/main" id="{A834E92B-FCF6-6571-EB3C-A75609675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9256" y="6172200"/>
            <a:ext cx="1482102" cy="67936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rPr>
              <a:t> </a:t>
            </a:r>
          </a:p>
        </p:txBody>
      </p:sp>
      <p:sp>
        <p:nvSpPr>
          <p:cNvPr id="105" name="Freeform: Shape 104">
            <a:extLst>
              <a:ext uri="{FF2B5EF4-FFF2-40B4-BE49-F238E27FC236}">
                <a16:creationId xmlns:a16="http://schemas.microsoft.com/office/drawing/2014/main" id="{3DDB8DB4-090B-0B97-31C4-9E3D795B5D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7352" y="5197178"/>
            <a:ext cx="4211600" cy="1660822"/>
          </a:xfrm>
          <a:custGeom>
            <a:avLst/>
            <a:gdLst>
              <a:gd name="connsiteX0" fmla="*/ 4211600 w 4211600"/>
              <a:gd name="connsiteY0" fmla="*/ 0 h 1660822"/>
              <a:gd name="connsiteX1" fmla="*/ 4211600 w 4211600"/>
              <a:gd name="connsiteY1" fmla="*/ 58430 h 1660822"/>
              <a:gd name="connsiteX2" fmla="*/ 4136524 w 4211600"/>
              <a:gd name="connsiteY2" fmla="*/ 208808 h 1660822"/>
              <a:gd name="connsiteX3" fmla="*/ 3973354 w 4211600"/>
              <a:gd name="connsiteY3" fmla="*/ 437313 h 1660822"/>
              <a:gd name="connsiteX4" fmla="*/ 3884746 w 4211600"/>
              <a:gd name="connsiteY4" fmla="*/ 553613 h 1660822"/>
              <a:gd name="connsiteX5" fmla="*/ 3849435 w 4211600"/>
              <a:gd name="connsiteY5" fmla="*/ 603143 h 1660822"/>
              <a:gd name="connsiteX6" fmla="*/ 3661849 w 4211600"/>
              <a:gd name="connsiteY6" fmla="*/ 819075 h 1660822"/>
              <a:gd name="connsiteX7" fmla="*/ 3402589 w 4211600"/>
              <a:gd name="connsiteY7" fmla="*/ 952996 h 1660822"/>
              <a:gd name="connsiteX8" fmla="*/ 3130202 w 4211600"/>
              <a:gd name="connsiteY8" fmla="*/ 1023386 h 1660822"/>
              <a:gd name="connsiteX9" fmla="*/ 2914657 w 4211600"/>
              <a:gd name="connsiteY9" fmla="*/ 1068058 h 1660822"/>
              <a:gd name="connsiteX10" fmla="*/ 2582149 w 4211600"/>
              <a:gd name="connsiteY10" fmla="*/ 1138924 h 1660822"/>
              <a:gd name="connsiteX11" fmla="*/ 2483958 w 4211600"/>
              <a:gd name="connsiteY11" fmla="*/ 1162356 h 1660822"/>
              <a:gd name="connsiteX12" fmla="*/ 2123750 w 4211600"/>
              <a:gd name="connsiteY12" fmla="*/ 1238651 h 1660822"/>
              <a:gd name="connsiteX13" fmla="*/ 1761444 w 4211600"/>
              <a:gd name="connsiteY13" fmla="*/ 1273417 h 1660822"/>
              <a:gd name="connsiteX14" fmla="*/ 1608382 w 4211600"/>
              <a:gd name="connsiteY14" fmla="*/ 1284466 h 1660822"/>
              <a:gd name="connsiteX15" fmla="*/ 999942 w 4211600"/>
              <a:gd name="connsiteY15" fmla="*/ 1354284 h 1660822"/>
              <a:gd name="connsiteX16" fmla="*/ 484705 w 4211600"/>
              <a:gd name="connsiteY16" fmla="*/ 1450487 h 1660822"/>
              <a:gd name="connsiteX17" fmla="*/ 113310 w 4211600"/>
              <a:gd name="connsiteY17" fmla="*/ 1613700 h 1660822"/>
              <a:gd name="connsiteX18" fmla="*/ 39668 w 4211600"/>
              <a:gd name="connsiteY18" fmla="*/ 1660822 h 1660822"/>
              <a:gd name="connsiteX19" fmla="*/ 0 w 4211600"/>
              <a:gd name="connsiteY19" fmla="*/ 1660822 h 1660822"/>
              <a:gd name="connsiteX20" fmla="*/ 96701 w 4211600"/>
              <a:gd name="connsiteY20" fmla="*/ 1598934 h 1660822"/>
              <a:gd name="connsiteX21" fmla="*/ 474335 w 4211600"/>
              <a:gd name="connsiteY21" fmla="*/ 1433056 h 1660822"/>
              <a:gd name="connsiteX22" fmla="*/ 994299 w 4211600"/>
              <a:gd name="connsiteY22" fmla="*/ 1335806 h 1660822"/>
              <a:gd name="connsiteX23" fmla="*/ 1605231 w 4211600"/>
              <a:gd name="connsiteY23" fmla="*/ 1265702 h 1660822"/>
              <a:gd name="connsiteX24" fmla="*/ 1758819 w 4211600"/>
              <a:gd name="connsiteY24" fmla="*/ 1254558 h 1660822"/>
              <a:gd name="connsiteX25" fmla="*/ 2118106 w 4211600"/>
              <a:gd name="connsiteY25" fmla="*/ 1220077 h 1660822"/>
              <a:gd name="connsiteX26" fmla="*/ 2475557 w 4211600"/>
              <a:gd name="connsiteY26" fmla="*/ 1144353 h 1660822"/>
              <a:gd name="connsiteX27" fmla="*/ 2573878 w 4211600"/>
              <a:gd name="connsiteY27" fmla="*/ 1120827 h 1660822"/>
              <a:gd name="connsiteX28" fmla="*/ 2907437 w 4211600"/>
              <a:gd name="connsiteY28" fmla="*/ 1049675 h 1660822"/>
              <a:gd name="connsiteX29" fmla="*/ 3122589 w 4211600"/>
              <a:gd name="connsiteY29" fmla="*/ 1005098 h 1660822"/>
              <a:gd name="connsiteX30" fmla="*/ 3391169 w 4211600"/>
              <a:gd name="connsiteY30" fmla="*/ 935756 h 1660822"/>
              <a:gd name="connsiteX31" fmla="*/ 3642290 w 4211600"/>
              <a:gd name="connsiteY31" fmla="*/ 806216 h 1660822"/>
              <a:gd name="connsiteX32" fmla="*/ 3825937 w 4211600"/>
              <a:gd name="connsiteY32" fmla="*/ 594475 h 1660822"/>
              <a:gd name="connsiteX33" fmla="*/ 3861381 w 4211600"/>
              <a:gd name="connsiteY33" fmla="*/ 544755 h 1660822"/>
              <a:gd name="connsiteX34" fmla="*/ 3950381 w 4211600"/>
              <a:gd name="connsiteY34" fmla="*/ 427978 h 1660822"/>
              <a:gd name="connsiteX35" fmla="*/ 4112370 w 4211600"/>
              <a:gd name="connsiteY35" fmla="*/ 201378 h 1660822"/>
              <a:gd name="connsiteX36" fmla="*/ 4195989 w 4211600"/>
              <a:gd name="connsiteY36" fmla="*/ 33834 h 1660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211600" h="1660822">
                <a:moveTo>
                  <a:pt x="4211600" y="0"/>
                </a:moveTo>
                <a:lnTo>
                  <a:pt x="4211600" y="58430"/>
                </a:lnTo>
                <a:lnTo>
                  <a:pt x="4136524" y="208808"/>
                </a:lnTo>
                <a:cubicBezTo>
                  <a:pt x="4089791" y="287770"/>
                  <a:pt x="4030588" y="363780"/>
                  <a:pt x="3973354" y="437313"/>
                </a:cubicBezTo>
                <a:cubicBezTo>
                  <a:pt x="3943819" y="475222"/>
                  <a:pt x="3913231" y="514465"/>
                  <a:pt x="3884746" y="553613"/>
                </a:cubicBezTo>
                <a:cubicBezTo>
                  <a:pt x="3872801" y="569996"/>
                  <a:pt x="3861119" y="586569"/>
                  <a:pt x="3849435" y="603143"/>
                </a:cubicBezTo>
                <a:cubicBezTo>
                  <a:pt x="3796665" y="678009"/>
                  <a:pt x="3742187" y="755352"/>
                  <a:pt x="3661849" y="819075"/>
                </a:cubicBezTo>
                <a:cubicBezTo>
                  <a:pt x="3596214" y="871176"/>
                  <a:pt x="3509050" y="916230"/>
                  <a:pt x="3402589" y="952996"/>
                </a:cubicBezTo>
                <a:cubicBezTo>
                  <a:pt x="3312406" y="984048"/>
                  <a:pt x="3215660" y="1005003"/>
                  <a:pt x="3130202" y="1023386"/>
                </a:cubicBezTo>
                <a:cubicBezTo>
                  <a:pt x="3058529" y="1038816"/>
                  <a:pt x="2985412" y="1053675"/>
                  <a:pt x="2914657" y="1068058"/>
                </a:cubicBezTo>
                <a:cubicBezTo>
                  <a:pt x="2805176" y="1090251"/>
                  <a:pt x="2692021" y="1113207"/>
                  <a:pt x="2582149" y="1138924"/>
                </a:cubicBezTo>
                <a:cubicBezTo>
                  <a:pt x="2549330" y="1146639"/>
                  <a:pt x="2516644" y="1154450"/>
                  <a:pt x="2483958" y="1162356"/>
                </a:cubicBezTo>
                <a:cubicBezTo>
                  <a:pt x="2367257" y="1190550"/>
                  <a:pt x="2246621" y="1219601"/>
                  <a:pt x="2123750" y="1238651"/>
                </a:cubicBezTo>
                <a:cubicBezTo>
                  <a:pt x="2004294" y="1257129"/>
                  <a:pt x="1880769" y="1265416"/>
                  <a:pt x="1761444" y="1273417"/>
                </a:cubicBezTo>
                <a:cubicBezTo>
                  <a:pt x="1711167" y="1276751"/>
                  <a:pt x="1659184" y="1280275"/>
                  <a:pt x="1608382" y="1284466"/>
                </a:cubicBezTo>
                <a:cubicBezTo>
                  <a:pt x="1408589" y="1300944"/>
                  <a:pt x="1214570" y="1325805"/>
                  <a:pt x="999942" y="1354284"/>
                </a:cubicBezTo>
                <a:cubicBezTo>
                  <a:pt x="826403" y="1377240"/>
                  <a:pt x="647744" y="1400957"/>
                  <a:pt x="484705" y="1450487"/>
                </a:cubicBezTo>
                <a:cubicBezTo>
                  <a:pt x="355831" y="1489635"/>
                  <a:pt x="231387" y="1544374"/>
                  <a:pt x="113310" y="1613700"/>
                </a:cubicBezTo>
                <a:lnTo>
                  <a:pt x="39668" y="1660822"/>
                </a:lnTo>
                <a:lnTo>
                  <a:pt x="0" y="1660822"/>
                </a:lnTo>
                <a:lnTo>
                  <a:pt x="96701" y="1598934"/>
                </a:lnTo>
                <a:cubicBezTo>
                  <a:pt x="216635" y="1528533"/>
                  <a:pt x="343196" y="1472919"/>
                  <a:pt x="474335" y="1433056"/>
                </a:cubicBezTo>
                <a:cubicBezTo>
                  <a:pt x="639999" y="1382669"/>
                  <a:pt x="820102" y="1358856"/>
                  <a:pt x="994299" y="1335806"/>
                </a:cubicBezTo>
                <a:cubicBezTo>
                  <a:pt x="1210239" y="1307231"/>
                  <a:pt x="1404650" y="1282275"/>
                  <a:pt x="1605231" y="1265702"/>
                </a:cubicBezTo>
                <a:cubicBezTo>
                  <a:pt x="1656428" y="1261511"/>
                  <a:pt x="1708411" y="1257987"/>
                  <a:pt x="1758819" y="1254558"/>
                </a:cubicBezTo>
                <a:cubicBezTo>
                  <a:pt x="1877487" y="1246557"/>
                  <a:pt x="2000094" y="1238365"/>
                  <a:pt x="2118106" y="1220077"/>
                </a:cubicBezTo>
                <a:cubicBezTo>
                  <a:pt x="2239531" y="1201313"/>
                  <a:pt x="2359513" y="1172357"/>
                  <a:pt x="2475557" y="1144353"/>
                </a:cubicBezTo>
                <a:cubicBezTo>
                  <a:pt x="2508243" y="1136448"/>
                  <a:pt x="2541060" y="1128542"/>
                  <a:pt x="2573878" y="1120827"/>
                </a:cubicBezTo>
                <a:cubicBezTo>
                  <a:pt x="2684276" y="1094919"/>
                  <a:pt x="2797694" y="1071963"/>
                  <a:pt x="2907437" y="1049675"/>
                </a:cubicBezTo>
                <a:cubicBezTo>
                  <a:pt x="2978061" y="1035387"/>
                  <a:pt x="3051178" y="1020528"/>
                  <a:pt x="3122589" y="1005098"/>
                </a:cubicBezTo>
                <a:cubicBezTo>
                  <a:pt x="3206997" y="986810"/>
                  <a:pt x="3302823" y="966141"/>
                  <a:pt x="3391169" y="935756"/>
                </a:cubicBezTo>
                <a:cubicBezTo>
                  <a:pt x="3494479" y="900132"/>
                  <a:pt x="3578886" y="856508"/>
                  <a:pt x="3642290" y="806216"/>
                </a:cubicBezTo>
                <a:cubicBezTo>
                  <a:pt x="3720133" y="744303"/>
                  <a:pt x="3773953" y="668103"/>
                  <a:pt x="3825937" y="594475"/>
                </a:cubicBezTo>
                <a:cubicBezTo>
                  <a:pt x="3837621" y="577902"/>
                  <a:pt x="3849435" y="561233"/>
                  <a:pt x="3861381" y="544755"/>
                </a:cubicBezTo>
                <a:cubicBezTo>
                  <a:pt x="3889997" y="505416"/>
                  <a:pt x="3920715" y="465983"/>
                  <a:pt x="3950381" y="427978"/>
                </a:cubicBezTo>
                <a:cubicBezTo>
                  <a:pt x="4007353" y="354921"/>
                  <a:pt x="4066163" y="279388"/>
                  <a:pt x="4112370" y="201378"/>
                </a:cubicBezTo>
                <a:cubicBezTo>
                  <a:pt x="4144662" y="146800"/>
                  <a:pt x="4170785" y="89364"/>
                  <a:pt x="4195989" y="3383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06" name="Graphic 141">
            <a:extLst>
              <a:ext uri="{FF2B5EF4-FFF2-40B4-BE49-F238E27FC236}">
                <a16:creationId xmlns:a16="http://schemas.microsoft.com/office/drawing/2014/main" id="{7617011B-4E7B-0540-E469-3C887BEF4C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15178"/>
            <a:ext cx="2198951" cy="3331254"/>
            <a:chOff x="4473129" y="923925"/>
            <a:chExt cx="3308947" cy="5012817"/>
          </a:xfrm>
          <a:noFill/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7B886451-163B-4042-3498-029F28BF1B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85988" y="924020"/>
              <a:ext cx="3296088" cy="5012722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72B44CE0-614F-9D5B-E941-01196B4803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923925"/>
              <a:ext cx="2977477" cy="462714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7BF6431-5FA2-95FD-E3CC-38C0EC612D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94561" y="923925"/>
              <a:ext cx="2356712" cy="4118991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3940E2AA-5CDE-FAD4-77B2-4706583995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923925"/>
              <a:ext cx="2059193" cy="3980116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8A0CA981-2357-E005-54A8-ECB332D3F0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85131" y="1719357"/>
              <a:ext cx="743796" cy="2867501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53778391-A81C-5F2E-3BEF-3B0C71753C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1912731"/>
              <a:ext cx="597294" cy="2543540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18FB3AC7-1307-272F-9CAE-20DB85A820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91417" y="2227197"/>
              <a:ext cx="389425" cy="2011236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07" name="Graphic 157">
            <a:extLst>
              <a:ext uri="{FF2B5EF4-FFF2-40B4-BE49-F238E27FC236}">
                <a16:creationId xmlns:a16="http://schemas.microsoft.com/office/drawing/2014/main" id="{B60DE8AE-3A0F-9C24-114F-161B687F6D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610600" y="3276600"/>
            <a:ext cx="3529260" cy="3581398"/>
            <a:chOff x="4114800" y="1423987"/>
            <a:chExt cx="3961542" cy="4007547"/>
          </a:xfrm>
          <a:noFill/>
        </p:grpSpPr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1F1917AA-2768-2BF9-4860-13DC56FA6C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114800" y="1423987"/>
              <a:ext cx="3946874" cy="3989641"/>
            </a:xfrm>
            <a:custGeom>
              <a:avLst/>
              <a:gdLst>
                <a:gd name="connsiteX0" fmla="*/ 0 w 3946874"/>
                <a:gd name="connsiteY0" fmla="*/ 3989641 h 3989641"/>
                <a:gd name="connsiteX1" fmla="*/ 79439 w 3946874"/>
                <a:gd name="connsiteY1" fmla="*/ 3891153 h 3989641"/>
                <a:gd name="connsiteX2" fmla="*/ 297371 w 3946874"/>
                <a:gd name="connsiteY2" fmla="*/ 3626930 h 3989641"/>
                <a:gd name="connsiteX3" fmla="*/ 454343 w 3946874"/>
                <a:gd name="connsiteY3" fmla="*/ 3440335 h 3989641"/>
                <a:gd name="connsiteX4" fmla="*/ 622363 w 3946874"/>
                <a:gd name="connsiteY4" fmla="*/ 3290697 h 3989641"/>
                <a:gd name="connsiteX5" fmla="*/ 927068 w 3946874"/>
                <a:gd name="connsiteY5" fmla="*/ 3087434 h 3989641"/>
                <a:gd name="connsiteX6" fmla="*/ 1176338 w 3946874"/>
                <a:gd name="connsiteY6" fmla="*/ 2915603 h 3989641"/>
                <a:gd name="connsiteX7" fmla="*/ 1394270 w 3946874"/>
                <a:gd name="connsiteY7" fmla="*/ 2780729 h 3989641"/>
                <a:gd name="connsiteX8" fmla="*/ 1601057 w 3946874"/>
                <a:gd name="connsiteY8" fmla="*/ 2723483 h 3989641"/>
                <a:gd name="connsiteX9" fmla="*/ 1756220 w 3946874"/>
                <a:gd name="connsiteY9" fmla="*/ 2743772 h 3989641"/>
                <a:gd name="connsiteX10" fmla="*/ 1889189 w 3946874"/>
                <a:gd name="connsiteY10" fmla="*/ 2765965 h 3989641"/>
                <a:gd name="connsiteX11" fmla="*/ 2007394 w 3946874"/>
                <a:gd name="connsiteY11" fmla="*/ 2765965 h 3989641"/>
                <a:gd name="connsiteX12" fmla="*/ 2184654 w 3946874"/>
                <a:gd name="connsiteY12" fmla="*/ 2671763 h 3989641"/>
                <a:gd name="connsiteX13" fmla="*/ 2372773 w 3946874"/>
                <a:gd name="connsiteY13" fmla="*/ 2538984 h 3989641"/>
                <a:gd name="connsiteX14" fmla="*/ 2439543 w 3946874"/>
                <a:gd name="connsiteY14" fmla="*/ 2510504 h 3989641"/>
                <a:gd name="connsiteX15" fmla="*/ 2650617 w 3946874"/>
                <a:gd name="connsiteY15" fmla="*/ 2434781 h 3989641"/>
                <a:gd name="connsiteX16" fmla="*/ 2785110 w 3946874"/>
                <a:gd name="connsiteY16" fmla="*/ 2383060 h 3989641"/>
                <a:gd name="connsiteX17" fmla="*/ 2897315 w 3946874"/>
                <a:gd name="connsiteY17" fmla="*/ 2318861 h 3989641"/>
                <a:gd name="connsiteX18" fmla="*/ 2997994 w 3946874"/>
                <a:gd name="connsiteY18" fmla="*/ 2226183 h 3989641"/>
                <a:gd name="connsiteX19" fmla="*/ 3061240 w 3946874"/>
                <a:gd name="connsiteY19" fmla="*/ 2141506 h 3989641"/>
                <a:gd name="connsiteX20" fmla="*/ 3152108 w 3946874"/>
                <a:gd name="connsiteY20" fmla="*/ 2005203 h 3989641"/>
                <a:gd name="connsiteX21" fmla="*/ 3274124 w 3946874"/>
                <a:gd name="connsiteY21" fmla="*/ 1871567 h 3989641"/>
                <a:gd name="connsiteX22" fmla="*/ 3388138 w 3946874"/>
                <a:gd name="connsiteY22" fmla="*/ 1770888 h 3989641"/>
                <a:gd name="connsiteX23" fmla="*/ 3466529 w 3946874"/>
                <a:gd name="connsiteY23" fmla="*/ 1679162 h 3989641"/>
                <a:gd name="connsiteX24" fmla="*/ 3538633 w 3946874"/>
                <a:gd name="connsiteY24" fmla="*/ 1551718 h 3989641"/>
                <a:gd name="connsiteX25" fmla="*/ 3588544 w 3946874"/>
                <a:gd name="connsiteY25" fmla="*/ 1376172 h 3989641"/>
                <a:gd name="connsiteX26" fmla="*/ 3597402 w 3946874"/>
                <a:gd name="connsiteY26" fmla="*/ 1293305 h 3989641"/>
                <a:gd name="connsiteX27" fmla="*/ 3721227 w 3946874"/>
                <a:gd name="connsiteY27" fmla="*/ 880491 h 3989641"/>
                <a:gd name="connsiteX28" fmla="*/ 3761137 w 3946874"/>
                <a:gd name="connsiteY28" fmla="*/ 463677 h 3989641"/>
                <a:gd name="connsiteX29" fmla="*/ 3946874 w 3946874"/>
                <a:gd name="connsiteY29" fmla="*/ 0 h 3989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946874" h="3989641">
                  <a:moveTo>
                    <a:pt x="0" y="3989641"/>
                  </a:moveTo>
                  <a:cubicBezTo>
                    <a:pt x="19050" y="3957257"/>
                    <a:pt x="50959" y="3916013"/>
                    <a:pt x="79439" y="3891153"/>
                  </a:cubicBezTo>
                  <a:cubicBezTo>
                    <a:pt x="165544" y="3815906"/>
                    <a:pt x="227933" y="3717989"/>
                    <a:pt x="297371" y="3626930"/>
                  </a:cubicBezTo>
                  <a:cubicBezTo>
                    <a:pt x="346615" y="3562255"/>
                    <a:pt x="398050" y="3499009"/>
                    <a:pt x="454343" y="3440335"/>
                  </a:cubicBezTo>
                  <a:cubicBezTo>
                    <a:pt x="506349" y="3386042"/>
                    <a:pt x="562642" y="3336227"/>
                    <a:pt x="622363" y="3290697"/>
                  </a:cubicBezTo>
                  <a:cubicBezTo>
                    <a:pt x="719519" y="3216688"/>
                    <a:pt x="824960" y="3154585"/>
                    <a:pt x="927068" y="3087434"/>
                  </a:cubicBezTo>
                  <a:cubicBezTo>
                    <a:pt x="1011365" y="3031998"/>
                    <a:pt x="1093565" y="2973324"/>
                    <a:pt x="1176338" y="2915603"/>
                  </a:cubicBezTo>
                  <a:cubicBezTo>
                    <a:pt x="1246537" y="2866644"/>
                    <a:pt x="1317308" y="2818066"/>
                    <a:pt x="1394270" y="2780729"/>
                  </a:cubicBezTo>
                  <a:cubicBezTo>
                    <a:pt x="1459421" y="2749106"/>
                    <a:pt x="1528763" y="2724436"/>
                    <a:pt x="1601057" y="2723483"/>
                  </a:cubicBezTo>
                  <a:cubicBezTo>
                    <a:pt x="1653350" y="2722721"/>
                    <a:pt x="1704785" y="2733485"/>
                    <a:pt x="1756220" y="2743772"/>
                  </a:cubicBezTo>
                  <a:cubicBezTo>
                    <a:pt x="1800320" y="2752630"/>
                    <a:pt x="1844612" y="2760250"/>
                    <a:pt x="1889189" y="2765965"/>
                  </a:cubicBezTo>
                  <a:cubicBezTo>
                    <a:pt x="1928622" y="2771013"/>
                    <a:pt x="1968437" y="2773299"/>
                    <a:pt x="2007394" y="2765965"/>
                  </a:cubicBezTo>
                  <a:cubicBezTo>
                    <a:pt x="2073878" y="2753487"/>
                    <a:pt x="2130647" y="2712911"/>
                    <a:pt x="2184654" y="2671763"/>
                  </a:cubicBezTo>
                  <a:cubicBezTo>
                    <a:pt x="2245900" y="2625090"/>
                    <a:pt x="2304002" y="2573465"/>
                    <a:pt x="2372773" y="2538984"/>
                  </a:cubicBezTo>
                  <a:cubicBezTo>
                    <a:pt x="2394395" y="2528126"/>
                    <a:pt x="2416874" y="2518982"/>
                    <a:pt x="2439543" y="2510504"/>
                  </a:cubicBezTo>
                  <a:cubicBezTo>
                    <a:pt x="2509552" y="2484215"/>
                    <a:pt x="2580037" y="2459450"/>
                    <a:pt x="2650617" y="2434781"/>
                  </a:cubicBezTo>
                  <a:cubicBezTo>
                    <a:pt x="2695956" y="2418874"/>
                    <a:pt x="2741295" y="2402872"/>
                    <a:pt x="2785110" y="2383060"/>
                  </a:cubicBezTo>
                  <a:cubicBezTo>
                    <a:pt x="2824448" y="2365248"/>
                    <a:pt x="2862358" y="2344198"/>
                    <a:pt x="2897315" y="2318861"/>
                  </a:cubicBezTo>
                  <a:cubicBezTo>
                    <a:pt x="2934367" y="2292096"/>
                    <a:pt x="2968085" y="2260854"/>
                    <a:pt x="2997994" y="2226183"/>
                  </a:cubicBezTo>
                  <a:cubicBezTo>
                    <a:pt x="3020949" y="2199513"/>
                    <a:pt x="3041714" y="2170938"/>
                    <a:pt x="3061240" y="2141506"/>
                  </a:cubicBezTo>
                  <a:cubicBezTo>
                    <a:pt x="3091529" y="2095976"/>
                    <a:pt x="3119533" y="2049018"/>
                    <a:pt x="3152108" y="2005203"/>
                  </a:cubicBezTo>
                  <a:cubicBezTo>
                    <a:pt x="3188113" y="1956626"/>
                    <a:pt x="3229261" y="1912144"/>
                    <a:pt x="3274124" y="1871567"/>
                  </a:cubicBezTo>
                  <a:cubicBezTo>
                    <a:pt x="3311747" y="1837563"/>
                    <a:pt x="3351848" y="1806321"/>
                    <a:pt x="3388138" y="1770888"/>
                  </a:cubicBezTo>
                  <a:cubicBezTo>
                    <a:pt x="3416999" y="1742694"/>
                    <a:pt x="3443002" y="1711833"/>
                    <a:pt x="3466529" y="1679162"/>
                  </a:cubicBezTo>
                  <a:cubicBezTo>
                    <a:pt x="3495008" y="1639348"/>
                    <a:pt x="3519392" y="1596771"/>
                    <a:pt x="3538633" y="1551718"/>
                  </a:cubicBezTo>
                  <a:cubicBezTo>
                    <a:pt x="3562731" y="1495616"/>
                    <a:pt x="3578924" y="1436465"/>
                    <a:pt x="3588544" y="1376172"/>
                  </a:cubicBezTo>
                  <a:cubicBezTo>
                    <a:pt x="3592925" y="1348740"/>
                    <a:pt x="3595688" y="1321022"/>
                    <a:pt x="3597402" y="1293305"/>
                  </a:cubicBezTo>
                  <a:cubicBezTo>
                    <a:pt x="3605974" y="1155859"/>
                    <a:pt x="3717703" y="1018127"/>
                    <a:pt x="3721227" y="880491"/>
                  </a:cubicBezTo>
                  <a:cubicBezTo>
                    <a:pt x="3724751" y="740855"/>
                    <a:pt x="3743135" y="602171"/>
                    <a:pt x="3761137" y="463677"/>
                  </a:cubicBezTo>
                  <a:cubicBezTo>
                    <a:pt x="3776186" y="347758"/>
                    <a:pt x="3934968" y="116205"/>
                    <a:pt x="3946874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D69BA4E1-8D08-1CA9-6E6A-D891F30941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95978" y="2441733"/>
              <a:ext cx="3665410" cy="2985611"/>
            </a:xfrm>
            <a:custGeom>
              <a:avLst/>
              <a:gdLst>
                <a:gd name="connsiteX0" fmla="*/ 0 w 3665410"/>
                <a:gd name="connsiteY0" fmla="*/ 2985611 h 2985611"/>
                <a:gd name="connsiteX1" fmla="*/ 166211 w 3665410"/>
                <a:gd name="connsiteY1" fmla="*/ 2699766 h 2985611"/>
                <a:gd name="connsiteX2" fmla="*/ 397002 w 3665410"/>
                <a:gd name="connsiteY2" fmla="*/ 2414969 h 2985611"/>
                <a:gd name="connsiteX3" fmla="*/ 620173 w 3665410"/>
                <a:gd name="connsiteY3" fmla="*/ 2237899 h 2985611"/>
                <a:gd name="connsiteX4" fmla="*/ 823341 w 3665410"/>
                <a:gd name="connsiteY4" fmla="*/ 2085499 h 2985611"/>
                <a:gd name="connsiteX5" fmla="*/ 1089565 w 3665410"/>
                <a:gd name="connsiteY5" fmla="*/ 1911477 h 2985611"/>
                <a:gd name="connsiteX6" fmla="*/ 1145000 w 3665410"/>
                <a:gd name="connsiteY6" fmla="*/ 1886807 h 2985611"/>
                <a:gd name="connsiteX7" fmla="*/ 1375791 w 3665410"/>
                <a:gd name="connsiteY7" fmla="*/ 1842135 h 2985611"/>
                <a:gd name="connsiteX8" fmla="*/ 1486567 w 3665410"/>
                <a:gd name="connsiteY8" fmla="*/ 1857566 h 2985611"/>
                <a:gd name="connsiteX9" fmla="*/ 1568101 w 3665410"/>
                <a:gd name="connsiteY9" fmla="*/ 1871377 h 2985611"/>
                <a:gd name="connsiteX10" fmla="*/ 1810607 w 3665410"/>
                <a:gd name="connsiteY10" fmla="*/ 1871377 h 2985611"/>
                <a:gd name="connsiteX11" fmla="*/ 1997964 w 3665410"/>
                <a:gd name="connsiteY11" fmla="*/ 1790605 h 2985611"/>
                <a:gd name="connsiteX12" fmla="*/ 2109883 w 3665410"/>
                <a:gd name="connsiteY12" fmla="*/ 1702784 h 2985611"/>
                <a:gd name="connsiteX13" fmla="*/ 2321433 w 3665410"/>
                <a:gd name="connsiteY13" fmla="*/ 1552384 h 2985611"/>
                <a:gd name="connsiteX14" fmla="*/ 2558891 w 3665410"/>
                <a:gd name="connsiteY14" fmla="*/ 1453420 h 2985611"/>
                <a:gd name="connsiteX15" fmla="*/ 2709767 w 3665410"/>
                <a:gd name="connsiteY15" fmla="*/ 1377887 h 2985611"/>
                <a:gd name="connsiteX16" fmla="*/ 2885408 w 3665410"/>
                <a:gd name="connsiteY16" fmla="*/ 1237393 h 2985611"/>
                <a:gd name="connsiteX17" fmla="*/ 3017711 w 3665410"/>
                <a:gd name="connsiteY17" fmla="*/ 1072229 h 2985611"/>
                <a:gd name="connsiteX18" fmla="*/ 3150680 w 3665410"/>
                <a:gd name="connsiteY18" fmla="*/ 921830 h 2985611"/>
                <a:gd name="connsiteX19" fmla="*/ 3255169 w 3665410"/>
                <a:gd name="connsiteY19" fmla="*/ 801815 h 2985611"/>
                <a:gd name="connsiteX20" fmla="*/ 3339275 w 3665410"/>
                <a:gd name="connsiteY20" fmla="*/ 694182 h 2985611"/>
                <a:gd name="connsiteX21" fmla="*/ 3409188 w 3665410"/>
                <a:gd name="connsiteY21" fmla="*/ 546926 h 2985611"/>
                <a:gd name="connsiteX22" fmla="*/ 3464243 w 3665410"/>
                <a:gd name="connsiteY22" fmla="*/ 347663 h 2985611"/>
                <a:gd name="connsiteX23" fmla="*/ 3665411 w 3665410"/>
                <a:gd name="connsiteY23" fmla="*/ 0 h 29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665410" h="2985611">
                  <a:moveTo>
                    <a:pt x="0" y="2985611"/>
                  </a:moveTo>
                  <a:cubicBezTo>
                    <a:pt x="0" y="2985611"/>
                    <a:pt x="86773" y="2802827"/>
                    <a:pt x="166211" y="2699766"/>
                  </a:cubicBezTo>
                  <a:cubicBezTo>
                    <a:pt x="240983" y="2602706"/>
                    <a:pt x="309182" y="2500122"/>
                    <a:pt x="397002" y="2414969"/>
                  </a:cubicBezTo>
                  <a:cubicBezTo>
                    <a:pt x="465296" y="2348865"/>
                    <a:pt x="543592" y="2294477"/>
                    <a:pt x="620173" y="2237899"/>
                  </a:cubicBezTo>
                  <a:cubicBezTo>
                    <a:pt x="688277" y="2187607"/>
                    <a:pt x="755333" y="2135886"/>
                    <a:pt x="823341" y="2085499"/>
                  </a:cubicBezTo>
                  <a:cubicBezTo>
                    <a:pt x="908685" y="2022253"/>
                    <a:pt x="994791" y="1959197"/>
                    <a:pt x="1089565" y="1911477"/>
                  </a:cubicBezTo>
                  <a:cubicBezTo>
                    <a:pt x="1107662" y="1902428"/>
                    <a:pt x="1126141" y="1894141"/>
                    <a:pt x="1145000" y="1886807"/>
                  </a:cubicBezTo>
                  <a:cubicBezTo>
                    <a:pt x="1218819" y="1858232"/>
                    <a:pt x="1296924" y="1838611"/>
                    <a:pt x="1375791" y="1842135"/>
                  </a:cubicBezTo>
                  <a:cubicBezTo>
                    <a:pt x="1413129" y="1843754"/>
                    <a:pt x="1449896" y="1850422"/>
                    <a:pt x="1486567" y="1857566"/>
                  </a:cubicBezTo>
                  <a:cubicBezTo>
                    <a:pt x="1513618" y="1862804"/>
                    <a:pt x="1540859" y="1867376"/>
                    <a:pt x="1568101" y="1871377"/>
                  </a:cubicBezTo>
                  <a:cubicBezTo>
                    <a:pt x="1648778" y="1883188"/>
                    <a:pt x="1730978" y="1887665"/>
                    <a:pt x="1810607" y="1871377"/>
                  </a:cubicBezTo>
                  <a:cubicBezTo>
                    <a:pt x="1877854" y="1857661"/>
                    <a:pt x="1941100" y="1829086"/>
                    <a:pt x="1997964" y="1790605"/>
                  </a:cubicBezTo>
                  <a:cubicBezTo>
                    <a:pt x="2037302" y="1764030"/>
                    <a:pt x="2073497" y="1733264"/>
                    <a:pt x="2109883" y="1702784"/>
                  </a:cubicBezTo>
                  <a:cubicBezTo>
                    <a:pt x="2176367" y="1647063"/>
                    <a:pt x="2244852" y="1593151"/>
                    <a:pt x="2321433" y="1552384"/>
                  </a:cubicBezTo>
                  <a:cubicBezTo>
                    <a:pt x="2397157" y="1512094"/>
                    <a:pt x="2479548" y="1486281"/>
                    <a:pt x="2558891" y="1453420"/>
                  </a:cubicBezTo>
                  <a:cubicBezTo>
                    <a:pt x="2610898" y="1431798"/>
                    <a:pt x="2661571" y="1407033"/>
                    <a:pt x="2709767" y="1377887"/>
                  </a:cubicBezTo>
                  <a:cubicBezTo>
                    <a:pt x="2774252" y="1338929"/>
                    <a:pt x="2834069" y="1292447"/>
                    <a:pt x="2885408" y="1237393"/>
                  </a:cubicBezTo>
                  <a:cubicBezTo>
                    <a:pt x="2933605" y="1185767"/>
                    <a:pt x="2973324" y="1127093"/>
                    <a:pt x="3017711" y="1072229"/>
                  </a:cubicBezTo>
                  <a:cubicBezTo>
                    <a:pt x="3059811" y="1020223"/>
                    <a:pt x="3105912" y="971645"/>
                    <a:pt x="3150680" y="921830"/>
                  </a:cubicBezTo>
                  <a:cubicBezTo>
                    <a:pt x="3186113" y="882396"/>
                    <a:pt x="3220593" y="842010"/>
                    <a:pt x="3255169" y="801815"/>
                  </a:cubicBezTo>
                  <a:cubicBezTo>
                    <a:pt x="3284887" y="767239"/>
                    <a:pt x="3314605" y="732473"/>
                    <a:pt x="3339275" y="694182"/>
                  </a:cubicBezTo>
                  <a:cubicBezTo>
                    <a:pt x="3368707" y="648367"/>
                    <a:pt x="3390138" y="597980"/>
                    <a:pt x="3409188" y="546926"/>
                  </a:cubicBezTo>
                  <a:cubicBezTo>
                    <a:pt x="3433382" y="482156"/>
                    <a:pt x="3453384" y="415861"/>
                    <a:pt x="3464243" y="347663"/>
                  </a:cubicBezTo>
                  <a:cubicBezTo>
                    <a:pt x="3476244" y="272224"/>
                    <a:pt x="3661696" y="76295"/>
                    <a:pt x="366541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BA26A340-512C-984B-8923-FA9F999BC5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90402" y="5229700"/>
              <a:ext cx="285940" cy="199072"/>
            </a:xfrm>
            <a:custGeom>
              <a:avLst/>
              <a:gdLst>
                <a:gd name="connsiteX0" fmla="*/ 0 w 285940"/>
                <a:gd name="connsiteY0" fmla="*/ 199073 h 199072"/>
                <a:gd name="connsiteX1" fmla="*/ 285940 w 285940"/>
                <a:gd name="connsiteY1" fmla="*/ 0 h 199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85940" h="199072">
                  <a:moveTo>
                    <a:pt x="0" y="199073"/>
                  </a:moveTo>
                  <a:cubicBezTo>
                    <a:pt x="0" y="199073"/>
                    <a:pt x="242125" y="39243"/>
                    <a:pt x="28594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5DE07CC8-220F-2242-675E-EDF0AE263B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393114" y="5049773"/>
              <a:ext cx="655796" cy="381190"/>
            </a:xfrm>
            <a:custGeom>
              <a:avLst/>
              <a:gdLst>
                <a:gd name="connsiteX0" fmla="*/ 0 w 655796"/>
                <a:gd name="connsiteY0" fmla="*/ 381190 h 381190"/>
                <a:gd name="connsiteX1" fmla="*/ 655796 w 655796"/>
                <a:gd name="connsiteY1" fmla="*/ 0 h 381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5796" h="381190">
                  <a:moveTo>
                    <a:pt x="0" y="381190"/>
                  </a:moveTo>
                  <a:cubicBezTo>
                    <a:pt x="0" y="381190"/>
                    <a:pt x="461105" y="172117"/>
                    <a:pt x="65579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26419389-EC4A-D8B0-4537-6BB292D875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154072" y="3867816"/>
              <a:ext cx="2907315" cy="1544764"/>
            </a:xfrm>
            <a:custGeom>
              <a:avLst/>
              <a:gdLst>
                <a:gd name="connsiteX0" fmla="*/ 0 w 2907315"/>
                <a:gd name="connsiteY0" fmla="*/ 1544764 h 1544764"/>
                <a:gd name="connsiteX1" fmla="*/ 201644 w 2907315"/>
                <a:gd name="connsiteY1" fmla="*/ 1352550 h 1544764"/>
                <a:gd name="connsiteX2" fmla="*/ 423196 w 2907315"/>
                <a:gd name="connsiteY2" fmla="*/ 1196054 h 1544764"/>
                <a:gd name="connsiteX3" fmla="*/ 782193 w 2907315"/>
                <a:gd name="connsiteY3" fmla="*/ 1099947 h 1544764"/>
                <a:gd name="connsiteX4" fmla="*/ 1052513 w 2907315"/>
                <a:gd name="connsiteY4" fmla="*/ 1042321 h 1544764"/>
                <a:gd name="connsiteX5" fmla="*/ 1311783 w 2907315"/>
                <a:gd name="connsiteY5" fmla="*/ 1056037 h 1544764"/>
                <a:gd name="connsiteX6" fmla="*/ 1484662 w 2907315"/>
                <a:gd name="connsiteY6" fmla="*/ 1083469 h 1544764"/>
                <a:gd name="connsiteX7" fmla="*/ 1788224 w 2907315"/>
                <a:gd name="connsiteY7" fmla="*/ 1023080 h 1544764"/>
                <a:gd name="connsiteX8" fmla="*/ 2269045 w 2907315"/>
                <a:gd name="connsiteY8" fmla="*/ 734758 h 1544764"/>
                <a:gd name="connsiteX9" fmla="*/ 2534984 w 2907315"/>
                <a:gd name="connsiteY9" fmla="*/ 572738 h 1544764"/>
                <a:gd name="connsiteX10" fmla="*/ 2907316 w 2907315"/>
                <a:gd name="connsiteY10" fmla="*/ 0 h 1544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7315" h="1544764">
                  <a:moveTo>
                    <a:pt x="0" y="1544764"/>
                  </a:moveTo>
                  <a:cubicBezTo>
                    <a:pt x="0" y="1544764"/>
                    <a:pt x="98012" y="1443990"/>
                    <a:pt x="201644" y="1352550"/>
                  </a:cubicBezTo>
                  <a:cubicBezTo>
                    <a:pt x="271272" y="1291209"/>
                    <a:pt x="343662" y="1234249"/>
                    <a:pt x="423196" y="1196054"/>
                  </a:cubicBezTo>
                  <a:cubicBezTo>
                    <a:pt x="537591" y="1141095"/>
                    <a:pt x="661226" y="1127189"/>
                    <a:pt x="782193" y="1099947"/>
                  </a:cubicBezTo>
                  <a:cubicBezTo>
                    <a:pt x="872300" y="1079659"/>
                    <a:pt x="961358" y="1051370"/>
                    <a:pt x="1052513" y="1042321"/>
                  </a:cubicBezTo>
                  <a:cubicBezTo>
                    <a:pt x="1139000" y="1033653"/>
                    <a:pt x="1225868" y="1040321"/>
                    <a:pt x="1311783" y="1056037"/>
                  </a:cubicBezTo>
                  <a:cubicBezTo>
                    <a:pt x="1369314" y="1066609"/>
                    <a:pt x="1426559" y="1079373"/>
                    <a:pt x="1484662" y="1083469"/>
                  </a:cubicBezTo>
                  <a:cubicBezTo>
                    <a:pt x="1587913" y="1090803"/>
                    <a:pt x="1690402" y="1064800"/>
                    <a:pt x="1788224" y="1023080"/>
                  </a:cubicBezTo>
                  <a:cubicBezTo>
                    <a:pt x="1956721" y="951262"/>
                    <a:pt x="2106549" y="825722"/>
                    <a:pt x="2269045" y="734758"/>
                  </a:cubicBezTo>
                  <a:cubicBezTo>
                    <a:pt x="2359438" y="684181"/>
                    <a:pt x="2452497" y="640556"/>
                    <a:pt x="2534984" y="572738"/>
                  </a:cubicBezTo>
                  <a:cubicBezTo>
                    <a:pt x="2673001" y="459391"/>
                    <a:pt x="2847023" y="191453"/>
                    <a:pt x="290731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8894E351-7662-103A-132A-4A5FEE8AC3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07946" y="3479100"/>
              <a:ext cx="3168300" cy="1952434"/>
            </a:xfrm>
            <a:custGeom>
              <a:avLst/>
              <a:gdLst>
                <a:gd name="connsiteX0" fmla="*/ 0 w 3168300"/>
                <a:gd name="connsiteY0" fmla="*/ 1952435 h 1952434"/>
                <a:gd name="connsiteX1" fmla="*/ 202121 w 3168300"/>
                <a:gd name="connsiteY1" fmla="*/ 1687068 h 1952434"/>
                <a:gd name="connsiteX2" fmla="*/ 545116 w 3168300"/>
                <a:gd name="connsiteY2" fmla="*/ 1450277 h 1952434"/>
                <a:gd name="connsiteX3" fmla="*/ 906780 w 3168300"/>
                <a:gd name="connsiteY3" fmla="*/ 1354455 h 1952434"/>
                <a:gd name="connsiteX4" fmla="*/ 1332262 w 3168300"/>
                <a:gd name="connsiteY4" fmla="*/ 1285304 h 1952434"/>
                <a:gd name="connsiteX5" fmla="*/ 1691259 w 3168300"/>
                <a:gd name="connsiteY5" fmla="*/ 1240060 h 1952434"/>
                <a:gd name="connsiteX6" fmla="*/ 2010346 w 3168300"/>
                <a:gd name="connsiteY6" fmla="*/ 1141667 h 1952434"/>
                <a:gd name="connsiteX7" fmla="*/ 2393252 w 3168300"/>
                <a:gd name="connsiteY7" fmla="*/ 1027271 h 1952434"/>
                <a:gd name="connsiteX8" fmla="*/ 2582037 w 3168300"/>
                <a:gd name="connsiteY8" fmla="*/ 958120 h 1952434"/>
                <a:gd name="connsiteX9" fmla="*/ 2760155 w 3168300"/>
                <a:gd name="connsiteY9" fmla="*/ 827723 h 1952434"/>
                <a:gd name="connsiteX10" fmla="*/ 2914364 w 3168300"/>
                <a:gd name="connsiteY10" fmla="*/ 567023 h 1952434"/>
                <a:gd name="connsiteX11" fmla="*/ 3168301 w 3168300"/>
                <a:gd name="connsiteY11" fmla="*/ 0 h 1952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68300" h="1952434">
                  <a:moveTo>
                    <a:pt x="0" y="1952435"/>
                  </a:moveTo>
                  <a:cubicBezTo>
                    <a:pt x="0" y="1952435"/>
                    <a:pt x="91059" y="1796415"/>
                    <a:pt x="202121" y="1687068"/>
                  </a:cubicBezTo>
                  <a:cubicBezTo>
                    <a:pt x="301943" y="1588675"/>
                    <a:pt x="416528" y="1505617"/>
                    <a:pt x="545116" y="1450277"/>
                  </a:cubicBezTo>
                  <a:cubicBezTo>
                    <a:pt x="659987" y="1400747"/>
                    <a:pt x="783622" y="1377601"/>
                    <a:pt x="906780" y="1354455"/>
                  </a:cubicBezTo>
                  <a:cubicBezTo>
                    <a:pt x="1048036" y="1327976"/>
                    <a:pt x="1189482" y="1301972"/>
                    <a:pt x="1332262" y="1285304"/>
                  </a:cubicBezTo>
                  <a:cubicBezTo>
                    <a:pt x="1452182" y="1271302"/>
                    <a:pt x="1573340" y="1265873"/>
                    <a:pt x="1691259" y="1240060"/>
                  </a:cubicBezTo>
                  <a:cubicBezTo>
                    <a:pt x="1800035" y="1216247"/>
                    <a:pt x="1904619" y="1176718"/>
                    <a:pt x="2010346" y="1141667"/>
                  </a:cubicBezTo>
                  <a:cubicBezTo>
                    <a:pt x="2136743" y="1099661"/>
                    <a:pt x="2265902" y="1066229"/>
                    <a:pt x="2393252" y="1027271"/>
                  </a:cubicBezTo>
                  <a:cubicBezTo>
                    <a:pt x="2457450" y="1007650"/>
                    <a:pt x="2521744" y="987552"/>
                    <a:pt x="2582037" y="958120"/>
                  </a:cubicBezTo>
                  <a:cubicBezTo>
                    <a:pt x="2648807" y="925449"/>
                    <a:pt x="2710815" y="883349"/>
                    <a:pt x="2760155" y="827723"/>
                  </a:cubicBezTo>
                  <a:cubicBezTo>
                    <a:pt x="2827496" y="751904"/>
                    <a:pt x="2867978" y="657511"/>
                    <a:pt x="2914364" y="567023"/>
                  </a:cubicBezTo>
                  <a:cubicBezTo>
                    <a:pt x="2972753" y="453200"/>
                    <a:pt x="3119152" y="118015"/>
                    <a:pt x="316830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937BD2F7-A33D-FD29-39E4-4C5F16F920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04778" y="2976752"/>
              <a:ext cx="3356800" cy="2452020"/>
            </a:xfrm>
            <a:custGeom>
              <a:avLst/>
              <a:gdLst>
                <a:gd name="connsiteX0" fmla="*/ 0 w 3356800"/>
                <a:gd name="connsiteY0" fmla="*/ 2452021 h 2452020"/>
                <a:gd name="connsiteX1" fmla="*/ 130874 w 3356800"/>
                <a:gd name="connsiteY1" fmla="*/ 2247710 h 2452020"/>
                <a:gd name="connsiteX2" fmla="*/ 437197 w 3356800"/>
                <a:gd name="connsiteY2" fmla="*/ 1941195 h 2452020"/>
                <a:gd name="connsiteX3" fmla="*/ 737140 w 3356800"/>
                <a:gd name="connsiteY3" fmla="*/ 1736884 h 2452020"/>
                <a:gd name="connsiteX4" fmla="*/ 1031843 w 3356800"/>
                <a:gd name="connsiteY4" fmla="*/ 1685068 h 2452020"/>
                <a:gd name="connsiteX5" fmla="*/ 1287304 w 3356800"/>
                <a:gd name="connsiteY5" fmla="*/ 1655826 h 2452020"/>
                <a:gd name="connsiteX6" fmla="*/ 1471994 w 3356800"/>
                <a:gd name="connsiteY6" fmla="*/ 1634300 h 2452020"/>
                <a:gd name="connsiteX7" fmla="*/ 1898237 w 3356800"/>
                <a:gd name="connsiteY7" fmla="*/ 1512665 h 2452020"/>
                <a:gd name="connsiteX8" fmla="*/ 2229136 w 3356800"/>
                <a:gd name="connsiteY8" fmla="*/ 1355598 h 2452020"/>
                <a:gd name="connsiteX9" fmla="*/ 2512314 w 3356800"/>
                <a:gd name="connsiteY9" fmla="*/ 1238631 h 2452020"/>
                <a:gd name="connsiteX10" fmla="*/ 2758535 w 3356800"/>
                <a:gd name="connsiteY10" fmla="*/ 1096994 h 2452020"/>
                <a:gd name="connsiteX11" fmla="*/ 2935510 w 3356800"/>
                <a:gd name="connsiteY11" fmla="*/ 919925 h 2452020"/>
                <a:gd name="connsiteX12" fmla="*/ 3081719 w 3356800"/>
                <a:gd name="connsiteY12" fmla="*/ 687419 h 2452020"/>
                <a:gd name="connsiteX13" fmla="*/ 3356800 w 3356800"/>
                <a:gd name="connsiteY13" fmla="*/ 0 h 2452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356800" h="2452020">
                  <a:moveTo>
                    <a:pt x="0" y="2452021"/>
                  </a:moveTo>
                  <a:cubicBezTo>
                    <a:pt x="0" y="2452021"/>
                    <a:pt x="57150" y="2344198"/>
                    <a:pt x="130874" y="2247710"/>
                  </a:cubicBezTo>
                  <a:cubicBezTo>
                    <a:pt x="218694" y="2132648"/>
                    <a:pt x="328136" y="2036635"/>
                    <a:pt x="437197" y="1941195"/>
                  </a:cubicBezTo>
                  <a:cubicBezTo>
                    <a:pt x="529304" y="1860709"/>
                    <a:pt x="623030" y="1779556"/>
                    <a:pt x="737140" y="1736884"/>
                  </a:cubicBezTo>
                  <a:cubicBezTo>
                    <a:pt x="830866" y="1701736"/>
                    <a:pt x="932021" y="1695450"/>
                    <a:pt x="1031843" y="1685068"/>
                  </a:cubicBezTo>
                  <a:cubicBezTo>
                    <a:pt x="1117092" y="1676210"/>
                    <a:pt x="1202055" y="1665160"/>
                    <a:pt x="1287304" y="1655826"/>
                  </a:cubicBezTo>
                  <a:cubicBezTo>
                    <a:pt x="1348931" y="1649063"/>
                    <a:pt x="1410653" y="1643539"/>
                    <a:pt x="1471994" y="1634300"/>
                  </a:cubicBezTo>
                  <a:cubicBezTo>
                    <a:pt x="1618679" y="1612011"/>
                    <a:pt x="1761935" y="1571149"/>
                    <a:pt x="1898237" y="1512665"/>
                  </a:cubicBezTo>
                  <a:cubicBezTo>
                    <a:pt x="2010442" y="1464564"/>
                    <a:pt x="2117503" y="1405128"/>
                    <a:pt x="2229136" y="1355598"/>
                  </a:cubicBezTo>
                  <a:cubicBezTo>
                    <a:pt x="2322481" y="1314164"/>
                    <a:pt x="2418969" y="1280160"/>
                    <a:pt x="2512314" y="1238631"/>
                  </a:cubicBezTo>
                  <a:cubicBezTo>
                    <a:pt x="2599087" y="1199960"/>
                    <a:pt x="2683193" y="1154811"/>
                    <a:pt x="2758535" y="1096994"/>
                  </a:cubicBezTo>
                  <a:cubicBezTo>
                    <a:pt x="2825020" y="1046035"/>
                    <a:pt x="2883789" y="985837"/>
                    <a:pt x="2935510" y="919925"/>
                  </a:cubicBezTo>
                  <a:cubicBezTo>
                    <a:pt x="2992184" y="847725"/>
                    <a:pt x="3039904" y="769144"/>
                    <a:pt x="3081719" y="687419"/>
                  </a:cubicBezTo>
                  <a:cubicBezTo>
                    <a:pt x="3138297" y="576739"/>
                    <a:pt x="3314129" y="116776"/>
                    <a:pt x="335680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 useBgFill="1">
        <p:nvSpPr>
          <p:cNvPr id="108" name="Rectangle 107">
            <a:extLst>
              <a:ext uri="{FF2B5EF4-FFF2-40B4-BE49-F238E27FC236}">
                <a16:creationId xmlns:a16="http://schemas.microsoft.com/office/drawing/2014/main" id="{6CCEA6ED-1754-4B64-3322-5C6466E772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90B739B0-1EFE-63F7-C95C-5A21F78CE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110" name="Top Left">
            <a:extLst>
              <a:ext uri="{FF2B5EF4-FFF2-40B4-BE49-F238E27FC236}">
                <a16:creationId xmlns:a16="http://schemas.microsoft.com/office/drawing/2014/main" id="{A3044032-8613-5AEE-363E-50C58F8C6A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-3086"/>
            <a:ext cx="2198951" cy="3349518"/>
            <a:chOff x="10849" y="-3086"/>
            <a:chExt cx="2198951" cy="3349518"/>
          </a:xfrm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16BB4ED7-5AD6-E3FF-12EC-C992F2F21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04E02C44-E257-4FEC-0F9A-77FDDBD741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8D6FD14C-A028-0D94-D9D5-B11E9234DA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FDF5F94A-331E-3304-E6DA-93520803E9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CE806E93-7CFC-2BC7-6DFE-6C459D5E79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5F37222B-26FC-5570-58A8-76BA9E3AA2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70992C5-006E-9E14-70A0-3DCB3D5EC8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1D211E03-846D-FC70-A414-CB96C3B0F9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2" name="Title 11">
            <a:extLst>
              <a:ext uri="{FF2B5EF4-FFF2-40B4-BE49-F238E27FC236}">
                <a16:creationId xmlns:a16="http://schemas.microsoft.com/office/drawing/2014/main" id="{0804EEF8-9192-D8D7-7751-EA2F5692F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1" y="559813"/>
            <a:ext cx="9988166" cy="166457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dirty="0"/>
              <a:t>Fine-Tuning Process</a:t>
            </a:r>
            <a:endParaRPr lang="en-US" kern="1200" dirty="0">
              <a:latin typeface="+mj-lt"/>
              <a:ea typeface="+mj-ea"/>
              <a:cs typeface="+mj-cs"/>
            </a:endParaRPr>
          </a:p>
        </p:txBody>
      </p:sp>
      <p:grpSp>
        <p:nvGrpSpPr>
          <p:cNvPr id="111" name="Bottom Right">
            <a:extLst>
              <a:ext uri="{FF2B5EF4-FFF2-40B4-BE49-F238E27FC236}">
                <a16:creationId xmlns:a16="http://schemas.microsoft.com/office/drawing/2014/main" id="{FD3432E6-3FD6-F429-46A0-B032DD176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45234B8-B339-A428-EBEC-00870F0EAB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39256" y="6178637"/>
              <a:ext cx="1482102" cy="67936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grpSp>
          <p:nvGrpSpPr>
            <p:cNvPr id="60" name="Graphic 157">
              <a:extLst>
                <a:ext uri="{FF2B5EF4-FFF2-40B4-BE49-F238E27FC236}">
                  <a16:creationId xmlns:a16="http://schemas.microsoft.com/office/drawing/2014/main" id="{8C143550-9680-DFED-142C-252224AB0F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B4C15265-EA99-402D-C8E0-8D87C5555A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AA46D0D8-B408-742C-FB30-24992090B90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5DCDD25D-958F-61D3-6BC6-EB6D62C7428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5D1284A5-486B-AE17-5921-58BA6FBCD25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9B8D8464-228B-6BAE-F737-B1AA88A911D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E3FD76EE-49D7-D444-9BA0-996CE4E6A43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74128DA9-070D-DA56-2582-637EA4E8ED9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6379A2BA-CCC3-6DE2-B947-912BDD8BDC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7AF9B2AF-2FBE-A3DE-6807-061697D68D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4513" y="2051646"/>
            <a:ext cx="9987523" cy="4131509"/>
          </a:xfrm>
          <a:prstGeom prst="round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algn="just">
              <a:lnSpc>
                <a:spcPct val="150000"/>
              </a:lnSpc>
              <a:buChar char="+"/>
            </a:pPr>
            <a:r>
              <a:rPr lang="en-US" dirty="0"/>
              <a:t>Fine-tuning adapts a pre-trained model to a specific task through a systematic process, as outlined below: </a:t>
            </a:r>
            <a:endParaRPr lang="en-US"/>
          </a:p>
          <a:p>
            <a:pPr marL="800100" lvl="1" indent="-342900" algn="just">
              <a:lnSpc>
                <a:spcPct val="150000"/>
              </a:lnSpc>
              <a:buAutoNum type="arabicPeriod"/>
            </a:pPr>
            <a:r>
              <a:rPr lang="en-US" sz="1800" dirty="0">
                <a:ea typeface="+mn-lt"/>
                <a:cs typeface="+mn-lt"/>
              </a:rPr>
              <a:t>Start with a pre-trained model: MobileNetV2</a:t>
            </a:r>
          </a:p>
          <a:p>
            <a:pPr marL="800100" lvl="1" indent="-342900" algn="just">
              <a:lnSpc>
                <a:spcPct val="150000"/>
              </a:lnSpc>
              <a:buAutoNum type="arabicPeriod"/>
            </a:pPr>
            <a:r>
              <a:rPr lang="en-US" sz="1800" dirty="0">
                <a:ea typeface="+mn-lt"/>
                <a:cs typeface="+mn-lt"/>
              </a:rPr>
              <a:t>Prepare a task-specific dataset: New Plant Diseases Dataset</a:t>
            </a:r>
          </a:p>
          <a:p>
            <a:pPr marL="800100" lvl="1" indent="-342900" algn="just">
              <a:lnSpc>
                <a:spcPct val="150000"/>
              </a:lnSpc>
              <a:buAutoNum type="arabicPeriod"/>
            </a:pPr>
            <a:r>
              <a:rPr lang="en-US" sz="1800" dirty="0">
                <a:ea typeface="+mn-lt"/>
                <a:cs typeface="+mn-lt"/>
              </a:rPr>
              <a:t>Fine-tune the model: Use the New Plant Diseases Dataset to fine-tune the MobileNetV2 model.</a:t>
            </a:r>
            <a:endParaRPr lang="en-US" sz="1800" dirty="0"/>
          </a:p>
          <a:p>
            <a:pPr lvl="3" algn="just">
              <a:lnSpc>
                <a:spcPct val="150000"/>
              </a:lnSpc>
              <a:buFont typeface="Courier New" panose="020B0504020202020204" pitchFamily="34" charset="0"/>
              <a:buChar char="o"/>
            </a:pPr>
            <a:r>
              <a:rPr lang="en-US" sz="1600" dirty="0"/>
              <a:t>Feature Extraction Fine-tuning (trained for 10 epochs)</a:t>
            </a:r>
          </a:p>
          <a:p>
            <a:pPr lvl="3" algn="just">
              <a:lnSpc>
                <a:spcPct val="150000"/>
              </a:lnSpc>
              <a:buFont typeface="Courier New" panose="020B0504020202020204" pitchFamily="34" charset="0"/>
              <a:buChar char="o"/>
            </a:pPr>
            <a:r>
              <a:rPr lang="en-US" sz="1600" dirty="0"/>
              <a:t>Partial Fine-tuning (i.e. unfreeze the final 10 layers and trained for 5 epochs)</a:t>
            </a:r>
          </a:p>
          <a:p>
            <a:pPr marL="800100" lvl="1" indent="-342900" algn="just">
              <a:lnSpc>
                <a:spcPct val="150000"/>
              </a:lnSpc>
              <a:buAutoNum type="arabicPeriod"/>
            </a:pPr>
            <a:endParaRPr lang="en-US" sz="1800" dirty="0"/>
          </a:p>
          <a:p>
            <a:pPr lvl="1" algn="just">
              <a:lnSpc>
                <a:spcPct val="150000"/>
              </a:lnSpc>
              <a:buAutoNum type="arabicPeriod"/>
            </a:pPr>
            <a:endParaRPr lang="en-US" sz="1800" dirty="0"/>
          </a:p>
          <a:p>
            <a:pPr lvl="1" algn="just">
              <a:lnSpc>
                <a:spcPct val="150000"/>
              </a:lnSpc>
              <a:buAutoNum type="arabicPeriod"/>
            </a:pPr>
            <a:endParaRPr lang="en-US" sz="1800" dirty="0"/>
          </a:p>
          <a:p>
            <a:pPr marL="800100" lvl="1" indent="-342900" algn="just">
              <a:lnSpc>
                <a:spcPct val="150000"/>
              </a:lnSpc>
              <a:buAutoNum type="arabicPeriod"/>
            </a:pPr>
            <a:endParaRPr lang="en-US" sz="18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3D4CD6-24D9-CC80-AEF0-225CD6844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6000" y="6356350"/>
            <a:ext cx="1447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73B850FF-6169-4056-8077-06FFA93A5366}" type="slidenum">
              <a:rPr lang="en-US" cap="all" smtClean="0">
                <a:cs typeface="Segoe UI Semilight" panose="020B0402040204020203" pitchFamily="34" charset="0"/>
              </a:rPr>
              <a:pPr>
                <a:spcAft>
                  <a:spcPts val="600"/>
                </a:spcAft>
              </a:pPr>
              <a:t>7</a:t>
            </a:fld>
            <a:endParaRPr lang="en-US" cap="all">
              <a:cs typeface="Segoe UI Semilight" panose="020B04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66930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84AA4D-AFB4-9EBF-C48B-B5EF3EA5C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 101">
            <a:extLst>
              <a:ext uri="{FF2B5EF4-FFF2-40B4-BE49-F238E27FC236}">
                <a16:creationId xmlns:a16="http://schemas.microsoft.com/office/drawing/2014/main" id="{66F1CDC4-677F-FFE5-F2E4-5E034A8347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03" name="Freeform: Shape 102">
            <a:extLst>
              <a:ext uri="{FF2B5EF4-FFF2-40B4-BE49-F238E27FC236}">
                <a16:creationId xmlns:a16="http://schemas.microsoft.com/office/drawing/2014/main" id="{7B03172C-3C53-00D2-0CB6-008E6713B6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692844" y="-3086"/>
            <a:ext cx="1326111" cy="59760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rPr>
              <a:t> </a:t>
            </a:r>
          </a:p>
        </p:txBody>
      </p:sp>
      <p:sp>
        <p:nvSpPr>
          <p:cNvPr id="104" name="Freeform: Shape 103">
            <a:extLst>
              <a:ext uri="{FF2B5EF4-FFF2-40B4-BE49-F238E27FC236}">
                <a16:creationId xmlns:a16="http://schemas.microsoft.com/office/drawing/2014/main" id="{E6BB5313-DA54-6B52-11BB-D9936B99D6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9256" y="6172200"/>
            <a:ext cx="1482102" cy="67936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rPr>
              <a:t> </a:t>
            </a:r>
          </a:p>
        </p:txBody>
      </p:sp>
      <p:sp>
        <p:nvSpPr>
          <p:cNvPr id="105" name="Freeform: Shape 104">
            <a:extLst>
              <a:ext uri="{FF2B5EF4-FFF2-40B4-BE49-F238E27FC236}">
                <a16:creationId xmlns:a16="http://schemas.microsoft.com/office/drawing/2014/main" id="{617DBDCF-9CB3-1F97-009B-143F2C0396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7352" y="5197178"/>
            <a:ext cx="4211600" cy="1660822"/>
          </a:xfrm>
          <a:custGeom>
            <a:avLst/>
            <a:gdLst>
              <a:gd name="connsiteX0" fmla="*/ 4211600 w 4211600"/>
              <a:gd name="connsiteY0" fmla="*/ 0 h 1660822"/>
              <a:gd name="connsiteX1" fmla="*/ 4211600 w 4211600"/>
              <a:gd name="connsiteY1" fmla="*/ 58430 h 1660822"/>
              <a:gd name="connsiteX2" fmla="*/ 4136524 w 4211600"/>
              <a:gd name="connsiteY2" fmla="*/ 208808 h 1660822"/>
              <a:gd name="connsiteX3" fmla="*/ 3973354 w 4211600"/>
              <a:gd name="connsiteY3" fmla="*/ 437313 h 1660822"/>
              <a:gd name="connsiteX4" fmla="*/ 3884746 w 4211600"/>
              <a:gd name="connsiteY4" fmla="*/ 553613 h 1660822"/>
              <a:gd name="connsiteX5" fmla="*/ 3849435 w 4211600"/>
              <a:gd name="connsiteY5" fmla="*/ 603143 h 1660822"/>
              <a:gd name="connsiteX6" fmla="*/ 3661849 w 4211600"/>
              <a:gd name="connsiteY6" fmla="*/ 819075 h 1660822"/>
              <a:gd name="connsiteX7" fmla="*/ 3402589 w 4211600"/>
              <a:gd name="connsiteY7" fmla="*/ 952996 h 1660822"/>
              <a:gd name="connsiteX8" fmla="*/ 3130202 w 4211600"/>
              <a:gd name="connsiteY8" fmla="*/ 1023386 h 1660822"/>
              <a:gd name="connsiteX9" fmla="*/ 2914657 w 4211600"/>
              <a:gd name="connsiteY9" fmla="*/ 1068058 h 1660822"/>
              <a:gd name="connsiteX10" fmla="*/ 2582149 w 4211600"/>
              <a:gd name="connsiteY10" fmla="*/ 1138924 h 1660822"/>
              <a:gd name="connsiteX11" fmla="*/ 2483958 w 4211600"/>
              <a:gd name="connsiteY11" fmla="*/ 1162356 h 1660822"/>
              <a:gd name="connsiteX12" fmla="*/ 2123750 w 4211600"/>
              <a:gd name="connsiteY12" fmla="*/ 1238651 h 1660822"/>
              <a:gd name="connsiteX13" fmla="*/ 1761444 w 4211600"/>
              <a:gd name="connsiteY13" fmla="*/ 1273417 h 1660822"/>
              <a:gd name="connsiteX14" fmla="*/ 1608382 w 4211600"/>
              <a:gd name="connsiteY14" fmla="*/ 1284466 h 1660822"/>
              <a:gd name="connsiteX15" fmla="*/ 999942 w 4211600"/>
              <a:gd name="connsiteY15" fmla="*/ 1354284 h 1660822"/>
              <a:gd name="connsiteX16" fmla="*/ 484705 w 4211600"/>
              <a:gd name="connsiteY16" fmla="*/ 1450487 h 1660822"/>
              <a:gd name="connsiteX17" fmla="*/ 113310 w 4211600"/>
              <a:gd name="connsiteY17" fmla="*/ 1613700 h 1660822"/>
              <a:gd name="connsiteX18" fmla="*/ 39668 w 4211600"/>
              <a:gd name="connsiteY18" fmla="*/ 1660822 h 1660822"/>
              <a:gd name="connsiteX19" fmla="*/ 0 w 4211600"/>
              <a:gd name="connsiteY19" fmla="*/ 1660822 h 1660822"/>
              <a:gd name="connsiteX20" fmla="*/ 96701 w 4211600"/>
              <a:gd name="connsiteY20" fmla="*/ 1598934 h 1660822"/>
              <a:gd name="connsiteX21" fmla="*/ 474335 w 4211600"/>
              <a:gd name="connsiteY21" fmla="*/ 1433056 h 1660822"/>
              <a:gd name="connsiteX22" fmla="*/ 994299 w 4211600"/>
              <a:gd name="connsiteY22" fmla="*/ 1335806 h 1660822"/>
              <a:gd name="connsiteX23" fmla="*/ 1605231 w 4211600"/>
              <a:gd name="connsiteY23" fmla="*/ 1265702 h 1660822"/>
              <a:gd name="connsiteX24" fmla="*/ 1758819 w 4211600"/>
              <a:gd name="connsiteY24" fmla="*/ 1254558 h 1660822"/>
              <a:gd name="connsiteX25" fmla="*/ 2118106 w 4211600"/>
              <a:gd name="connsiteY25" fmla="*/ 1220077 h 1660822"/>
              <a:gd name="connsiteX26" fmla="*/ 2475557 w 4211600"/>
              <a:gd name="connsiteY26" fmla="*/ 1144353 h 1660822"/>
              <a:gd name="connsiteX27" fmla="*/ 2573878 w 4211600"/>
              <a:gd name="connsiteY27" fmla="*/ 1120827 h 1660822"/>
              <a:gd name="connsiteX28" fmla="*/ 2907437 w 4211600"/>
              <a:gd name="connsiteY28" fmla="*/ 1049675 h 1660822"/>
              <a:gd name="connsiteX29" fmla="*/ 3122589 w 4211600"/>
              <a:gd name="connsiteY29" fmla="*/ 1005098 h 1660822"/>
              <a:gd name="connsiteX30" fmla="*/ 3391169 w 4211600"/>
              <a:gd name="connsiteY30" fmla="*/ 935756 h 1660822"/>
              <a:gd name="connsiteX31" fmla="*/ 3642290 w 4211600"/>
              <a:gd name="connsiteY31" fmla="*/ 806216 h 1660822"/>
              <a:gd name="connsiteX32" fmla="*/ 3825937 w 4211600"/>
              <a:gd name="connsiteY32" fmla="*/ 594475 h 1660822"/>
              <a:gd name="connsiteX33" fmla="*/ 3861381 w 4211600"/>
              <a:gd name="connsiteY33" fmla="*/ 544755 h 1660822"/>
              <a:gd name="connsiteX34" fmla="*/ 3950381 w 4211600"/>
              <a:gd name="connsiteY34" fmla="*/ 427978 h 1660822"/>
              <a:gd name="connsiteX35" fmla="*/ 4112370 w 4211600"/>
              <a:gd name="connsiteY35" fmla="*/ 201378 h 1660822"/>
              <a:gd name="connsiteX36" fmla="*/ 4195989 w 4211600"/>
              <a:gd name="connsiteY36" fmla="*/ 33834 h 1660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211600" h="1660822">
                <a:moveTo>
                  <a:pt x="4211600" y="0"/>
                </a:moveTo>
                <a:lnTo>
                  <a:pt x="4211600" y="58430"/>
                </a:lnTo>
                <a:lnTo>
                  <a:pt x="4136524" y="208808"/>
                </a:lnTo>
                <a:cubicBezTo>
                  <a:pt x="4089791" y="287770"/>
                  <a:pt x="4030588" y="363780"/>
                  <a:pt x="3973354" y="437313"/>
                </a:cubicBezTo>
                <a:cubicBezTo>
                  <a:pt x="3943819" y="475222"/>
                  <a:pt x="3913231" y="514465"/>
                  <a:pt x="3884746" y="553613"/>
                </a:cubicBezTo>
                <a:cubicBezTo>
                  <a:pt x="3872801" y="569996"/>
                  <a:pt x="3861119" y="586569"/>
                  <a:pt x="3849435" y="603143"/>
                </a:cubicBezTo>
                <a:cubicBezTo>
                  <a:pt x="3796665" y="678009"/>
                  <a:pt x="3742187" y="755352"/>
                  <a:pt x="3661849" y="819075"/>
                </a:cubicBezTo>
                <a:cubicBezTo>
                  <a:pt x="3596214" y="871176"/>
                  <a:pt x="3509050" y="916230"/>
                  <a:pt x="3402589" y="952996"/>
                </a:cubicBezTo>
                <a:cubicBezTo>
                  <a:pt x="3312406" y="984048"/>
                  <a:pt x="3215660" y="1005003"/>
                  <a:pt x="3130202" y="1023386"/>
                </a:cubicBezTo>
                <a:cubicBezTo>
                  <a:pt x="3058529" y="1038816"/>
                  <a:pt x="2985412" y="1053675"/>
                  <a:pt x="2914657" y="1068058"/>
                </a:cubicBezTo>
                <a:cubicBezTo>
                  <a:pt x="2805176" y="1090251"/>
                  <a:pt x="2692021" y="1113207"/>
                  <a:pt x="2582149" y="1138924"/>
                </a:cubicBezTo>
                <a:cubicBezTo>
                  <a:pt x="2549330" y="1146639"/>
                  <a:pt x="2516644" y="1154450"/>
                  <a:pt x="2483958" y="1162356"/>
                </a:cubicBezTo>
                <a:cubicBezTo>
                  <a:pt x="2367257" y="1190550"/>
                  <a:pt x="2246621" y="1219601"/>
                  <a:pt x="2123750" y="1238651"/>
                </a:cubicBezTo>
                <a:cubicBezTo>
                  <a:pt x="2004294" y="1257129"/>
                  <a:pt x="1880769" y="1265416"/>
                  <a:pt x="1761444" y="1273417"/>
                </a:cubicBezTo>
                <a:cubicBezTo>
                  <a:pt x="1711167" y="1276751"/>
                  <a:pt x="1659184" y="1280275"/>
                  <a:pt x="1608382" y="1284466"/>
                </a:cubicBezTo>
                <a:cubicBezTo>
                  <a:pt x="1408589" y="1300944"/>
                  <a:pt x="1214570" y="1325805"/>
                  <a:pt x="999942" y="1354284"/>
                </a:cubicBezTo>
                <a:cubicBezTo>
                  <a:pt x="826403" y="1377240"/>
                  <a:pt x="647744" y="1400957"/>
                  <a:pt x="484705" y="1450487"/>
                </a:cubicBezTo>
                <a:cubicBezTo>
                  <a:pt x="355831" y="1489635"/>
                  <a:pt x="231387" y="1544374"/>
                  <a:pt x="113310" y="1613700"/>
                </a:cubicBezTo>
                <a:lnTo>
                  <a:pt x="39668" y="1660822"/>
                </a:lnTo>
                <a:lnTo>
                  <a:pt x="0" y="1660822"/>
                </a:lnTo>
                <a:lnTo>
                  <a:pt x="96701" y="1598934"/>
                </a:lnTo>
                <a:cubicBezTo>
                  <a:pt x="216635" y="1528533"/>
                  <a:pt x="343196" y="1472919"/>
                  <a:pt x="474335" y="1433056"/>
                </a:cubicBezTo>
                <a:cubicBezTo>
                  <a:pt x="639999" y="1382669"/>
                  <a:pt x="820102" y="1358856"/>
                  <a:pt x="994299" y="1335806"/>
                </a:cubicBezTo>
                <a:cubicBezTo>
                  <a:pt x="1210239" y="1307231"/>
                  <a:pt x="1404650" y="1282275"/>
                  <a:pt x="1605231" y="1265702"/>
                </a:cubicBezTo>
                <a:cubicBezTo>
                  <a:pt x="1656428" y="1261511"/>
                  <a:pt x="1708411" y="1257987"/>
                  <a:pt x="1758819" y="1254558"/>
                </a:cubicBezTo>
                <a:cubicBezTo>
                  <a:pt x="1877487" y="1246557"/>
                  <a:pt x="2000094" y="1238365"/>
                  <a:pt x="2118106" y="1220077"/>
                </a:cubicBezTo>
                <a:cubicBezTo>
                  <a:pt x="2239531" y="1201313"/>
                  <a:pt x="2359513" y="1172357"/>
                  <a:pt x="2475557" y="1144353"/>
                </a:cubicBezTo>
                <a:cubicBezTo>
                  <a:pt x="2508243" y="1136448"/>
                  <a:pt x="2541060" y="1128542"/>
                  <a:pt x="2573878" y="1120827"/>
                </a:cubicBezTo>
                <a:cubicBezTo>
                  <a:pt x="2684276" y="1094919"/>
                  <a:pt x="2797694" y="1071963"/>
                  <a:pt x="2907437" y="1049675"/>
                </a:cubicBezTo>
                <a:cubicBezTo>
                  <a:pt x="2978061" y="1035387"/>
                  <a:pt x="3051178" y="1020528"/>
                  <a:pt x="3122589" y="1005098"/>
                </a:cubicBezTo>
                <a:cubicBezTo>
                  <a:pt x="3206997" y="986810"/>
                  <a:pt x="3302823" y="966141"/>
                  <a:pt x="3391169" y="935756"/>
                </a:cubicBezTo>
                <a:cubicBezTo>
                  <a:pt x="3494479" y="900132"/>
                  <a:pt x="3578886" y="856508"/>
                  <a:pt x="3642290" y="806216"/>
                </a:cubicBezTo>
                <a:cubicBezTo>
                  <a:pt x="3720133" y="744303"/>
                  <a:pt x="3773953" y="668103"/>
                  <a:pt x="3825937" y="594475"/>
                </a:cubicBezTo>
                <a:cubicBezTo>
                  <a:pt x="3837621" y="577902"/>
                  <a:pt x="3849435" y="561233"/>
                  <a:pt x="3861381" y="544755"/>
                </a:cubicBezTo>
                <a:cubicBezTo>
                  <a:pt x="3889997" y="505416"/>
                  <a:pt x="3920715" y="465983"/>
                  <a:pt x="3950381" y="427978"/>
                </a:cubicBezTo>
                <a:cubicBezTo>
                  <a:pt x="4007353" y="354921"/>
                  <a:pt x="4066163" y="279388"/>
                  <a:pt x="4112370" y="201378"/>
                </a:cubicBezTo>
                <a:cubicBezTo>
                  <a:pt x="4144662" y="146800"/>
                  <a:pt x="4170785" y="89364"/>
                  <a:pt x="4195989" y="3383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06" name="Graphic 141">
            <a:extLst>
              <a:ext uri="{FF2B5EF4-FFF2-40B4-BE49-F238E27FC236}">
                <a16:creationId xmlns:a16="http://schemas.microsoft.com/office/drawing/2014/main" id="{9AE2637C-FFCA-9F7B-5344-0C02ADBCA0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15178"/>
            <a:ext cx="2198951" cy="3331254"/>
            <a:chOff x="4473129" y="923925"/>
            <a:chExt cx="3308947" cy="5012817"/>
          </a:xfrm>
          <a:noFill/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407945EC-9704-FC00-82A6-94AD5C4652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85988" y="924020"/>
              <a:ext cx="3296088" cy="5012722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1A94290F-EF32-5C93-AC9C-C5832453F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923925"/>
              <a:ext cx="2977477" cy="462714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544F589C-767B-8CB0-24B3-133A38B86B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94561" y="923925"/>
              <a:ext cx="2356712" cy="4118991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BA477999-9D61-0120-A0E8-B4F8DF67CA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923925"/>
              <a:ext cx="2059193" cy="3980116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2F1ADC6-82D3-5ADC-9A95-16FE21FBC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85131" y="1719357"/>
              <a:ext cx="743796" cy="2867501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2AB1C8AD-E89B-F360-7601-BD53C8E49E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1912731"/>
              <a:ext cx="597294" cy="2543540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9DA3598-0624-FB68-E67B-E28B5BF7B7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91417" y="2227197"/>
              <a:ext cx="389425" cy="2011236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07" name="Graphic 157">
            <a:extLst>
              <a:ext uri="{FF2B5EF4-FFF2-40B4-BE49-F238E27FC236}">
                <a16:creationId xmlns:a16="http://schemas.microsoft.com/office/drawing/2014/main" id="{C655957A-C867-2697-5207-6F89475387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610600" y="3276600"/>
            <a:ext cx="3529260" cy="3581398"/>
            <a:chOff x="4114800" y="1423987"/>
            <a:chExt cx="3961542" cy="4007547"/>
          </a:xfrm>
          <a:noFill/>
        </p:grpSpPr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D1257065-14E5-F1A9-004D-ED317A571E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114800" y="1423987"/>
              <a:ext cx="3946874" cy="3989641"/>
            </a:xfrm>
            <a:custGeom>
              <a:avLst/>
              <a:gdLst>
                <a:gd name="connsiteX0" fmla="*/ 0 w 3946874"/>
                <a:gd name="connsiteY0" fmla="*/ 3989641 h 3989641"/>
                <a:gd name="connsiteX1" fmla="*/ 79439 w 3946874"/>
                <a:gd name="connsiteY1" fmla="*/ 3891153 h 3989641"/>
                <a:gd name="connsiteX2" fmla="*/ 297371 w 3946874"/>
                <a:gd name="connsiteY2" fmla="*/ 3626930 h 3989641"/>
                <a:gd name="connsiteX3" fmla="*/ 454343 w 3946874"/>
                <a:gd name="connsiteY3" fmla="*/ 3440335 h 3989641"/>
                <a:gd name="connsiteX4" fmla="*/ 622363 w 3946874"/>
                <a:gd name="connsiteY4" fmla="*/ 3290697 h 3989641"/>
                <a:gd name="connsiteX5" fmla="*/ 927068 w 3946874"/>
                <a:gd name="connsiteY5" fmla="*/ 3087434 h 3989641"/>
                <a:gd name="connsiteX6" fmla="*/ 1176338 w 3946874"/>
                <a:gd name="connsiteY6" fmla="*/ 2915603 h 3989641"/>
                <a:gd name="connsiteX7" fmla="*/ 1394270 w 3946874"/>
                <a:gd name="connsiteY7" fmla="*/ 2780729 h 3989641"/>
                <a:gd name="connsiteX8" fmla="*/ 1601057 w 3946874"/>
                <a:gd name="connsiteY8" fmla="*/ 2723483 h 3989641"/>
                <a:gd name="connsiteX9" fmla="*/ 1756220 w 3946874"/>
                <a:gd name="connsiteY9" fmla="*/ 2743772 h 3989641"/>
                <a:gd name="connsiteX10" fmla="*/ 1889189 w 3946874"/>
                <a:gd name="connsiteY10" fmla="*/ 2765965 h 3989641"/>
                <a:gd name="connsiteX11" fmla="*/ 2007394 w 3946874"/>
                <a:gd name="connsiteY11" fmla="*/ 2765965 h 3989641"/>
                <a:gd name="connsiteX12" fmla="*/ 2184654 w 3946874"/>
                <a:gd name="connsiteY12" fmla="*/ 2671763 h 3989641"/>
                <a:gd name="connsiteX13" fmla="*/ 2372773 w 3946874"/>
                <a:gd name="connsiteY13" fmla="*/ 2538984 h 3989641"/>
                <a:gd name="connsiteX14" fmla="*/ 2439543 w 3946874"/>
                <a:gd name="connsiteY14" fmla="*/ 2510504 h 3989641"/>
                <a:gd name="connsiteX15" fmla="*/ 2650617 w 3946874"/>
                <a:gd name="connsiteY15" fmla="*/ 2434781 h 3989641"/>
                <a:gd name="connsiteX16" fmla="*/ 2785110 w 3946874"/>
                <a:gd name="connsiteY16" fmla="*/ 2383060 h 3989641"/>
                <a:gd name="connsiteX17" fmla="*/ 2897315 w 3946874"/>
                <a:gd name="connsiteY17" fmla="*/ 2318861 h 3989641"/>
                <a:gd name="connsiteX18" fmla="*/ 2997994 w 3946874"/>
                <a:gd name="connsiteY18" fmla="*/ 2226183 h 3989641"/>
                <a:gd name="connsiteX19" fmla="*/ 3061240 w 3946874"/>
                <a:gd name="connsiteY19" fmla="*/ 2141506 h 3989641"/>
                <a:gd name="connsiteX20" fmla="*/ 3152108 w 3946874"/>
                <a:gd name="connsiteY20" fmla="*/ 2005203 h 3989641"/>
                <a:gd name="connsiteX21" fmla="*/ 3274124 w 3946874"/>
                <a:gd name="connsiteY21" fmla="*/ 1871567 h 3989641"/>
                <a:gd name="connsiteX22" fmla="*/ 3388138 w 3946874"/>
                <a:gd name="connsiteY22" fmla="*/ 1770888 h 3989641"/>
                <a:gd name="connsiteX23" fmla="*/ 3466529 w 3946874"/>
                <a:gd name="connsiteY23" fmla="*/ 1679162 h 3989641"/>
                <a:gd name="connsiteX24" fmla="*/ 3538633 w 3946874"/>
                <a:gd name="connsiteY24" fmla="*/ 1551718 h 3989641"/>
                <a:gd name="connsiteX25" fmla="*/ 3588544 w 3946874"/>
                <a:gd name="connsiteY25" fmla="*/ 1376172 h 3989641"/>
                <a:gd name="connsiteX26" fmla="*/ 3597402 w 3946874"/>
                <a:gd name="connsiteY26" fmla="*/ 1293305 h 3989641"/>
                <a:gd name="connsiteX27" fmla="*/ 3721227 w 3946874"/>
                <a:gd name="connsiteY27" fmla="*/ 880491 h 3989641"/>
                <a:gd name="connsiteX28" fmla="*/ 3761137 w 3946874"/>
                <a:gd name="connsiteY28" fmla="*/ 463677 h 3989641"/>
                <a:gd name="connsiteX29" fmla="*/ 3946874 w 3946874"/>
                <a:gd name="connsiteY29" fmla="*/ 0 h 3989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946874" h="3989641">
                  <a:moveTo>
                    <a:pt x="0" y="3989641"/>
                  </a:moveTo>
                  <a:cubicBezTo>
                    <a:pt x="19050" y="3957257"/>
                    <a:pt x="50959" y="3916013"/>
                    <a:pt x="79439" y="3891153"/>
                  </a:cubicBezTo>
                  <a:cubicBezTo>
                    <a:pt x="165544" y="3815906"/>
                    <a:pt x="227933" y="3717989"/>
                    <a:pt x="297371" y="3626930"/>
                  </a:cubicBezTo>
                  <a:cubicBezTo>
                    <a:pt x="346615" y="3562255"/>
                    <a:pt x="398050" y="3499009"/>
                    <a:pt x="454343" y="3440335"/>
                  </a:cubicBezTo>
                  <a:cubicBezTo>
                    <a:pt x="506349" y="3386042"/>
                    <a:pt x="562642" y="3336227"/>
                    <a:pt x="622363" y="3290697"/>
                  </a:cubicBezTo>
                  <a:cubicBezTo>
                    <a:pt x="719519" y="3216688"/>
                    <a:pt x="824960" y="3154585"/>
                    <a:pt x="927068" y="3087434"/>
                  </a:cubicBezTo>
                  <a:cubicBezTo>
                    <a:pt x="1011365" y="3031998"/>
                    <a:pt x="1093565" y="2973324"/>
                    <a:pt x="1176338" y="2915603"/>
                  </a:cubicBezTo>
                  <a:cubicBezTo>
                    <a:pt x="1246537" y="2866644"/>
                    <a:pt x="1317308" y="2818066"/>
                    <a:pt x="1394270" y="2780729"/>
                  </a:cubicBezTo>
                  <a:cubicBezTo>
                    <a:pt x="1459421" y="2749106"/>
                    <a:pt x="1528763" y="2724436"/>
                    <a:pt x="1601057" y="2723483"/>
                  </a:cubicBezTo>
                  <a:cubicBezTo>
                    <a:pt x="1653350" y="2722721"/>
                    <a:pt x="1704785" y="2733485"/>
                    <a:pt x="1756220" y="2743772"/>
                  </a:cubicBezTo>
                  <a:cubicBezTo>
                    <a:pt x="1800320" y="2752630"/>
                    <a:pt x="1844612" y="2760250"/>
                    <a:pt x="1889189" y="2765965"/>
                  </a:cubicBezTo>
                  <a:cubicBezTo>
                    <a:pt x="1928622" y="2771013"/>
                    <a:pt x="1968437" y="2773299"/>
                    <a:pt x="2007394" y="2765965"/>
                  </a:cubicBezTo>
                  <a:cubicBezTo>
                    <a:pt x="2073878" y="2753487"/>
                    <a:pt x="2130647" y="2712911"/>
                    <a:pt x="2184654" y="2671763"/>
                  </a:cubicBezTo>
                  <a:cubicBezTo>
                    <a:pt x="2245900" y="2625090"/>
                    <a:pt x="2304002" y="2573465"/>
                    <a:pt x="2372773" y="2538984"/>
                  </a:cubicBezTo>
                  <a:cubicBezTo>
                    <a:pt x="2394395" y="2528126"/>
                    <a:pt x="2416874" y="2518982"/>
                    <a:pt x="2439543" y="2510504"/>
                  </a:cubicBezTo>
                  <a:cubicBezTo>
                    <a:pt x="2509552" y="2484215"/>
                    <a:pt x="2580037" y="2459450"/>
                    <a:pt x="2650617" y="2434781"/>
                  </a:cubicBezTo>
                  <a:cubicBezTo>
                    <a:pt x="2695956" y="2418874"/>
                    <a:pt x="2741295" y="2402872"/>
                    <a:pt x="2785110" y="2383060"/>
                  </a:cubicBezTo>
                  <a:cubicBezTo>
                    <a:pt x="2824448" y="2365248"/>
                    <a:pt x="2862358" y="2344198"/>
                    <a:pt x="2897315" y="2318861"/>
                  </a:cubicBezTo>
                  <a:cubicBezTo>
                    <a:pt x="2934367" y="2292096"/>
                    <a:pt x="2968085" y="2260854"/>
                    <a:pt x="2997994" y="2226183"/>
                  </a:cubicBezTo>
                  <a:cubicBezTo>
                    <a:pt x="3020949" y="2199513"/>
                    <a:pt x="3041714" y="2170938"/>
                    <a:pt x="3061240" y="2141506"/>
                  </a:cubicBezTo>
                  <a:cubicBezTo>
                    <a:pt x="3091529" y="2095976"/>
                    <a:pt x="3119533" y="2049018"/>
                    <a:pt x="3152108" y="2005203"/>
                  </a:cubicBezTo>
                  <a:cubicBezTo>
                    <a:pt x="3188113" y="1956626"/>
                    <a:pt x="3229261" y="1912144"/>
                    <a:pt x="3274124" y="1871567"/>
                  </a:cubicBezTo>
                  <a:cubicBezTo>
                    <a:pt x="3311747" y="1837563"/>
                    <a:pt x="3351848" y="1806321"/>
                    <a:pt x="3388138" y="1770888"/>
                  </a:cubicBezTo>
                  <a:cubicBezTo>
                    <a:pt x="3416999" y="1742694"/>
                    <a:pt x="3443002" y="1711833"/>
                    <a:pt x="3466529" y="1679162"/>
                  </a:cubicBezTo>
                  <a:cubicBezTo>
                    <a:pt x="3495008" y="1639348"/>
                    <a:pt x="3519392" y="1596771"/>
                    <a:pt x="3538633" y="1551718"/>
                  </a:cubicBezTo>
                  <a:cubicBezTo>
                    <a:pt x="3562731" y="1495616"/>
                    <a:pt x="3578924" y="1436465"/>
                    <a:pt x="3588544" y="1376172"/>
                  </a:cubicBezTo>
                  <a:cubicBezTo>
                    <a:pt x="3592925" y="1348740"/>
                    <a:pt x="3595688" y="1321022"/>
                    <a:pt x="3597402" y="1293305"/>
                  </a:cubicBezTo>
                  <a:cubicBezTo>
                    <a:pt x="3605974" y="1155859"/>
                    <a:pt x="3717703" y="1018127"/>
                    <a:pt x="3721227" y="880491"/>
                  </a:cubicBezTo>
                  <a:cubicBezTo>
                    <a:pt x="3724751" y="740855"/>
                    <a:pt x="3743135" y="602171"/>
                    <a:pt x="3761137" y="463677"/>
                  </a:cubicBezTo>
                  <a:cubicBezTo>
                    <a:pt x="3776186" y="347758"/>
                    <a:pt x="3934968" y="116205"/>
                    <a:pt x="3946874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B0125696-023B-521A-D23B-56D93A1FFB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95978" y="2441733"/>
              <a:ext cx="3665410" cy="2985611"/>
            </a:xfrm>
            <a:custGeom>
              <a:avLst/>
              <a:gdLst>
                <a:gd name="connsiteX0" fmla="*/ 0 w 3665410"/>
                <a:gd name="connsiteY0" fmla="*/ 2985611 h 2985611"/>
                <a:gd name="connsiteX1" fmla="*/ 166211 w 3665410"/>
                <a:gd name="connsiteY1" fmla="*/ 2699766 h 2985611"/>
                <a:gd name="connsiteX2" fmla="*/ 397002 w 3665410"/>
                <a:gd name="connsiteY2" fmla="*/ 2414969 h 2985611"/>
                <a:gd name="connsiteX3" fmla="*/ 620173 w 3665410"/>
                <a:gd name="connsiteY3" fmla="*/ 2237899 h 2985611"/>
                <a:gd name="connsiteX4" fmla="*/ 823341 w 3665410"/>
                <a:gd name="connsiteY4" fmla="*/ 2085499 h 2985611"/>
                <a:gd name="connsiteX5" fmla="*/ 1089565 w 3665410"/>
                <a:gd name="connsiteY5" fmla="*/ 1911477 h 2985611"/>
                <a:gd name="connsiteX6" fmla="*/ 1145000 w 3665410"/>
                <a:gd name="connsiteY6" fmla="*/ 1886807 h 2985611"/>
                <a:gd name="connsiteX7" fmla="*/ 1375791 w 3665410"/>
                <a:gd name="connsiteY7" fmla="*/ 1842135 h 2985611"/>
                <a:gd name="connsiteX8" fmla="*/ 1486567 w 3665410"/>
                <a:gd name="connsiteY8" fmla="*/ 1857566 h 2985611"/>
                <a:gd name="connsiteX9" fmla="*/ 1568101 w 3665410"/>
                <a:gd name="connsiteY9" fmla="*/ 1871377 h 2985611"/>
                <a:gd name="connsiteX10" fmla="*/ 1810607 w 3665410"/>
                <a:gd name="connsiteY10" fmla="*/ 1871377 h 2985611"/>
                <a:gd name="connsiteX11" fmla="*/ 1997964 w 3665410"/>
                <a:gd name="connsiteY11" fmla="*/ 1790605 h 2985611"/>
                <a:gd name="connsiteX12" fmla="*/ 2109883 w 3665410"/>
                <a:gd name="connsiteY12" fmla="*/ 1702784 h 2985611"/>
                <a:gd name="connsiteX13" fmla="*/ 2321433 w 3665410"/>
                <a:gd name="connsiteY13" fmla="*/ 1552384 h 2985611"/>
                <a:gd name="connsiteX14" fmla="*/ 2558891 w 3665410"/>
                <a:gd name="connsiteY14" fmla="*/ 1453420 h 2985611"/>
                <a:gd name="connsiteX15" fmla="*/ 2709767 w 3665410"/>
                <a:gd name="connsiteY15" fmla="*/ 1377887 h 2985611"/>
                <a:gd name="connsiteX16" fmla="*/ 2885408 w 3665410"/>
                <a:gd name="connsiteY16" fmla="*/ 1237393 h 2985611"/>
                <a:gd name="connsiteX17" fmla="*/ 3017711 w 3665410"/>
                <a:gd name="connsiteY17" fmla="*/ 1072229 h 2985611"/>
                <a:gd name="connsiteX18" fmla="*/ 3150680 w 3665410"/>
                <a:gd name="connsiteY18" fmla="*/ 921830 h 2985611"/>
                <a:gd name="connsiteX19" fmla="*/ 3255169 w 3665410"/>
                <a:gd name="connsiteY19" fmla="*/ 801815 h 2985611"/>
                <a:gd name="connsiteX20" fmla="*/ 3339275 w 3665410"/>
                <a:gd name="connsiteY20" fmla="*/ 694182 h 2985611"/>
                <a:gd name="connsiteX21" fmla="*/ 3409188 w 3665410"/>
                <a:gd name="connsiteY21" fmla="*/ 546926 h 2985611"/>
                <a:gd name="connsiteX22" fmla="*/ 3464243 w 3665410"/>
                <a:gd name="connsiteY22" fmla="*/ 347663 h 2985611"/>
                <a:gd name="connsiteX23" fmla="*/ 3665411 w 3665410"/>
                <a:gd name="connsiteY23" fmla="*/ 0 h 29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665410" h="2985611">
                  <a:moveTo>
                    <a:pt x="0" y="2985611"/>
                  </a:moveTo>
                  <a:cubicBezTo>
                    <a:pt x="0" y="2985611"/>
                    <a:pt x="86773" y="2802827"/>
                    <a:pt x="166211" y="2699766"/>
                  </a:cubicBezTo>
                  <a:cubicBezTo>
                    <a:pt x="240983" y="2602706"/>
                    <a:pt x="309182" y="2500122"/>
                    <a:pt x="397002" y="2414969"/>
                  </a:cubicBezTo>
                  <a:cubicBezTo>
                    <a:pt x="465296" y="2348865"/>
                    <a:pt x="543592" y="2294477"/>
                    <a:pt x="620173" y="2237899"/>
                  </a:cubicBezTo>
                  <a:cubicBezTo>
                    <a:pt x="688277" y="2187607"/>
                    <a:pt x="755333" y="2135886"/>
                    <a:pt x="823341" y="2085499"/>
                  </a:cubicBezTo>
                  <a:cubicBezTo>
                    <a:pt x="908685" y="2022253"/>
                    <a:pt x="994791" y="1959197"/>
                    <a:pt x="1089565" y="1911477"/>
                  </a:cubicBezTo>
                  <a:cubicBezTo>
                    <a:pt x="1107662" y="1902428"/>
                    <a:pt x="1126141" y="1894141"/>
                    <a:pt x="1145000" y="1886807"/>
                  </a:cubicBezTo>
                  <a:cubicBezTo>
                    <a:pt x="1218819" y="1858232"/>
                    <a:pt x="1296924" y="1838611"/>
                    <a:pt x="1375791" y="1842135"/>
                  </a:cubicBezTo>
                  <a:cubicBezTo>
                    <a:pt x="1413129" y="1843754"/>
                    <a:pt x="1449896" y="1850422"/>
                    <a:pt x="1486567" y="1857566"/>
                  </a:cubicBezTo>
                  <a:cubicBezTo>
                    <a:pt x="1513618" y="1862804"/>
                    <a:pt x="1540859" y="1867376"/>
                    <a:pt x="1568101" y="1871377"/>
                  </a:cubicBezTo>
                  <a:cubicBezTo>
                    <a:pt x="1648778" y="1883188"/>
                    <a:pt x="1730978" y="1887665"/>
                    <a:pt x="1810607" y="1871377"/>
                  </a:cubicBezTo>
                  <a:cubicBezTo>
                    <a:pt x="1877854" y="1857661"/>
                    <a:pt x="1941100" y="1829086"/>
                    <a:pt x="1997964" y="1790605"/>
                  </a:cubicBezTo>
                  <a:cubicBezTo>
                    <a:pt x="2037302" y="1764030"/>
                    <a:pt x="2073497" y="1733264"/>
                    <a:pt x="2109883" y="1702784"/>
                  </a:cubicBezTo>
                  <a:cubicBezTo>
                    <a:pt x="2176367" y="1647063"/>
                    <a:pt x="2244852" y="1593151"/>
                    <a:pt x="2321433" y="1552384"/>
                  </a:cubicBezTo>
                  <a:cubicBezTo>
                    <a:pt x="2397157" y="1512094"/>
                    <a:pt x="2479548" y="1486281"/>
                    <a:pt x="2558891" y="1453420"/>
                  </a:cubicBezTo>
                  <a:cubicBezTo>
                    <a:pt x="2610898" y="1431798"/>
                    <a:pt x="2661571" y="1407033"/>
                    <a:pt x="2709767" y="1377887"/>
                  </a:cubicBezTo>
                  <a:cubicBezTo>
                    <a:pt x="2774252" y="1338929"/>
                    <a:pt x="2834069" y="1292447"/>
                    <a:pt x="2885408" y="1237393"/>
                  </a:cubicBezTo>
                  <a:cubicBezTo>
                    <a:pt x="2933605" y="1185767"/>
                    <a:pt x="2973324" y="1127093"/>
                    <a:pt x="3017711" y="1072229"/>
                  </a:cubicBezTo>
                  <a:cubicBezTo>
                    <a:pt x="3059811" y="1020223"/>
                    <a:pt x="3105912" y="971645"/>
                    <a:pt x="3150680" y="921830"/>
                  </a:cubicBezTo>
                  <a:cubicBezTo>
                    <a:pt x="3186113" y="882396"/>
                    <a:pt x="3220593" y="842010"/>
                    <a:pt x="3255169" y="801815"/>
                  </a:cubicBezTo>
                  <a:cubicBezTo>
                    <a:pt x="3284887" y="767239"/>
                    <a:pt x="3314605" y="732473"/>
                    <a:pt x="3339275" y="694182"/>
                  </a:cubicBezTo>
                  <a:cubicBezTo>
                    <a:pt x="3368707" y="648367"/>
                    <a:pt x="3390138" y="597980"/>
                    <a:pt x="3409188" y="546926"/>
                  </a:cubicBezTo>
                  <a:cubicBezTo>
                    <a:pt x="3433382" y="482156"/>
                    <a:pt x="3453384" y="415861"/>
                    <a:pt x="3464243" y="347663"/>
                  </a:cubicBezTo>
                  <a:cubicBezTo>
                    <a:pt x="3476244" y="272224"/>
                    <a:pt x="3661696" y="76295"/>
                    <a:pt x="366541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5C5377E0-1CB5-8F62-86D4-C2955F7640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90402" y="5229700"/>
              <a:ext cx="285940" cy="199072"/>
            </a:xfrm>
            <a:custGeom>
              <a:avLst/>
              <a:gdLst>
                <a:gd name="connsiteX0" fmla="*/ 0 w 285940"/>
                <a:gd name="connsiteY0" fmla="*/ 199073 h 199072"/>
                <a:gd name="connsiteX1" fmla="*/ 285940 w 285940"/>
                <a:gd name="connsiteY1" fmla="*/ 0 h 199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85940" h="199072">
                  <a:moveTo>
                    <a:pt x="0" y="199073"/>
                  </a:moveTo>
                  <a:cubicBezTo>
                    <a:pt x="0" y="199073"/>
                    <a:pt x="242125" y="39243"/>
                    <a:pt x="28594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A7DDC4C3-AFCC-D91F-5DB6-5FAD7FDC95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393114" y="5049773"/>
              <a:ext cx="655796" cy="381190"/>
            </a:xfrm>
            <a:custGeom>
              <a:avLst/>
              <a:gdLst>
                <a:gd name="connsiteX0" fmla="*/ 0 w 655796"/>
                <a:gd name="connsiteY0" fmla="*/ 381190 h 381190"/>
                <a:gd name="connsiteX1" fmla="*/ 655796 w 655796"/>
                <a:gd name="connsiteY1" fmla="*/ 0 h 381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5796" h="381190">
                  <a:moveTo>
                    <a:pt x="0" y="381190"/>
                  </a:moveTo>
                  <a:cubicBezTo>
                    <a:pt x="0" y="381190"/>
                    <a:pt x="461105" y="172117"/>
                    <a:pt x="65579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6B6BEB5A-64C8-D0FA-6E26-FC7C2C5BCC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154072" y="3867816"/>
              <a:ext cx="2907315" cy="1544764"/>
            </a:xfrm>
            <a:custGeom>
              <a:avLst/>
              <a:gdLst>
                <a:gd name="connsiteX0" fmla="*/ 0 w 2907315"/>
                <a:gd name="connsiteY0" fmla="*/ 1544764 h 1544764"/>
                <a:gd name="connsiteX1" fmla="*/ 201644 w 2907315"/>
                <a:gd name="connsiteY1" fmla="*/ 1352550 h 1544764"/>
                <a:gd name="connsiteX2" fmla="*/ 423196 w 2907315"/>
                <a:gd name="connsiteY2" fmla="*/ 1196054 h 1544764"/>
                <a:gd name="connsiteX3" fmla="*/ 782193 w 2907315"/>
                <a:gd name="connsiteY3" fmla="*/ 1099947 h 1544764"/>
                <a:gd name="connsiteX4" fmla="*/ 1052513 w 2907315"/>
                <a:gd name="connsiteY4" fmla="*/ 1042321 h 1544764"/>
                <a:gd name="connsiteX5" fmla="*/ 1311783 w 2907315"/>
                <a:gd name="connsiteY5" fmla="*/ 1056037 h 1544764"/>
                <a:gd name="connsiteX6" fmla="*/ 1484662 w 2907315"/>
                <a:gd name="connsiteY6" fmla="*/ 1083469 h 1544764"/>
                <a:gd name="connsiteX7" fmla="*/ 1788224 w 2907315"/>
                <a:gd name="connsiteY7" fmla="*/ 1023080 h 1544764"/>
                <a:gd name="connsiteX8" fmla="*/ 2269045 w 2907315"/>
                <a:gd name="connsiteY8" fmla="*/ 734758 h 1544764"/>
                <a:gd name="connsiteX9" fmla="*/ 2534984 w 2907315"/>
                <a:gd name="connsiteY9" fmla="*/ 572738 h 1544764"/>
                <a:gd name="connsiteX10" fmla="*/ 2907316 w 2907315"/>
                <a:gd name="connsiteY10" fmla="*/ 0 h 1544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7315" h="1544764">
                  <a:moveTo>
                    <a:pt x="0" y="1544764"/>
                  </a:moveTo>
                  <a:cubicBezTo>
                    <a:pt x="0" y="1544764"/>
                    <a:pt x="98012" y="1443990"/>
                    <a:pt x="201644" y="1352550"/>
                  </a:cubicBezTo>
                  <a:cubicBezTo>
                    <a:pt x="271272" y="1291209"/>
                    <a:pt x="343662" y="1234249"/>
                    <a:pt x="423196" y="1196054"/>
                  </a:cubicBezTo>
                  <a:cubicBezTo>
                    <a:pt x="537591" y="1141095"/>
                    <a:pt x="661226" y="1127189"/>
                    <a:pt x="782193" y="1099947"/>
                  </a:cubicBezTo>
                  <a:cubicBezTo>
                    <a:pt x="872300" y="1079659"/>
                    <a:pt x="961358" y="1051370"/>
                    <a:pt x="1052513" y="1042321"/>
                  </a:cubicBezTo>
                  <a:cubicBezTo>
                    <a:pt x="1139000" y="1033653"/>
                    <a:pt x="1225868" y="1040321"/>
                    <a:pt x="1311783" y="1056037"/>
                  </a:cubicBezTo>
                  <a:cubicBezTo>
                    <a:pt x="1369314" y="1066609"/>
                    <a:pt x="1426559" y="1079373"/>
                    <a:pt x="1484662" y="1083469"/>
                  </a:cubicBezTo>
                  <a:cubicBezTo>
                    <a:pt x="1587913" y="1090803"/>
                    <a:pt x="1690402" y="1064800"/>
                    <a:pt x="1788224" y="1023080"/>
                  </a:cubicBezTo>
                  <a:cubicBezTo>
                    <a:pt x="1956721" y="951262"/>
                    <a:pt x="2106549" y="825722"/>
                    <a:pt x="2269045" y="734758"/>
                  </a:cubicBezTo>
                  <a:cubicBezTo>
                    <a:pt x="2359438" y="684181"/>
                    <a:pt x="2452497" y="640556"/>
                    <a:pt x="2534984" y="572738"/>
                  </a:cubicBezTo>
                  <a:cubicBezTo>
                    <a:pt x="2673001" y="459391"/>
                    <a:pt x="2847023" y="191453"/>
                    <a:pt x="290731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6BFF3489-CFD8-9A30-0842-27A52718A5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07946" y="3479100"/>
              <a:ext cx="3168300" cy="1952434"/>
            </a:xfrm>
            <a:custGeom>
              <a:avLst/>
              <a:gdLst>
                <a:gd name="connsiteX0" fmla="*/ 0 w 3168300"/>
                <a:gd name="connsiteY0" fmla="*/ 1952435 h 1952434"/>
                <a:gd name="connsiteX1" fmla="*/ 202121 w 3168300"/>
                <a:gd name="connsiteY1" fmla="*/ 1687068 h 1952434"/>
                <a:gd name="connsiteX2" fmla="*/ 545116 w 3168300"/>
                <a:gd name="connsiteY2" fmla="*/ 1450277 h 1952434"/>
                <a:gd name="connsiteX3" fmla="*/ 906780 w 3168300"/>
                <a:gd name="connsiteY3" fmla="*/ 1354455 h 1952434"/>
                <a:gd name="connsiteX4" fmla="*/ 1332262 w 3168300"/>
                <a:gd name="connsiteY4" fmla="*/ 1285304 h 1952434"/>
                <a:gd name="connsiteX5" fmla="*/ 1691259 w 3168300"/>
                <a:gd name="connsiteY5" fmla="*/ 1240060 h 1952434"/>
                <a:gd name="connsiteX6" fmla="*/ 2010346 w 3168300"/>
                <a:gd name="connsiteY6" fmla="*/ 1141667 h 1952434"/>
                <a:gd name="connsiteX7" fmla="*/ 2393252 w 3168300"/>
                <a:gd name="connsiteY7" fmla="*/ 1027271 h 1952434"/>
                <a:gd name="connsiteX8" fmla="*/ 2582037 w 3168300"/>
                <a:gd name="connsiteY8" fmla="*/ 958120 h 1952434"/>
                <a:gd name="connsiteX9" fmla="*/ 2760155 w 3168300"/>
                <a:gd name="connsiteY9" fmla="*/ 827723 h 1952434"/>
                <a:gd name="connsiteX10" fmla="*/ 2914364 w 3168300"/>
                <a:gd name="connsiteY10" fmla="*/ 567023 h 1952434"/>
                <a:gd name="connsiteX11" fmla="*/ 3168301 w 3168300"/>
                <a:gd name="connsiteY11" fmla="*/ 0 h 1952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68300" h="1952434">
                  <a:moveTo>
                    <a:pt x="0" y="1952435"/>
                  </a:moveTo>
                  <a:cubicBezTo>
                    <a:pt x="0" y="1952435"/>
                    <a:pt x="91059" y="1796415"/>
                    <a:pt x="202121" y="1687068"/>
                  </a:cubicBezTo>
                  <a:cubicBezTo>
                    <a:pt x="301943" y="1588675"/>
                    <a:pt x="416528" y="1505617"/>
                    <a:pt x="545116" y="1450277"/>
                  </a:cubicBezTo>
                  <a:cubicBezTo>
                    <a:pt x="659987" y="1400747"/>
                    <a:pt x="783622" y="1377601"/>
                    <a:pt x="906780" y="1354455"/>
                  </a:cubicBezTo>
                  <a:cubicBezTo>
                    <a:pt x="1048036" y="1327976"/>
                    <a:pt x="1189482" y="1301972"/>
                    <a:pt x="1332262" y="1285304"/>
                  </a:cubicBezTo>
                  <a:cubicBezTo>
                    <a:pt x="1452182" y="1271302"/>
                    <a:pt x="1573340" y="1265873"/>
                    <a:pt x="1691259" y="1240060"/>
                  </a:cubicBezTo>
                  <a:cubicBezTo>
                    <a:pt x="1800035" y="1216247"/>
                    <a:pt x="1904619" y="1176718"/>
                    <a:pt x="2010346" y="1141667"/>
                  </a:cubicBezTo>
                  <a:cubicBezTo>
                    <a:pt x="2136743" y="1099661"/>
                    <a:pt x="2265902" y="1066229"/>
                    <a:pt x="2393252" y="1027271"/>
                  </a:cubicBezTo>
                  <a:cubicBezTo>
                    <a:pt x="2457450" y="1007650"/>
                    <a:pt x="2521744" y="987552"/>
                    <a:pt x="2582037" y="958120"/>
                  </a:cubicBezTo>
                  <a:cubicBezTo>
                    <a:pt x="2648807" y="925449"/>
                    <a:pt x="2710815" y="883349"/>
                    <a:pt x="2760155" y="827723"/>
                  </a:cubicBezTo>
                  <a:cubicBezTo>
                    <a:pt x="2827496" y="751904"/>
                    <a:pt x="2867978" y="657511"/>
                    <a:pt x="2914364" y="567023"/>
                  </a:cubicBezTo>
                  <a:cubicBezTo>
                    <a:pt x="2972753" y="453200"/>
                    <a:pt x="3119152" y="118015"/>
                    <a:pt x="316830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D54E522C-C3A1-AED9-667B-B320FBE3E2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04778" y="2976752"/>
              <a:ext cx="3356800" cy="2452020"/>
            </a:xfrm>
            <a:custGeom>
              <a:avLst/>
              <a:gdLst>
                <a:gd name="connsiteX0" fmla="*/ 0 w 3356800"/>
                <a:gd name="connsiteY0" fmla="*/ 2452021 h 2452020"/>
                <a:gd name="connsiteX1" fmla="*/ 130874 w 3356800"/>
                <a:gd name="connsiteY1" fmla="*/ 2247710 h 2452020"/>
                <a:gd name="connsiteX2" fmla="*/ 437197 w 3356800"/>
                <a:gd name="connsiteY2" fmla="*/ 1941195 h 2452020"/>
                <a:gd name="connsiteX3" fmla="*/ 737140 w 3356800"/>
                <a:gd name="connsiteY3" fmla="*/ 1736884 h 2452020"/>
                <a:gd name="connsiteX4" fmla="*/ 1031843 w 3356800"/>
                <a:gd name="connsiteY4" fmla="*/ 1685068 h 2452020"/>
                <a:gd name="connsiteX5" fmla="*/ 1287304 w 3356800"/>
                <a:gd name="connsiteY5" fmla="*/ 1655826 h 2452020"/>
                <a:gd name="connsiteX6" fmla="*/ 1471994 w 3356800"/>
                <a:gd name="connsiteY6" fmla="*/ 1634300 h 2452020"/>
                <a:gd name="connsiteX7" fmla="*/ 1898237 w 3356800"/>
                <a:gd name="connsiteY7" fmla="*/ 1512665 h 2452020"/>
                <a:gd name="connsiteX8" fmla="*/ 2229136 w 3356800"/>
                <a:gd name="connsiteY8" fmla="*/ 1355598 h 2452020"/>
                <a:gd name="connsiteX9" fmla="*/ 2512314 w 3356800"/>
                <a:gd name="connsiteY9" fmla="*/ 1238631 h 2452020"/>
                <a:gd name="connsiteX10" fmla="*/ 2758535 w 3356800"/>
                <a:gd name="connsiteY10" fmla="*/ 1096994 h 2452020"/>
                <a:gd name="connsiteX11" fmla="*/ 2935510 w 3356800"/>
                <a:gd name="connsiteY11" fmla="*/ 919925 h 2452020"/>
                <a:gd name="connsiteX12" fmla="*/ 3081719 w 3356800"/>
                <a:gd name="connsiteY12" fmla="*/ 687419 h 2452020"/>
                <a:gd name="connsiteX13" fmla="*/ 3356800 w 3356800"/>
                <a:gd name="connsiteY13" fmla="*/ 0 h 2452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356800" h="2452020">
                  <a:moveTo>
                    <a:pt x="0" y="2452021"/>
                  </a:moveTo>
                  <a:cubicBezTo>
                    <a:pt x="0" y="2452021"/>
                    <a:pt x="57150" y="2344198"/>
                    <a:pt x="130874" y="2247710"/>
                  </a:cubicBezTo>
                  <a:cubicBezTo>
                    <a:pt x="218694" y="2132648"/>
                    <a:pt x="328136" y="2036635"/>
                    <a:pt x="437197" y="1941195"/>
                  </a:cubicBezTo>
                  <a:cubicBezTo>
                    <a:pt x="529304" y="1860709"/>
                    <a:pt x="623030" y="1779556"/>
                    <a:pt x="737140" y="1736884"/>
                  </a:cubicBezTo>
                  <a:cubicBezTo>
                    <a:pt x="830866" y="1701736"/>
                    <a:pt x="932021" y="1695450"/>
                    <a:pt x="1031843" y="1685068"/>
                  </a:cubicBezTo>
                  <a:cubicBezTo>
                    <a:pt x="1117092" y="1676210"/>
                    <a:pt x="1202055" y="1665160"/>
                    <a:pt x="1287304" y="1655826"/>
                  </a:cubicBezTo>
                  <a:cubicBezTo>
                    <a:pt x="1348931" y="1649063"/>
                    <a:pt x="1410653" y="1643539"/>
                    <a:pt x="1471994" y="1634300"/>
                  </a:cubicBezTo>
                  <a:cubicBezTo>
                    <a:pt x="1618679" y="1612011"/>
                    <a:pt x="1761935" y="1571149"/>
                    <a:pt x="1898237" y="1512665"/>
                  </a:cubicBezTo>
                  <a:cubicBezTo>
                    <a:pt x="2010442" y="1464564"/>
                    <a:pt x="2117503" y="1405128"/>
                    <a:pt x="2229136" y="1355598"/>
                  </a:cubicBezTo>
                  <a:cubicBezTo>
                    <a:pt x="2322481" y="1314164"/>
                    <a:pt x="2418969" y="1280160"/>
                    <a:pt x="2512314" y="1238631"/>
                  </a:cubicBezTo>
                  <a:cubicBezTo>
                    <a:pt x="2599087" y="1199960"/>
                    <a:pt x="2683193" y="1154811"/>
                    <a:pt x="2758535" y="1096994"/>
                  </a:cubicBezTo>
                  <a:cubicBezTo>
                    <a:pt x="2825020" y="1046035"/>
                    <a:pt x="2883789" y="985837"/>
                    <a:pt x="2935510" y="919925"/>
                  </a:cubicBezTo>
                  <a:cubicBezTo>
                    <a:pt x="2992184" y="847725"/>
                    <a:pt x="3039904" y="769144"/>
                    <a:pt x="3081719" y="687419"/>
                  </a:cubicBezTo>
                  <a:cubicBezTo>
                    <a:pt x="3138297" y="576739"/>
                    <a:pt x="3314129" y="116776"/>
                    <a:pt x="335680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 useBgFill="1">
        <p:nvSpPr>
          <p:cNvPr id="108" name="Rectangle 107">
            <a:extLst>
              <a:ext uri="{FF2B5EF4-FFF2-40B4-BE49-F238E27FC236}">
                <a16:creationId xmlns:a16="http://schemas.microsoft.com/office/drawing/2014/main" id="{986DDB15-CC2C-0DBF-B57B-5031A2F04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E801A96B-ED7C-C5D3-D58E-C5A4EE7868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110" name="Top Left">
            <a:extLst>
              <a:ext uri="{FF2B5EF4-FFF2-40B4-BE49-F238E27FC236}">
                <a16:creationId xmlns:a16="http://schemas.microsoft.com/office/drawing/2014/main" id="{658078FD-24A8-53DF-B652-12C2B7C8B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-3086"/>
            <a:ext cx="2198951" cy="3349518"/>
            <a:chOff x="10849" y="-3086"/>
            <a:chExt cx="2198951" cy="3349518"/>
          </a:xfrm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E5105AE7-8270-195D-2145-072828346A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DA54F16A-E0E8-3547-9ACF-3AB67BFC02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2776B99B-2EAB-0B1B-0C4B-A765A7A6B0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C53C044F-6293-E1B3-510C-053DF7A13B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36130C49-83E5-2200-41A2-12E8461056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0FB025A6-FA4D-CBF8-6165-EA879E921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7454F10B-9F12-12F3-8C5D-86FEA0A189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4342B049-E851-08D4-D54A-A61ABBDCBE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2" name="Title 11">
            <a:extLst>
              <a:ext uri="{FF2B5EF4-FFF2-40B4-BE49-F238E27FC236}">
                <a16:creationId xmlns:a16="http://schemas.microsoft.com/office/drawing/2014/main" id="{778CC84F-2AF3-F6A9-16F5-9AF731C62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1" y="559813"/>
            <a:ext cx="9988166" cy="166457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dirty="0"/>
              <a:t>Fine-Tuning Process</a:t>
            </a: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111" name="Bottom Right">
            <a:extLst>
              <a:ext uri="{FF2B5EF4-FFF2-40B4-BE49-F238E27FC236}">
                <a16:creationId xmlns:a16="http://schemas.microsoft.com/office/drawing/2014/main" id="{79CF7AAC-636C-9D73-33ED-5C6B8A94D1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67060D59-3A48-C13B-A049-7C387CD864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39256" y="6178637"/>
              <a:ext cx="1482102" cy="67936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grpSp>
          <p:nvGrpSpPr>
            <p:cNvPr id="60" name="Graphic 157">
              <a:extLst>
                <a:ext uri="{FF2B5EF4-FFF2-40B4-BE49-F238E27FC236}">
                  <a16:creationId xmlns:a16="http://schemas.microsoft.com/office/drawing/2014/main" id="{C3338887-E970-EAC9-3929-593872D102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286F8B67-F684-C6F9-6080-112F2B74C9F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EC89F0A3-CC4D-068C-954D-D74BF579D8D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8E20D46B-D6F5-20B9-F3B4-01B504D985B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57C09C67-B4FF-F86A-8B71-38F062956B3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25F7C3D7-981D-0DA4-714A-F3D5F270563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F3DEA27C-DFA5-BCE1-714D-8D2A42D93F0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FE700329-9189-C04C-39A2-A34694CB937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92C84CA5-B487-DE5E-6FC2-038B57B3E1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E1759608-67B8-EEDE-35E2-AA025EA66D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4512" y="1675026"/>
            <a:ext cx="9978765" cy="4481854"/>
          </a:xfrm>
          <a:prstGeom prst="round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just">
              <a:lnSpc>
                <a:spcPct val="150000"/>
              </a:lnSpc>
              <a:buFont typeface="Avenir Next LT Pro" panose="020B0504020202020204" pitchFamily="34" charset="0"/>
              <a:buChar char="+"/>
            </a:pPr>
            <a:endParaRPr lang="en-US">
              <a:ea typeface="+mn-lt"/>
              <a:cs typeface="+mn-lt"/>
            </a:endParaRPr>
          </a:p>
          <a:p>
            <a:pPr marL="457200" lvl="1" indent="0" algn="just">
              <a:lnSpc>
                <a:spcPct val="150000"/>
              </a:lnSpc>
              <a:buNone/>
            </a:pPr>
            <a:r>
              <a:rPr lang="en-US" sz="1800" dirty="0">
                <a:solidFill>
                  <a:schemeClr val="accent2"/>
                </a:solidFill>
                <a:ea typeface="+mn-lt"/>
                <a:cs typeface="+mn-lt"/>
              </a:rPr>
              <a:t>4. </a:t>
            </a:r>
            <a:r>
              <a:rPr lang="en-US" sz="1800" dirty="0">
                <a:ea typeface="+mn-lt"/>
                <a:cs typeface="+mn-lt"/>
              </a:rPr>
              <a:t>Validate the model: Test the fine-tuned MobileNetV2 model on a validation set to measure its performance and ability to generalize to new data.</a:t>
            </a:r>
          </a:p>
          <a:p>
            <a:pPr marL="457200" lvl="1" indent="0" algn="just">
              <a:lnSpc>
                <a:spcPct val="150000"/>
              </a:lnSpc>
              <a:buNone/>
            </a:pPr>
            <a:r>
              <a:rPr lang="en-US" sz="1800" dirty="0">
                <a:solidFill>
                  <a:schemeClr val="accent2"/>
                </a:solidFill>
                <a:ea typeface="+mn-lt"/>
                <a:cs typeface="+mn-lt"/>
              </a:rPr>
              <a:t>5.</a:t>
            </a:r>
            <a:r>
              <a:rPr lang="en-US" sz="1800" dirty="0">
                <a:ea typeface="+mn-lt"/>
                <a:cs typeface="+mn-lt"/>
              </a:rPr>
              <a:t> Prepare the fine-tuned MobileNetV2 model for deployment by exporting it in a format compatible with your production environment, such as ONNX or TensorFlow </a:t>
            </a:r>
            <a:r>
              <a:rPr lang="en-US" sz="1800" dirty="0" err="1">
                <a:ea typeface="+mn-lt"/>
                <a:cs typeface="+mn-lt"/>
              </a:rPr>
              <a:t>SavedModel</a:t>
            </a:r>
            <a:r>
              <a:rPr lang="en-US" sz="1800" dirty="0">
                <a:ea typeface="+mn-lt"/>
                <a:cs typeface="+mn-lt"/>
              </a:rPr>
              <a:t>.</a:t>
            </a:r>
          </a:p>
          <a:p>
            <a:pPr lvl="1" algn="just">
              <a:lnSpc>
                <a:spcPct val="150000"/>
              </a:lnSpc>
              <a:buFont typeface="Courier New" panose="020B0504020202020204" pitchFamily="34" charset="0"/>
              <a:buChar char="o"/>
            </a:pPr>
            <a:endParaRPr lang="en-US" sz="1800">
              <a:ea typeface="+mn-lt"/>
              <a:cs typeface="+mn-lt"/>
            </a:endParaRPr>
          </a:p>
          <a:p>
            <a:pPr lvl="1" algn="just">
              <a:lnSpc>
                <a:spcPct val="150000"/>
              </a:lnSpc>
              <a:buFont typeface="Courier New" panose="020B0504020202020204" pitchFamily="34" charset="0"/>
              <a:buChar char="o"/>
            </a:pPr>
            <a:endParaRPr lang="en-US" sz="1800">
              <a:ea typeface="+mn-lt"/>
              <a:cs typeface="+mn-lt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C16F95-2366-AC07-753E-A007094F0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6000" y="6356350"/>
            <a:ext cx="1447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73B850FF-6169-4056-8077-06FFA93A5366}" type="slidenum">
              <a:rPr lang="en-US" cap="all" smtClean="0">
                <a:cs typeface="Segoe UI Semilight" panose="020B0402040204020203" pitchFamily="34" charset="0"/>
              </a:rPr>
              <a:pPr>
                <a:spcAft>
                  <a:spcPts val="600"/>
                </a:spcAft>
              </a:pPr>
              <a:t>8</a:t>
            </a:fld>
            <a:endParaRPr lang="en-US" cap="all">
              <a:cs typeface="Segoe UI Semilight" panose="020B04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26356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0921E1-B86A-C62D-EB7D-5BFA98874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 101">
            <a:extLst>
              <a:ext uri="{FF2B5EF4-FFF2-40B4-BE49-F238E27FC236}">
                <a16:creationId xmlns:a16="http://schemas.microsoft.com/office/drawing/2014/main" id="{BE1D2711-846F-40C5-AEEE-56FC5C501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03" name="Freeform: Shape 102">
            <a:extLst>
              <a:ext uri="{FF2B5EF4-FFF2-40B4-BE49-F238E27FC236}">
                <a16:creationId xmlns:a16="http://schemas.microsoft.com/office/drawing/2014/main" id="{C8A432F3-2744-CE28-FAC4-B0C01AE7D0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692844" y="-3086"/>
            <a:ext cx="1326111" cy="59760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rPr>
              <a:t> </a:t>
            </a:r>
          </a:p>
        </p:txBody>
      </p:sp>
      <p:sp>
        <p:nvSpPr>
          <p:cNvPr id="104" name="Freeform: Shape 103">
            <a:extLst>
              <a:ext uri="{FF2B5EF4-FFF2-40B4-BE49-F238E27FC236}">
                <a16:creationId xmlns:a16="http://schemas.microsoft.com/office/drawing/2014/main" id="{4550B574-285D-B5B8-5C6C-A116AC8BF2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9256" y="6172200"/>
            <a:ext cx="1482102" cy="67936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rPr>
              <a:t> </a:t>
            </a:r>
          </a:p>
        </p:txBody>
      </p:sp>
      <p:sp>
        <p:nvSpPr>
          <p:cNvPr id="105" name="Freeform: Shape 104">
            <a:extLst>
              <a:ext uri="{FF2B5EF4-FFF2-40B4-BE49-F238E27FC236}">
                <a16:creationId xmlns:a16="http://schemas.microsoft.com/office/drawing/2014/main" id="{7E1CA9E8-FC5E-6EF8-AAD8-4110C5F587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7352" y="5197178"/>
            <a:ext cx="4211600" cy="1660822"/>
          </a:xfrm>
          <a:custGeom>
            <a:avLst/>
            <a:gdLst>
              <a:gd name="connsiteX0" fmla="*/ 4211600 w 4211600"/>
              <a:gd name="connsiteY0" fmla="*/ 0 h 1660822"/>
              <a:gd name="connsiteX1" fmla="*/ 4211600 w 4211600"/>
              <a:gd name="connsiteY1" fmla="*/ 58430 h 1660822"/>
              <a:gd name="connsiteX2" fmla="*/ 4136524 w 4211600"/>
              <a:gd name="connsiteY2" fmla="*/ 208808 h 1660822"/>
              <a:gd name="connsiteX3" fmla="*/ 3973354 w 4211600"/>
              <a:gd name="connsiteY3" fmla="*/ 437313 h 1660822"/>
              <a:gd name="connsiteX4" fmla="*/ 3884746 w 4211600"/>
              <a:gd name="connsiteY4" fmla="*/ 553613 h 1660822"/>
              <a:gd name="connsiteX5" fmla="*/ 3849435 w 4211600"/>
              <a:gd name="connsiteY5" fmla="*/ 603143 h 1660822"/>
              <a:gd name="connsiteX6" fmla="*/ 3661849 w 4211600"/>
              <a:gd name="connsiteY6" fmla="*/ 819075 h 1660822"/>
              <a:gd name="connsiteX7" fmla="*/ 3402589 w 4211600"/>
              <a:gd name="connsiteY7" fmla="*/ 952996 h 1660822"/>
              <a:gd name="connsiteX8" fmla="*/ 3130202 w 4211600"/>
              <a:gd name="connsiteY8" fmla="*/ 1023386 h 1660822"/>
              <a:gd name="connsiteX9" fmla="*/ 2914657 w 4211600"/>
              <a:gd name="connsiteY9" fmla="*/ 1068058 h 1660822"/>
              <a:gd name="connsiteX10" fmla="*/ 2582149 w 4211600"/>
              <a:gd name="connsiteY10" fmla="*/ 1138924 h 1660822"/>
              <a:gd name="connsiteX11" fmla="*/ 2483958 w 4211600"/>
              <a:gd name="connsiteY11" fmla="*/ 1162356 h 1660822"/>
              <a:gd name="connsiteX12" fmla="*/ 2123750 w 4211600"/>
              <a:gd name="connsiteY12" fmla="*/ 1238651 h 1660822"/>
              <a:gd name="connsiteX13" fmla="*/ 1761444 w 4211600"/>
              <a:gd name="connsiteY13" fmla="*/ 1273417 h 1660822"/>
              <a:gd name="connsiteX14" fmla="*/ 1608382 w 4211600"/>
              <a:gd name="connsiteY14" fmla="*/ 1284466 h 1660822"/>
              <a:gd name="connsiteX15" fmla="*/ 999942 w 4211600"/>
              <a:gd name="connsiteY15" fmla="*/ 1354284 h 1660822"/>
              <a:gd name="connsiteX16" fmla="*/ 484705 w 4211600"/>
              <a:gd name="connsiteY16" fmla="*/ 1450487 h 1660822"/>
              <a:gd name="connsiteX17" fmla="*/ 113310 w 4211600"/>
              <a:gd name="connsiteY17" fmla="*/ 1613700 h 1660822"/>
              <a:gd name="connsiteX18" fmla="*/ 39668 w 4211600"/>
              <a:gd name="connsiteY18" fmla="*/ 1660822 h 1660822"/>
              <a:gd name="connsiteX19" fmla="*/ 0 w 4211600"/>
              <a:gd name="connsiteY19" fmla="*/ 1660822 h 1660822"/>
              <a:gd name="connsiteX20" fmla="*/ 96701 w 4211600"/>
              <a:gd name="connsiteY20" fmla="*/ 1598934 h 1660822"/>
              <a:gd name="connsiteX21" fmla="*/ 474335 w 4211600"/>
              <a:gd name="connsiteY21" fmla="*/ 1433056 h 1660822"/>
              <a:gd name="connsiteX22" fmla="*/ 994299 w 4211600"/>
              <a:gd name="connsiteY22" fmla="*/ 1335806 h 1660822"/>
              <a:gd name="connsiteX23" fmla="*/ 1605231 w 4211600"/>
              <a:gd name="connsiteY23" fmla="*/ 1265702 h 1660822"/>
              <a:gd name="connsiteX24" fmla="*/ 1758819 w 4211600"/>
              <a:gd name="connsiteY24" fmla="*/ 1254558 h 1660822"/>
              <a:gd name="connsiteX25" fmla="*/ 2118106 w 4211600"/>
              <a:gd name="connsiteY25" fmla="*/ 1220077 h 1660822"/>
              <a:gd name="connsiteX26" fmla="*/ 2475557 w 4211600"/>
              <a:gd name="connsiteY26" fmla="*/ 1144353 h 1660822"/>
              <a:gd name="connsiteX27" fmla="*/ 2573878 w 4211600"/>
              <a:gd name="connsiteY27" fmla="*/ 1120827 h 1660822"/>
              <a:gd name="connsiteX28" fmla="*/ 2907437 w 4211600"/>
              <a:gd name="connsiteY28" fmla="*/ 1049675 h 1660822"/>
              <a:gd name="connsiteX29" fmla="*/ 3122589 w 4211600"/>
              <a:gd name="connsiteY29" fmla="*/ 1005098 h 1660822"/>
              <a:gd name="connsiteX30" fmla="*/ 3391169 w 4211600"/>
              <a:gd name="connsiteY30" fmla="*/ 935756 h 1660822"/>
              <a:gd name="connsiteX31" fmla="*/ 3642290 w 4211600"/>
              <a:gd name="connsiteY31" fmla="*/ 806216 h 1660822"/>
              <a:gd name="connsiteX32" fmla="*/ 3825937 w 4211600"/>
              <a:gd name="connsiteY32" fmla="*/ 594475 h 1660822"/>
              <a:gd name="connsiteX33" fmla="*/ 3861381 w 4211600"/>
              <a:gd name="connsiteY33" fmla="*/ 544755 h 1660822"/>
              <a:gd name="connsiteX34" fmla="*/ 3950381 w 4211600"/>
              <a:gd name="connsiteY34" fmla="*/ 427978 h 1660822"/>
              <a:gd name="connsiteX35" fmla="*/ 4112370 w 4211600"/>
              <a:gd name="connsiteY35" fmla="*/ 201378 h 1660822"/>
              <a:gd name="connsiteX36" fmla="*/ 4195989 w 4211600"/>
              <a:gd name="connsiteY36" fmla="*/ 33834 h 1660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211600" h="1660822">
                <a:moveTo>
                  <a:pt x="4211600" y="0"/>
                </a:moveTo>
                <a:lnTo>
                  <a:pt x="4211600" y="58430"/>
                </a:lnTo>
                <a:lnTo>
                  <a:pt x="4136524" y="208808"/>
                </a:lnTo>
                <a:cubicBezTo>
                  <a:pt x="4089791" y="287770"/>
                  <a:pt x="4030588" y="363780"/>
                  <a:pt x="3973354" y="437313"/>
                </a:cubicBezTo>
                <a:cubicBezTo>
                  <a:pt x="3943819" y="475222"/>
                  <a:pt x="3913231" y="514465"/>
                  <a:pt x="3884746" y="553613"/>
                </a:cubicBezTo>
                <a:cubicBezTo>
                  <a:pt x="3872801" y="569996"/>
                  <a:pt x="3861119" y="586569"/>
                  <a:pt x="3849435" y="603143"/>
                </a:cubicBezTo>
                <a:cubicBezTo>
                  <a:pt x="3796665" y="678009"/>
                  <a:pt x="3742187" y="755352"/>
                  <a:pt x="3661849" y="819075"/>
                </a:cubicBezTo>
                <a:cubicBezTo>
                  <a:pt x="3596214" y="871176"/>
                  <a:pt x="3509050" y="916230"/>
                  <a:pt x="3402589" y="952996"/>
                </a:cubicBezTo>
                <a:cubicBezTo>
                  <a:pt x="3312406" y="984048"/>
                  <a:pt x="3215660" y="1005003"/>
                  <a:pt x="3130202" y="1023386"/>
                </a:cubicBezTo>
                <a:cubicBezTo>
                  <a:pt x="3058529" y="1038816"/>
                  <a:pt x="2985412" y="1053675"/>
                  <a:pt x="2914657" y="1068058"/>
                </a:cubicBezTo>
                <a:cubicBezTo>
                  <a:pt x="2805176" y="1090251"/>
                  <a:pt x="2692021" y="1113207"/>
                  <a:pt x="2582149" y="1138924"/>
                </a:cubicBezTo>
                <a:cubicBezTo>
                  <a:pt x="2549330" y="1146639"/>
                  <a:pt x="2516644" y="1154450"/>
                  <a:pt x="2483958" y="1162356"/>
                </a:cubicBezTo>
                <a:cubicBezTo>
                  <a:pt x="2367257" y="1190550"/>
                  <a:pt x="2246621" y="1219601"/>
                  <a:pt x="2123750" y="1238651"/>
                </a:cubicBezTo>
                <a:cubicBezTo>
                  <a:pt x="2004294" y="1257129"/>
                  <a:pt x="1880769" y="1265416"/>
                  <a:pt x="1761444" y="1273417"/>
                </a:cubicBezTo>
                <a:cubicBezTo>
                  <a:pt x="1711167" y="1276751"/>
                  <a:pt x="1659184" y="1280275"/>
                  <a:pt x="1608382" y="1284466"/>
                </a:cubicBezTo>
                <a:cubicBezTo>
                  <a:pt x="1408589" y="1300944"/>
                  <a:pt x="1214570" y="1325805"/>
                  <a:pt x="999942" y="1354284"/>
                </a:cubicBezTo>
                <a:cubicBezTo>
                  <a:pt x="826403" y="1377240"/>
                  <a:pt x="647744" y="1400957"/>
                  <a:pt x="484705" y="1450487"/>
                </a:cubicBezTo>
                <a:cubicBezTo>
                  <a:pt x="355831" y="1489635"/>
                  <a:pt x="231387" y="1544374"/>
                  <a:pt x="113310" y="1613700"/>
                </a:cubicBezTo>
                <a:lnTo>
                  <a:pt x="39668" y="1660822"/>
                </a:lnTo>
                <a:lnTo>
                  <a:pt x="0" y="1660822"/>
                </a:lnTo>
                <a:lnTo>
                  <a:pt x="96701" y="1598934"/>
                </a:lnTo>
                <a:cubicBezTo>
                  <a:pt x="216635" y="1528533"/>
                  <a:pt x="343196" y="1472919"/>
                  <a:pt x="474335" y="1433056"/>
                </a:cubicBezTo>
                <a:cubicBezTo>
                  <a:pt x="639999" y="1382669"/>
                  <a:pt x="820102" y="1358856"/>
                  <a:pt x="994299" y="1335806"/>
                </a:cubicBezTo>
                <a:cubicBezTo>
                  <a:pt x="1210239" y="1307231"/>
                  <a:pt x="1404650" y="1282275"/>
                  <a:pt x="1605231" y="1265702"/>
                </a:cubicBezTo>
                <a:cubicBezTo>
                  <a:pt x="1656428" y="1261511"/>
                  <a:pt x="1708411" y="1257987"/>
                  <a:pt x="1758819" y="1254558"/>
                </a:cubicBezTo>
                <a:cubicBezTo>
                  <a:pt x="1877487" y="1246557"/>
                  <a:pt x="2000094" y="1238365"/>
                  <a:pt x="2118106" y="1220077"/>
                </a:cubicBezTo>
                <a:cubicBezTo>
                  <a:pt x="2239531" y="1201313"/>
                  <a:pt x="2359513" y="1172357"/>
                  <a:pt x="2475557" y="1144353"/>
                </a:cubicBezTo>
                <a:cubicBezTo>
                  <a:pt x="2508243" y="1136448"/>
                  <a:pt x="2541060" y="1128542"/>
                  <a:pt x="2573878" y="1120827"/>
                </a:cubicBezTo>
                <a:cubicBezTo>
                  <a:pt x="2684276" y="1094919"/>
                  <a:pt x="2797694" y="1071963"/>
                  <a:pt x="2907437" y="1049675"/>
                </a:cubicBezTo>
                <a:cubicBezTo>
                  <a:pt x="2978061" y="1035387"/>
                  <a:pt x="3051178" y="1020528"/>
                  <a:pt x="3122589" y="1005098"/>
                </a:cubicBezTo>
                <a:cubicBezTo>
                  <a:pt x="3206997" y="986810"/>
                  <a:pt x="3302823" y="966141"/>
                  <a:pt x="3391169" y="935756"/>
                </a:cubicBezTo>
                <a:cubicBezTo>
                  <a:pt x="3494479" y="900132"/>
                  <a:pt x="3578886" y="856508"/>
                  <a:pt x="3642290" y="806216"/>
                </a:cubicBezTo>
                <a:cubicBezTo>
                  <a:pt x="3720133" y="744303"/>
                  <a:pt x="3773953" y="668103"/>
                  <a:pt x="3825937" y="594475"/>
                </a:cubicBezTo>
                <a:cubicBezTo>
                  <a:pt x="3837621" y="577902"/>
                  <a:pt x="3849435" y="561233"/>
                  <a:pt x="3861381" y="544755"/>
                </a:cubicBezTo>
                <a:cubicBezTo>
                  <a:pt x="3889997" y="505416"/>
                  <a:pt x="3920715" y="465983"/>
                  <a:pt x="3950381" y="427978"/>
                </a:cubicBezTo>
                <a:cubicBezTo>
                  <a:pt x="4007353" y="354921"/>
                  <a:pt x="4066163" y="279388"/>
                  <a:pt x="4112370" y="201378"/>
                </a:cubicBezTo>
                <a:cubicBezTo>
                  <a:pt x="4144662" y="146800"/>
                  <a:pt x="4170785" y="89364"/>
                  <a:pt x="4195989" y="3383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06" name="Graphic 141">
            <a:extLst>
              <a:ext uri="{FF2B5EF4-FFF2-40B4-BE49-F238E27FC236}">
                <a16:creationId xmlns:a16="http://schemas.microsoft.com/office/drawing/2014/main" id="{D0B9B9D7-C945-5CDA-0338-C0A40635B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15178"/>
            <a:ext cx="2198951" cy="3331254"/>
            <a:chOff x="4473129" y="923925"/>
            <a:chExt cx="3308947" cy="5012817"/>
          </a:xfrm>
          <a:noFill/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CD4A2D9-3D7C-D7C2-BDD9-10C0EBA300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85988" y="924020"/>
              <a:ext cx="3296088" cy="5012722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8304E9DE-AB37-1920-76D0-005AF4E2DA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923925"/>
              <a:ext cx="2977477" cy="462714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0E04C839-1E51-AA4D-A080-2D7B5C2987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94561" y="923925"/>
              <a:ext cx="2356712" cy="4118991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89D3110A-1237-6A8E-D611-4335C3FEBC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923925"/>
              <a:ext cx="2059193" cy="3980116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EA48A0E9-7F5A-D707-2A01-9C2C33FE8F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85131" y="1719357"/>
              <a:ext cx="743796" cy="2867501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C15EBE6-0832-D958-0BE7-EE2072022F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1912731"/>
              <a:ext cx="597294" cy="2543540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2F40E839-66DB-7A2E-B07F-B76DBAFDB3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91417" y="2227197"/>
              <a:ext cx="389425" cy="2011236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07" name="Graphic 157">
            <a:extLst>
              <a:ext uri="{FF2B5EF4-FFF2-40B4-BE49-F238E27FC236}">
                <a16:creationId xmlns:a16="http://schemas.microsoft.com/office/drawing/2014/main" id="{5F6C382B-FA68-2249-6C03-4BDAF7C335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610600" y="3276600"/>
            <a:ext cx="3529260" cy="3581398"/>
            <a:chOff x="4114800" y="1423987"/>
            <a:chExt cx="3961542" cy="4007547"/>
          </a:xfrm>
          <a:noFill/>
        </p:grpSpPr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D6335784-D96F-C1CE-463C-E55D5697CE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114800" y="1423987"/>
              <a:ext cx="3946874" cy="3989641"/>
            </a:xfrm>
            <a:custGeom>
              <a:avLst/>
              <a:gdLst>
                <a:gd name="connsiteX0" fmla="*/ 0 w 3946874"/>
                <a:gd name="connsiteY0" fmla="*/ 3989641 h 3989641"/>
                <a:gd name="connsiteX1" fmla="*/ 79439 w 3946874"/>
                <a:gd name="connsiteY1" fmla="*/ 3891153 h 3989641"/>
                <a:gd name="connsiteX2" fmla="*/ 297371 w 3946874"/>
                <a:gd name="connsiteY2" fmla="*/ 3626930 h 3989641"/>
                <a:gd name="connsiteX3" fmla="*/ 454343 w 3946874"/>
                <a:gd name="connsiteY3" fmla="*/ 3440335 h 3989641"/>
                <a:gd name="connsiteX4" fmla="*/ 622363 w 3946874"/>
                <a:gd name="connsiteY4" fmla="*/ 3290697 h 3989641"/>
                <a:gd name="connsiteX5" fmla="*/ 927068 w 3946874"/>
                <a:gd name="connsiteY5" fmla="*/ 3087434 h 3989641"/>
                <a:gd name="connsiteX6" fmla="*/ 1176338 w 3946874"/>
                <a:gd name="connsiteY6" fmla="*/ 2915603 h 3989641"/>
                <a:gd name="connsiteX7" fmla="*/ 1394270 w 3946874"/>
                <a:gd name="connsiteY7" fmla="*/ 2780729 h 3989641"/>
                <a:gd name="connsiteX8" fmla="*/ 1601057 w 3946874"/>
                <a:gd name="connsiteY8" fmla="*/ 2723483 h 3989641"/>
                <a:gd name="connsiteX9" fmla="*/ 1756220 w 3946874"/>
                <a:gd name="connsiteY9" fmla="*/ 2743772 h 3989641"/>
                <a:gd name="connsiteX10" fmla="*/ 1889189 w 3946874"/>
                <a:gd name="connsiteY10" fmla="*/ 2765965 h 3989641"/>
                <a:gd name="connsiteX11" fmla="*/ 2007394 w 3946874"/>
                <a:gd name="connsiteY11" fmla="*/ 2765965 h 3989641"/>
                <a:gd name="connsiteX12" fmla="*/ 2184654 w 3946874"/>
                <a:gd name="connsiteY12" fmla="*/ 2671763 h 3989641"/>
                <a:gd name="connsiteX13" fmla="*/ 2372773 w 3946874"/>
                <a:gd name="connsiteY13" fmla="*/ 2538984 h 3989641"/>
                <a:gd name="connsiteX14" fmla="*/ 2439543 w 3946874"/>
                <a:gd name="connsiteY14" fmla="*/ 2510504 h 3989641"/>
                <a:gd name="connsiteX15" fmla="*/ 2650617 w 3946874"/>
                <a:gd name="connsiteY15" fmla="*/ 2434781 h 3989641"/>
                <a:gd name="connsiteX16" fmla="*/ 2785110 w 3946874"/>
                <a:gd name="connsiteY16" fmla="*/ 2383060 h 3989641"/>
                <a:gd name="connsiteX17" fmla="*/ 2897315 w 3946874"/>
                <a:gd name="connsiteY17" fmla="*/ 2318861 h 3989641"/>
                <a:gd name="connsiteX18" fmla="*/ 2997994 w 3946874"/>
                <a:gd name="connsiteY18" fmla="*/ 2226183 h 3989641"/>
                <a:gd name="connsiteX19" fmla="*/ 3061240 w 3946874"/>
                <a:gd name="connsiteY19" fmla="*/ 2141506 h 3989641"/>
                <a:gd name="connsiteX20" fmla="*/ 3152108 w 3946874"/>
                <a:gd name="connsiteY20" fmla="*/ 2005203 h 3989641"/>
                <a:gd name="connsiteX21" fmla="*/ 3274124 w 3946874"/>
                <a:gd name="connsiteY21" fmla="*/ 1871567 h 3989641"/>
                <a:gd name="connsiteX22" fmla="*/ 3388138 w 3946874"/>
                <a:gd name="connsiteY22" fmla="*/ 1770888 h 3989641"/>
                <a:gd name="connsiteX23" fmla="*/ 3466529 w 3946874"/>
                <a:gd name="connsiteY23" fmla="*/ 1679162 h 3989641"/>
                <a:gd name="connsiteX24" fmla="*/ 3538633 w 3946874"/>
                <a:gd name="connsiteY24" fmla="*/ 1551718 h 3989641"/>
                <a:gd name="connsiteX25" fmla="*/ 3588544 w 3946874"/>
                <a:gd name="connsiteY25" fmla="*/ 1376172 h 3989641"/>
                <a:gd name="connsiteX26" fmla="*/ 3597402 w 3946874"/>
                <a:gd name="connsiteY26" fmla="*/ 1293305 h 3989641"/>
                <a:gd name="connsiteX27" fmla="*/ 3721227 w 3946874"/>
                <a:gd name="connsiteY27" fmla="*/ 880491 h 3989641"/>
                <a:gd name="connsiteX28" fmla="*/ 3761137 w 3946874"/>
                <a:gd name="connsiteY28" fmla="*/ 463677 h 3989641"/>
                <a:gd name="connsiteX29" fmla="*/ 3946874 w 3946874"/>
                <a:gd name="connsiteY29" fmla="*/ 0 h 3989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946874" h="3989641">
                  <a:moveTo>
                    <a:pt x="0" y="3989641"/>
                  </a:moveTo>
                  <a:cubicBezTo>
                    <a:pt x="19050" y="3957257"/>
                    <a:pt x="50959" y="3916013"/>
                    <a:pt x="79439" y="3891153"/>
                  </a:cubicBezTo>
                  <a:cubicBezTo>
                    <a:pt x="165544" y="3815906"/>
                    <a:pt x="227933" y="3717989"/>
                    <a:pt x="297371" y="3626930"/>
                  </a:cubicBezTo>
                  <a:cubicBezTo>
                    <a:pt x="346615" y="3562255"/>
                    <a:pt x="398050" y="3499009"/>
                    <a:pt x="454343" y="3440335"/>
                  </a:cubicBezTo>
                  <a:cubicBezTo>
                    <a:pt x="506349" y="3386042"/>
                    <a:pt x="562642" y="3336227"/>
                    <a:pt x="622363" y="3290697"/>
                  </a:cubicBezTo>
                  <a:cubicBezTo>
                    <a:pt x="719519" y="3216688"/>
                    <a:pt x="824960" y="3154585"/>
                    <a:pt x="927068" y="3087434"/>
                  </a:cubicBezTo>
                  <a:cubicBezTo>
                    <a:pt x="1011365" y="3031998"/>
                    <a:pt x="1093565" y="2973324"/>
                    <a:pt x="1176338" y="2915603"/>
                  </a:cubicBezTo>
                  <a:cubicBezTo>
                    <a:pt x="1246537" y="2866644"/>
                    <a:pt x="1317308" y="2818066"/>
                    <a:pt x="1394270" y="2780729"/>
                  </a:cubicBezTo>
                  <a:cubicBezTo>
                    <a:pt x="1459421" y="2749106"/>
                    <a:pt x="1528763" y="2724436"/>
                    <a:pt x="1601057" y="2723483"/>
                  </a:cubicBezTo>
                  <a:cubicBezTo>
                    <a:pt x="1653350" y="2722721"/>
                    <a:pt x="1704785" y="2733485"/>
                    <a:pt x="1756220" y="2743772"/>
                  </a:cubicBezTo>
                  <a:cubicBezTo>
                    <a:pt x="1800320" y="2752630"/>
                    <a:pt x="1844612" y="2760250"/>
                    <a:pt x="1889189" y="2765965"/>
                  </a:cubicBezTo>
                  <a:cubicBezTo>
                    <a:pt x="1928622" y="2771013"/>
                    <a:pt x="1968437" y="2773299"/>
                    <a:pt x="2007394" y="2765965"/>
                  </a:cubicBezTo>
                  <a:cubicBezTo>
                    <a:pt x="2073878" y="2753487"/>
                    <a:pt x="2130647" y="2712911"/>
                    <a:pt x="2184654" y="2671763"/>
                  </a:cubicBezTo>
                  <a:cubicBezTo>
                    <a:pt x="2245900" y="2625090"/>
                    <a:pt x="2304002" y="2573465"/>
                    <a:pt x="2372773" y="2538984"/>
                  </a:cubicBezTo>
                  <a:cubicBezTo>
                    <a:pt x="2394395" y="2528126"/>
                    <a:pt x="2416874" y="2518982"/>
                    <a:pt x="2439543" y="2510504"/>
                  </a:cubicBezTo>
                  <a:cubicBezTo>
                    <a:pt x="2509552" y="2484215"/>
                    <a:pt x="2580037" y="2459450"/>
                    <a:pt x="2650617" y="2434781"/>
                  </a:cubicBezTo>
                  <a:cubicBezTo>
                    <a:pt x="2695956" y="2418874"/>
                    <a:pt x="2741295" y="2402872"/>
                    <a:pt x="2785110" y="2383060"/>
                  </a:cubicBezTo>
                  <a:cubicBezTo>
                    <a:pt x="2824448" y="2365248"/>
                    <a:pt x="2862358" y="2344198"/>
                    <a:pt x="2897315" y="2318861"/>
                  </a:cubicBezTo>
                  <a:cubicBezTo>
                    <a:pt x="2934367" y="2292096"/>
                    <a:pt x="2968085" y="2260854"/>
                    <a:pt x="2997994" y="2226183"/>
                  </a:cubicBezTo>
                  <a:cubicBezTo>
                    <a:pt x="3020949" y="2199513"/>
                    <a:pt x="3041714" y="2170938"/>
                    <a:pt x="3061240" y="2141506"/>
                  </a:cubicBezTo>
                  <a:cubicBezTo>
                    <a:pt x="3091529" y="2095976"/>
                    <a:pt x="3119533" y="2049018"/>
                    <a:pt x="3152108" y="2005203"/>
                  </a:cubicBezTo>
                  <a:cubicBezTo>
                    <a:pt x="3188113" y="1956626"/>
                    <a:pt x="3229261" y="1912144"/>
                    <a:pt x="3274124" y="1871567"/>
                  </a:cubicBezTo>
                  <a:cubicBezTo>
                    <a:pt x="3311747" y="1837563"/>
                    <a:pt x="3351848" y="1806321"/>
                    <a:pt x="3388138" y="1770888"/>
                  </a:cubicBezTo>
                  <a:cubicBezTo>
                    <a:pt x="3416999" y="1742694"/>
                    <a:pt x="3443002" y="1711833"/>
                    <a:pt x="3466529" y="1679162"/>
                  </a:cubicBezTo>
                  <a:cubicBezTo>
                    <a:pt x="3495008" y="1639348"/>
                    <a:pt x="3519392" y="1596771"/>
                    <a:pt x="3538633" y="1551718"/>
                  </a:cubicBezTo>
                  <a:cubicBezTo>
                    <a:pt x="3562731" y="1495616"/>
                    <a:pt x="3578924" y="1436465"/>
                    <a:pt x="3588544" y="1376172"/>
                  </a:cubicBezTo>
                  <a:cubicBezTo>
                    <a:pt x="3592925" y="1348740"/>
                    <a:pt x="3595688" y="1321022"/>
                    <a:pt x="3597402" y="1293305"/>
                  </a:cubicBezTo>
                  <a:cubicBezTo>
                    <a:pt x="3605974" y="1155859"/>
                    <a:pt x="3717703" y="1018127"/>
                    <a:pt x="3721227" y="880491"/>
                  </a:cubicBezTo>
                  <a:cubicBezTo>
                    <a:pt x="3724751" y="740855"/>
                    <a:pt x="3743135" y="602171"/>
                    <a:pt x="3761137" y="463677"/>
                  </a:cubicBezTo>
                  <a:cubicBezTo>
                    <a:pt x="3776186" y="347758"/>
                    <a:pt x="3934968" y="116205"/>
                    <a:pt x="3946874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DD2865F3-52DF-F09A-75DC-F15DD3DECB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95978" y="2441733"/>
              <a:ext cx="3665410" cy="2985611"/>
            </a:xfrm>
            <a:custGeom>
              <a:avLst/>
              <a:gdLst>
                <a:gd name="connsiteX0" fmla="*/ 0 w 3665410"/>
                <a:gd name="connsiteY0" fmla="*/ 2985611 h 2985611"/>
                <a:gd name="connsiteX1" fmla="*/ 166211 w 3665410"/>
                <a:gd name="connsiteY1" fmla="*/ 2699766 h 2985611"/>
                <a:gd name="connsiteX2" fmla="*/ 397002 w 3665410"/>
                <a:gd name="connsiteY2" fmla="*/ 2414969 h 2985611"/>
                <a:gd name="connsiteX3" fmla="*/ 620173 w 3665410"/>
                <a:gd name="connsiteY3" fmla="*/ 2237899 h 2985611"/>
                <a:gd name="connsiteX4" fmla="*/ 823341 w 3665410"/>
                <a:gd name="connsiteY4" fmla="*/ 2085499 h 2985611"/>
                <a:gd name="connsiteX5" fmla="*/ 1089565 w 3665410"/>
                <a:gd name="connsiteY5" fmla="*/ 1911477 h 2985611"/>
                <a:gd name="connsiteX6" fmla="*/ 1145000 w 3665410"/>
                <a:gd name="connsiteY6" fmla="*/ 1886807 h 2985611"/>
                <a:gd name="connsiteX7" fmla="*/ 1375791 w 3665410"/>
                <a:gd name="connsiteY7" fmla="*/ 1842135 h 2985611"/>
                <a:gd name="connsiteX8" fmla="*/ 1486567 w 3665410"/>
                <a:gd name="connsiteY8" fmla="*/ 1857566 h 2985611"/>
                <a:gd name="connsiteX9" fmla="*/ 1568101 w 3665410"/>
                <a:gd name="connsiteY9" fmla="*/ 1871377 h 2985611"/>
                <a:gd name="connsiteX10" fmla="*/ 1810607 w 3665410"/>
                <a:gd name="connsiteY10" fmla="*/ 1871377 h 2985611"/>
                <a:gd name="connsiteX11" fmla="*/ 1997964 w 3665410"/>
                <a:gd name="connsiteY11" fmla="*/ 1790605 h 2985611"/>
                <a:gd name="connsiteX12" fmla="*/ 2109883 w 3665410"/>
                <a:gd name="connsiteY12" fmla="*/ 1702784 h 2985611"/>
                <a:gd name="connsiteX13" fmla="*/ 2321433 w 3665410"/>
                <a:gd name="connsiteY13" fmla="*/ 1552384 h 2985611"/>
                <a:gd name="connsiteX14" fmla="*/ 2558891 w 3665410"/>
                <a:gd name="connsiteY14" fmla="*/ 1453420 h 2985611"/>
                <a:gd name="connsiteX15" fmla="*/ 2709767 w 3665410"/>
                <a:gd name="connsiteY15" fmla="*/ 1377887 h 2985611"/>
                <a:gd name="connsiteX16" fmla="*/ 2885408 w 3665410"/>
                <a:gd name="connsiteY16" fmla="*/ 1237393 h 2985611"/>
                <a:gd name="connsiteX17" fmla="*/ 3017711 w 3665410"/>
                <a:gd name="connsiteY17" fmla="*/ 1072229 h 2985611"/>
                <a:gd name="connsiteX18" fmla="*/ 3150680 w 3665410"/>
                <a:gd name="connsiteY18" fmla="*/ 921830 h 2985611"/>
                <a:gd name="connsiteX19" fmla="*/ 3255169 w 3665410"/>
                <a:gd name="connsiteY19" fmla="*/ 801815 h 2985611"/>
                <a:gd name="connsiteX20" fmla="*/ 3339275 w 3665410"/>
                <a:gd name="connsiteY20" fmla="*/ 694182 h 2985611"/>
                <a:gd name="connsiteX21" fmla="*/ 3409188 w 3665410"/>
                <a:gd name="connsiteY21" fmla="*/ 546926 h 2985611"/>
                <a:gd name="connsiteX22" fmla="*/ 3464243 w 3665410"/>
                <a:gd name="connsiteY22" fmla="*/ 347663 h 2985611"/>
                <a:gd name="connsiteX23" fmla="*/ 3665411 w 3665410"/>
                <a:gd name="connsiteY23" fmla="*/ 0 h 29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665410" h="2985611">
                  <a:moveTo>
                    <a:pt x="0" y="2985611"/>
                  </a:moveTo>
                  <a:cubicBezTo>
                    <a:pt x="0" y="2985611"/>
                    <a:pt x="86773" y="2802827"/>
                    <a:pt x="166211" y="2699766"/>
                  </a:cubicBezTo>
                  <a:cubicBezTo>
                    <a:pt x="240983" y="2602706"/>
                    <a:pt x="309182" y="2500122"/>
                    <a:pt x="397002" y="2414969"/>
                  </a:cubicBezTo>
                  <a:cubicBezTo>
                    <a:pt x="465296" y="2348865"/>
                    <a:pt x="543592" y="2294477"/>
                    <a:pt x="620173" y="2237899"/>
                  </a:cubicBezTo>
                  <a:cubicBezTo>
                    <a:pt x="688277" y="2187607"/>
                    <a:pt x="755333" y="2135886"/>
                    <a:pt x="823341" y="2085499"/>
                  </a:cubicBezTo>
                  <a:cubicBezTo>
                    <a:pt x="908685" y="2022253"/>
                    <a:pt x="994791" y="1959197"/>
                    <a:pt x="1089565" y="1911477"/>
                  </a:cubicBezTo>
                  <a:cubicBezTo>
                    <a:pt x="1107662" y="1902428"/>
                    <a:pt x="1126141" y="1894141"/>
                    <a:pt x="1145000" y="1886807"/>
                  </a:cubicBezTo>
                  <a:cubicBezTo>
                    <a:pt x="1218819" y="1858232"/>
                    <a:pt x="1296924" y="1838611"/>
                    <a:pt x="1375791" y="1842135"/>
                  </a:cubicBezTo>
                  <a:cubicBezTo>
                    <a:pt x="1413129" y="1843754"/>
                    <a:pt x="1449896" y="1850422"/>
                    <a:pt x="1486567" y="1857566"/>
                  </a:cubicBezTo>
                  <a:cubicBezTo>
                    <a:pt x="1513618" y="1862804"/>
                    <a:pt x="1540859" y="1867376"/>
                    <a:pt x="1568101" y="1871377"/>
                  </a:cubicBezTo>
                  <a:cubicBezTo>
                    <a:pt x="1648778" y="1883188"/>
                    <a:pt x="1730978" y="1887665"/>
                    <a:pt x="1810607" y="1871377"/>
                  </a:cubicBezTo>
                  <a:cubicBezTo>
                    <a:pt x="1877854" y="1857661"/>
                    <a:pt x="1941100" y="1829086"/>
                    <a:pt x="1997964" y="1790605"/>
                  </a:cubicBezTo>
                  <a:cubicBezTo>
                    <a:pt x="2037302" y="1764030"/>
                    <a:pt x="2073497" y="1733264"/>
                    <a:pt x="2109883" y="1702784"/>
                  </a:cubicBezTo>
                  <a:cubicBezTo>
                    <a:pt x="2176367" y="1647063"/>
                    <a:pt x="2244852" y="1593151"/>
                    <a:pt x="2321433" y="1552384"/>
                  </a:cubicBezTo>
                  <a:cubicBezTo>
                    <a:pt x="2397157" y="1512094"/>
                    <a:pt x="2479548" y="1486281"/>
                    <a:pt x="2558891" y="1453420"/>
                  </a:cubicBezTo>
                  <a:cubicBezTo>
                    <a:pt x="2610898" y="1431798"/>
                    <a:pt x="2661571" y="1407033"/>
                    <a:pt x="2709767" y="1377887"/>
                  </a:cubicBezTo>
                  <a:cubicBezTo>
                    <a:pt x="2774252" y="1338929"/>
                    <a:pt x="2834069" y="1292447"/>
                    <a:pt x="2885408" y="1237393"/>
                  </a:cubicBezTo>
                  <a:cubicBezTo>
                    <a:pt x="2933605" y="1185767"/>
                    <a:pt x="2973324" y="1127093"/>
                    <a:pt x="3017711" y="1072229"/>
                  </a:cubicBezTo>
                  <a:cubicBezTo>
                    <a:pt x="3059811" y="1020223"/>
                    <a:pt x="3105912" y="971645"/>
                    <a:pt x="3150680" y="921830"/>
                  </a:cubicBezTo>
                  <a:cubicBezTo>
                    <a:pt x="3186113" y="882396"/>
                    <a:pt x="3220593" y="842010"/>
                    <a:pt x="3255169" y="801815"/>
                  </a:cubicBezTo>
                  <a:cubicBezTo>
                    <a:pt x="3284887" y="767239"/>
                    <a:pt x="3314605" y="732473"/>
                    <a:pt x="3339275" y="694182"/>
                  </a:cubicBezTo>
                  <a:cubicBezTo>
                    <a:pt x="3368707" y="648367"/>
                    <a:pt x="3390138" y="597980"/>
                    <a:pt x="3409188" y="546926"/>
                  </a:cubicBezTo>
                  <a:cubicBezTo>
                    <a:pt x="3433382" y="482156"/>
                    <a:pt x="3453384" y="415861"/>
                    <a:pt x="3464243" y="347663"/>
                  </a:cubicBezTo>
                  <a:cubicBezTo>
                    <a:pt x="3476244" y="272224"/>
                    <a:pt x="3661696" y="76295"/>
                    <a:pt x="366541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BF2150A9-9E51-35F8-219A-5068C374AB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90402" y="5229700"/>
              <a:ext cx="285940" cy="199072"/>
            </a:xfrm>
            <a:custGeom>
              <a:avLst/>
              <a:gdLst>
                <a:gd name="connsiteX0" fmla="*/ 0 w 285940"/>
                <a:gd name="connsiteY0" fmla="*/ 199073 h 199072"/>
                <a:gd name="connsiteX1" fmla="*/ 285940 w 285940"/>
                <a:gd name="connsiteY1" fmla="*/ 0 h 199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85940" h="199072">
                  <a:moveTo>
                    <a:pt x="0" y="199073"/>
                  </a:moveTo>
                  <a:cubicBezTo>
                    <a:pt x="0" y="199073"/>
                    <a:pt x="242125" y="39243"/>
                    <a:pt x="28594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84DAA6FF-6508-18F2-9358-B646F7D73A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393114" y="5049773"/>
              <a:ext cx="655796" cy="381190"/>
            </a:xfrm>
            <a:custGeom>
              <a:avLst/>
              <a:gdLst>
                <a:gd name="connsiteX0" fmla="*/ 0 w 655796"/>
                <a:gd name="connsiteY0" fmla="*/ 381190 h 381190"/>
                <a:gd name="connsiteX1" fmla="*/ 655796 w 655796"/>
                <a:gd name="connsiteY1" fmla="*/ 0 h 381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5796" h="381190">
                  <a:moveTo>
                    <a:pt x="0" y="381190"/>
                  </a:moveTo>
                  <a:cubicBezTo>
                    <a:pt x="0" y="381190"/>
                    <a:pt x="461105" y="172117"/>
                    <a:pt x="65579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92DB86A8-FE55-5729-FB75-FF61B60CA0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154072" y="3867816"/>
              <a:ext cx="2907315" cy="1544764"/>
            </a:xfrm>
            <a:custGeom>
              <a:avLst/>
              <a:gdLst>
                <a:gd name="connsiteX0" fmla="*/ 0 w 2907315"/>
                <a:gd name="connsiteY0" fmla="*/ 1544764 h 1544764"/>
                <a:gd name="connsiteX1" fmla="*/ 201644 w 2907315"/>
                <a:gd name="connsiteY1" fmla="*/ 1352550 h 1544764"/>
                <a:gd name="connsiteX2" fmla="*/ 423196 w 2907315"/>
                <a:gd name="connsiteY2" fmla="*/ 1196054 h 1544764"/>
                <a:gd name="connsiteX3" fmla="*/ 782193 w 2907315"/>
                <a:gd name="connsiteY3" fmla="*/ 1099947 h 1544764"/>
                <a:gd name="connsiteX4" fmla="*/ 1052513 w 2907315"/>
                <a:gd name="connsiteY4" fmla="*/ 1042321 h 1544764"/>
                <a:gd name="connsiteX5" fmla="*/ 1311783 w 2907315"/>
                <a:gd name="connsiteY5" fmla="*/ 1056037 h 1544764"/>
                <a:gd name="connsiteX6" fmla="*/ 1484662 w 2907315"/>
                <a:gd name="connsiteY6" fmla="*/ 1083469 h 1544764"/>
                <a:gd name="connsiteX7" fmla="*/ 1788224 w 2907315"/>
                <a:gd name="connsiteY7" fmla="*/ 1023080 h 1544764"/>
                <a:gd name="connsiteX8" fmla="*/ 2269045 w 2907315"/>
                <a:gd name="connsiteY8" fmla="*/ 734758 h 1544764"/>
                <a:gd name="connsiteX9" fmla="*/ 2534984 w 2907315"/>
                <a:gd name="connsiteY9" fmla="*/ 572738 h 1544764"/>
                <a:gd name="connsiteX10" fmla="*/ 2907316 w 2907315"/>
                <a:gd name="connsiteY10" fmla="*/ 0 h 1544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7315" h="1544764">
                  <a:moveTo>
                    <a:pt x="0" y="1544764"/>
                  </a:moveTo>
                  <a:cubicBezTo>
                    <a:pt x="0" y="1544764"/>
                    <a:pt x="98012" y="1443990"/>
                    <a:pt x="201644" y="1352550"/>
                  </a:cubicBezTo>
                  <a:cubicBezTo>
                    <a:pt x="271272" y="1291209"/>
                    <a:pt x="343662" y="1234249"/>
                    <a:pt x="423196" y="1196054"/>
                  </a:cubicBezTo>
                  <a:cubicBezTo>
                    <a:pt x="537591" y="1141095"/>
                    <a:pt x="661226" y="1127189"/>
                    <a:pt x="782193" y="1099947"/>
                  </a:cubicBezTo>
                  <a:cubicBezTo>
                    <a:pt x="872300" y="1079659"/>
                    <a:pt x="961358" y="1051370"/>
                    <a:pt x="1052513" y="1042321"/>
                  </a:cubicBezTo>
                  <a:cubicBezTo>
                    <a:pt x="1139000" y="1033653"/>
                    <a:pt x="1225868" y="1040321"/>
                    <a:pt x="1311783" y="1056037"/>
                  </a:cubicBezTo>
                  <a:cubicBezTo>
                    <a:pt x="1369314" y="1066609"/>
                    <a:pt x="1426559" y="1079373"/>
                    <a:pt x="1484662" y="1083469"/>
                  </a:cubicBezTo>
                  <a:cubicBezTo>
                    <a:pt x="1587913" y="1090803"/>
                    <a:pt x="1690402" y="1064800"/>
                    <a:pt x="1788224" y="1023080"/>
                  </a:cubicBezTo>
                  <a:cubicBezTo>
                    <a:pt x="1956721" y="951262"/>
                    <a:pt x="2106549" y="825722"/>
                    <a:pt x="2269045" y="734758"/>
                  </a:cubicBezTo>
                  <a:cubicBezTo>
                    <a:pt x="2359438" y="684181"/>
                    <a:pt x="2452497" y="640556"/>
                    <a:pt x="2534984" y="572738"/>
                  </a:cubicBezTo>
                  <a:cubicBezTo>
                    <a:pt x="2673001" y="459391"/>
                    <a:pt x="2847023" y="191453"/>
                    <a:pt x="290731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F1E65329-21AB-F503-CCC7-E4266A1025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07946" y="3479100"/>
              <a:ext cx="3168300" cy="1952434"/>
            </a:xfrm>
            <a:custGeom>
              <a:avLst/>
              <a:gdLst>
                <a:gd name="connsiteX0" fmla="*/ 0 w 3168300"/>
                <a:gd name="connsiteY0" fmla="*/ 1952435 h 1952434"/>
                <a:gd name="connsiteX1" fmla="*/ 202121 w 3168300"/>
                <a:gd name="connsiteY1" fmla="*/ 1687068 h 1952434"/>
                <a:gd name="connsiteX2" fmla="*/ 545116 w 3168300"/>
                <a:gd name="connsiteY2" fmla="*/ 1450277 h 1952434"/>
                <a:gd name="connsiteX3" fmla="*/ 906780 w 3168300"/>
                <a:gd name="connsiteY3" fmla="*/ 1354455 h 1952434"/>
                <a:gd name="connsiteX4" fmla="*/ 1332262 w 3168300"/>
                <a:gd name="connsiteY4" fmla="*/ 1285304 h 1952434"/>
                <a:gd name="connsiteX5" fmla="*/ 1691259 w 3168300"/>
                <a:gd name="connsiteY5" fmla="*/ 1240060 h 1952434"/>
                <a:gd name="connsiteX6" fmla="*/ 2010346 w 3168300"/>
                <a:gd name="connsiteY6" fmla="*/ 1141667 h 1952434"/>
                <a:gd name="connsiteX7" fmla="*/ 2393252 w 3168300"/>
                <a:gd name="connsiteY7" fmla="*/ 1027271 h 1952434"/>
                <a:gd name="connsiteX8" fmla="*/ 2582037 w 3168300"/>
                <a:gd name="connsiteY8" fmla="*/ 958120 h 1952434"/>
                <a:gd name="connsiteX9" fmla="*/ 2760155 w 3168300"/>
                <a:gd name="connsiteY9" fmla="*/ 827723 h 1952434"/>
                <a:gd name="connsiteX10" fmla="*/ 2914364 w 3168300"/>
                <a:gd name="connsiteY10" fmla="*/ 567023 h 1952434"/>
                <a:gd name="connsiteX11" fmla="*/ 3168301 w 3168300"/>
                <a:gd name="connsiteY11" fmla="*/ 0 h 1952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68300" h="1952434">
                  <a:moveTo>
                    <a:pt x="0" y="1952435"/>
                  </a:moveTo>
                  <a:cubicBezTo>
                    <a:pt x="0" y="1952435"/>
                    <a:pt x="91059" y="1796415"/>
                    <a:pt x="202121" y="1687068"/>
                  </a:cubicBezTo>
                  <a:cubicBezTo>
                    <a:pt x="301943" y="1588675"/>
                    <a:pt x="416528" y="1505617"/>
                    <a:pt x="545116" y="1450277"/>
                  </a:cubicBezTo>
                  <a:cubicBezTo>
                    <a:pt x="659987" y="1400747"/>
                    <a:pt x="783622" y="1377601"/>
                    <a:pt x="906780" y="1354455"/>
                  </a:cubicBezTo>
                  <a:cubicBezTo>
                    <a:pt x="1048036" y="1327976"/>
                    <a:pt x="1189482" y="1301972"/>
                    <a:pt x="1332262" y="1285304"/>
                  </a:cubicBezTo>
                  <a:cubicBezTo>
                    <a:pt x="1452182" y="1271302"/>
                    <a:pt x="1573340" y="1265873"/>
                    <a:pt x="1691259" y="1240060"/>
                  </a:cubicBezTo>
                  <a:cubicBezTo>
                    <a:pt x="1800035" y="1216247"/>
                    <a:pt x="1904619" y="1176718"/>
                    <a:pt x="2010346" y="1141667"/>
                  </a:cubicBezTo>
                  <a:cubicBezTo>
                    <a:pt x="2136743" y="1099661"/>
                    <a:pt x="2265902" y="1066229"/>
                    <a:pt x="2393252" y="1027271"/>
                  </a:cubicBezTo>
                  <a:cubicBezTo>
                    <a:pt x="2457450" y="1007650"/>
                    <a:pt x="2521744" y="987552"/>
                    <a:pt x="2582037" y="958120"/>
                  </a:cubicBezTo>
                  <a:cubicBezTo>
                    <a:pt x="2648807" y="925449"/>
                    <a:pt x="2710815" y="883349"/>
                    <a:pt x="2760155" y="827723"/>
                  </a:cubicBezTo>
                  <a:cubicBezTo>
                    <a:pt x="2827496" y="751904"/>
                    <a:pt x="2867978" y="657511"/>
                    <a:pt x="2914364" y="567023"/>
                  </a:cubicBezTo>
                  <a:cubicBezTo>
                    <a:pt x="2972753" y="453200"/>
                    <a:pt x="3119152" y="118015"/>
                    <a:pt x="316830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17FE18D-6E37-8A52-F914-254036A2C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04778" y="2976752"/>
              <a:ext cx="3356800" cy="2452020"/>
            </a:xfrm>
            <a:custGeom>
              <a:avLst/>
              <a:gdLst>
                <a:gd name="connsiteX0" fmla="*/ 0 w 3356800"/>
                <a:gd name="connsiteY0" fmla="*/ 2452021 h 2452020"/>
                <a:gd name="connsiteX1" fmla="*/ 130874 w 3356800"/>
                <a:gd name="connsiteY1" fmla="*/ 2247710 h 2452020"/>
                <a:gd name="connsiteX2" fmla="*/ 437197 w 3356800"/>
                <a:gd name="connsiteY2" fmla="*/ 1941195 h 2452020"/>
                <a:gd name="connsiteX3" fmla="*/ 737140 w 3356800"/>
                <a:gd name="connsiteY3" fmla="*/ 1736884 h 2452020"/>
                <a:gd name="connsiteX4" fmla="*/ 1031843 w 3356800"/>
                <a:gd name="connsiteY4" fmla="*/ 1685068 h 2452020"/>
                <a:gd name="connsiteX5" fmla="*/ 1287304 w 3356800"/>
                <a:gd name="connsiteY5" fmla="*/ 1655826 h 2452020"/>
                <a:gd name="connsiteX6" fmla="*/ 1471994 w 3356800"/>
                <a:gd name="connsiteY6" fmla="*/ 1634300 h 2452020"/>
                <a:gd name="connsiteX7" fmla="*/ 1898237 w 3356800"/>
                <a:gd name="connsiteY7" fmla="*/ 1512665 h 2452020"/>
                <a:gd name="connsiteX8" fmla="*/ 2229136 w 3356800"/>
                <a:gd name="connsiteY8" fmla="*/ 1355598 h 2452020"/>
                <a:gd name="connsiteX9" fmla="*/ 2512314 w 3356800"/>
                <a:gd name="connsiteY9" fmla="*/ 1238631 h 2452020"/>
                <a:gd name="connsiteX10" fmla="*/ 2758535 w 3356800"/>
                <a:gd name="connsiteY10" fmla="*/ 1096994 h 2452020"/>
                <a:gd name="connsiteX11" fmla="*/ 2935510 w 3356800"/>
                <a:gd name="connsiteY11" fmla="*/ 919925 h 2452020"/>
                <a:gd name="connsiteX12" fmla="*/ 3081719 w 3356800"/>
                <a:gd name="connsiteY12" fmla="*/ 687419 h 2452020"/>
                <a:gd name="connsiteX13" fmla="*/ 3356800 w 3356800"/>
                <a:gd name="connsiteY13" fmla="*/ 0 h 2452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356800" h="2452020">
                  <a:moveTo>
                    <a:pt x="0" y="2452021"/>
                  </a:moveTo>
                  <a:cubicBezTo>
                    <a:pt x="0" y="2452021"/>
                    <a:pt x="57150" y="2344198"/>
                    <a:pt x="130874" y="2247710"/>
                  </a:cubicBezTo>
                  <a:cubicBezTo>
                    <a:pt x="218694" y="2132648"/>
                    <a:pt x="328136" y="2036635"/>
                    <a:pt x="437197" y="1941195"/>
                  </a:cubicBezTo>
                  <a:cubicBezTo>
                    <a:pt x="529304" y="1860709"/>
                    <a:pt x="623030" y="1779556"/>
                    <a:pt x="737140" y="1736884"/>
                  </a:cubicBezTo>
                  <a:cubicBezTo>
                    <a:pt x="830866" y="1701736"/>
                    <a:pt x="932021" y="1695450"/>
                    <a:pt x="1031843" y="1685068"/>
                  </a:cubicBezTo>
                  <a:cubicBezTo>
                    <a:pt x="1117092" y="1676210"/>
                    <a:pt x="1202055" y="1665160"/>
                    <a:pt x="1287304" y="1655826"/>
                  </a:cubicBezTo>
                  <a:cubicBezTo>
                    <a:pt x="1348931" y="1649063"/>
                    <a:pt x="1410653" y="1643539"/>
                    <a:pt x="1471994" y="1634300"/>
                  </a:cubicBezTo>
                  <a:cubicBezTo>
                    <a:pt x="1618679" y="1612011"/>
                    <a:pt x="1761935" y="1571149"/>
                    <a:pt x="1898237" y="1512665"/>
                  </a:cubicBezTo>
                  <a:cubicBezTo>
                    <a:pt x="2010442" y="1464564"/>
                    <a:pt x="2117503" y="1405128"/>
                    <a:pt x="2229136" y="1355598"/>
                  </a:cubicBezTo>
                  <a:cubicBezTo>
                    <a:pt x="2322481" y="1314164"/>
                    <a:pt x="2418969" y="1280160"/>
                    <a:pt x="2512314" y="1238631"/>
                  </a:cubicBezTo>
                  <a:cubicBezTo>
                    <a:pt x="2599087" y="1199960"/>
                    <a:pt x="2683193" y="1154811"/>
                    <a:pt x="2758535" y="1096994"/>
                  </a:cubicBezTo>
                  <a:cubicBezTo>
                    <a:pt x="2825020" y="1046035"/>
                    <a:pt x="2883789" y="985837"/>
                    <a:pt x="2935510" y="919925"/>
                  </a:cubicBezTo>
                  <a:cubicBezTo>
                    <a:pt x="2992184" y="847725"/>
                    <a:pt x="3039904" y="769144"/>
                    <a:pt x="3081719" y="687419"/>
                  </a:cubicBezTo>
                  <a:cubicBezTo>
                    <a:pt x="3138297" y="576739"/>
                    <a:pt x="3314129" y="116776"/>
                    <a:pt x="335680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 useBgFill="1">
        <p:nvSpPr>
          <p:cNvPr id="108" name="Rectangle 107">
            <a:extLst>
              <a:ext uri="{FF2B5EF4-FFF2-40B4-BE49-F238E27FC236}">
                <a16:creationId xmlns:a16="http://schemas.microsoft.com/office/drawing/2014/main" id="{2FCDC12B-EA28-0360-5001-6109019291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CBFCCF93-87FF-65E3-213E-F4B0DB57A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110" name="Top Left">
            <a:extLst>
              <a:ext uri="{FF2B5EF4-FFF2-40B4-BE49-F238E27FC236}">
                <a16:creationId xmlns:a16="http://schemas.microsoft.com/office/drawing/2014/main" id="{96897754-9047-BD76-C29E-68254B77CD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-3086"/>
            <a:ext cx="2198951" cy="3349518"/>
            <a:chOff x="10849" y="-3086"/>
            <a:chExt cx="2198951" cy="3349518"/>
          </a:xfrm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926F84B0-E509-A226-815F-8660B726F9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F1333ABA-277D-8CE1-4D28-4637943E02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4329D62E-C7AA-C972-0371-82FE75CA35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CEA939DC-52E2-3D22-BCA3-FB3854E024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32CCA98F-C907-B26B-CFB9-F2010E2BC6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701C4820-A390-DCF9-B03E-79A87BCD84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F5E4E68-6AF5-860D-3A75-36A0346658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E926A238-1FA1-732D-C6B3-C86F2CEEBB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2" name="Title 11">
            <a:extLst>
              <a:ext uri="{FF2B5EF4-FFF2-40B4-BE49-F238E27FC236}">
                <a16:creationId xmlns:a16="http://schemas.microsoft.com/office/drawing/2014/main" id="{976A049B-BF28-A468-270D-5336497C2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1" y="559813"/>
            <a:ext cx="9988166" cy="166457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/>
              <a:t>Benefits of fine-tuning</a:t>
            </a:r>
            <a:endParaRPr lang="en-US" kern="1200">
              <a:latin typeface="+mj-lt"/>
              <a:ea typeface="+mj-ea"/>
              <a:cs typeface="+mj-cs"/>
            </a:endParaRPr>
          </a:p>
        </p:txBody>
      </p:sp>
      <p:grpSp>
        <p:nvGrpSpPr>
          <p:cNvPr id="111" name="Bottom Right">
            <a:extLst>
              <a:ext uri="{FF2B5EF4-FFF2-40B4-BE49-F238E27FC236}">
                <a16:creationId xmlns:a16="http://schemas.microsoft.com/office/drawing/2014/main" id="{5C96DDEF-D4F4-274B-094B-25B43B25C7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62C81129-3D5C-44A0-3DFA-C90D637C32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39256" y="6178637"/>
              <a:ext cx="1482102" cy="67936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grpSp>
          <p:nvGrpSpPr>
            <p:cNvPr id="60" name="Graphic 157">
              <a:extLst>
                <a:ext uri="{FF2B5EF4-FFF2-40B4-BE49-F238E27FC236}">
                  <a16:creationId xmlns:a16="http://schemas.microsoft.com/office/drawing/2014/main" id="{87676956-0B2B-D7CA-503C-7DC1E9A1B0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F93798E4-2B0B-29AF-E6CF-5A151868DA6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295BE409-9130-CCCC-5DF0-1F611CBA430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B4B62AB3-42F2-CB23-3FA7-80C1D219A2D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4A0B932F-15AE-4ADB-9B77-F70735FE589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A9EF276F-E6F2-754F-CBE7-62D9F427078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557C4477-A117-6F8C-6FCE-B7D0E19D033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92210ADF-7D4E-0DB1-1E02-76451F92DEA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8AD296E-72B9-1A10-83B4-C8EE8C8A89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4CEB8101-5DF0-097B-889B-3C5046F039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5754" y="2384474"/>
            <a:ext cx="9987523" cy="3728613"/>
          </a:xfrm>
          <a:prstGeom prst="round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algn="just">
              <a:lnSpc>
                <a:spcPct val="150000"/>
              </a:lnSpc>
              <a:buChar char="+"/>
            </a:pPr>
            <a:r>
              <a:rPr lang="en-US" dirty="0">
                <a:ea typeface="+mn-lt"/>
                <a:cs typeface="+mn-lt"/>
              </a:rPr>
              <a:t>Cost savings: Fine-tuning is more affordable than developing a model from scratch. It reduces time, computing requirements, and the need for new hardware.</a:t>
            </a:r>
            <a:endParaRPr lang="en-US" dirty="0"/>
          </a:p>
          <a:p>
            <a:pPr indent="-228600" algn="just">
              <a:lnSpc>
                <a:spcPct val="150000"/>
              </a:lnSpc>
              <a:buChar char="+"/>
            </a:pPr>
            <a:r>
              <a:rPr lang="en-US" dirty="0">
                <a:ea typeface="+mn-lt"/>
                <a:cs typeface="+mn-lt"/>
              </a:rPr>
              <a:t>Improved accuracy for niche applications: Fine-tuning enhances performance for specialized tasks by refining a pre-trained model with a smaller, domain-specific data set.</a:t>
            </a:r>
          </a:p>
          <a:p>
            <a:pPr indent="-228600" algn="just">
              <a:lnSpc>
                <a:spcPct val="150000"/>
              </a:lnSpc>
              <a:buChar char="+"/>
            </a:pPr>
            <a:r>
              <a:rPr lang="en-US" dirty="0">
                <a:ea typeface="+mn-lt"/>
                <a:cs typeface="+mn-lt"/>
              </a:rPr>
              <a:t>Greater accessibility: Smaller organizations can leverage pre-trained models and fine-tune them with their own data, making advanced machine learning more attainable.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69816A-1498-D209-E6BF-4EE5EEA91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6000" y="6356350"/>
            <a:ext cx="1447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73B850FF-6169-4056-8077-06FFA93A5366}" type="slidenum">
              <a:rPr lang="en-US" cap="all" smtClean="0">
                <a:cs typeface="Segoe UI Semilight" panose="020B0402040204020203" pitchFamily="34" charset="0"/>
              </a:rPr>
              <a:pPr>
                <a:spcAft>
                  <a:spcPts val="600"/>
                </a:spcAft>
              </a:pPr>
              <a:t>9</a:t>
            </a:fld>
            <a:endParaRPr lang="en-US" cap="all">
              <a:cs typeface="Segoe UI Semilight" panose="020B04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15214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9EF8AA-906A-5235-BFEF-97FE6546F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 101">
            <a:extLst>
              <a:ext uri="{FF2B5EF4-FFF2-40B4-BE49-F238E27FC236}">
                <a16:creationId xmlns:a16="http://schemas.microsoft.com/office/drawing/2014/main" id="{E7020818-EDE9-7D5F-6F2B-052AB71A91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03" name="Freeform: Shape 102">
            <a:extLst>
              <a:ext uri="{FF2B5EF4-FFF2-40B4-BE49-F238E27FC236}">
                <a16:creationId xmlns:a16="http://schemas.microsoft.com/office/drawing/2014/main" id="{B19AF1D9-77C5-AC14-3638-9A7793B861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692844" y="-3086"/>
            <a:ext cx="1326111" cy="59760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rPr>
              <a:t> </a:t>
            </a:r>
          </a:p>
        </p:txBody>
      </p:sp>
      <p:sp>
        <p:nvSpPr>
          <p:cNvPr id="104" name="Freeform: Shape 103">
            <a:extLst>
              <a:ext uri="{FF2B5EF4-FFF2-40B4-BE49-F238E27FC236}">
                <a16:creationId xmlns:a16="http://schemas.microsoft.com/office/drawing/2014/main" id="{C0AB730A-70D2-0346-2DF3-B9392486E2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9256" y="6172200"/>
            <a:ext cx="1482102" cy="67936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rPr>
              <a:t> </a:t>
            </a:r>
          </a:p>
        </p:txBody>
      </p:sp>
      <p:sp>
        <p:nvSpPr>
          <p:cNvPr id="105" name="Freeform: Shape 104">
            <a:extLst>
              <a:ext uri="{FF2B5EF4-FFF2-40B4-BE49-F238E27FC236}">
                <a16:creationId xmlns:a16="http://schemas.microsoft.com/office/drawing/2014/main" id="{C9318150-6067-5BD1-76CC-219384A0F9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7352" y="5197178"/>
            <a:ext cx="4211600" cy="1660822"/>
          </a:xfrm>
          <a:custGeom>
            <a:avLst/>
            <a:gdLst>
              <a:gd name="connsiteX0" fmla="*/ 4211600 w 4211600"/>
              <a:gd name="connsiteY0" fmla="*/ 0 h 1660822"/>
              <a:gd name="connsiteX1" fmla="*/ 4211600 w 4211600"/>
              <a:gd name="connsiteY1" fmla="*/ 58430 h 1660822"/>
              <a:gd name="connsiteX2" fmla="*/ 4136524 w 4211600"/>
              <a:gd name="connsiteY2" fmla="*/ 208808 h 1660822"/>
              <a:gd name="connsiteX3" fmla="*/ 3973354 w 4211600"/>
              <a:gd name="connsiteY3" fmla="*/ 437313 h 1660822"/>
              <a:gd name="connsiteX4" fmla="*/ 3884746 w 4211600"/>
              <a:gd name="connsiteY4" fmla="*/ 553613 h 1660822"/>
              <a:gd name="connsiteX5" fmla="*/ 3849435 w 4211600"/>
              <a:gd name="connsiteY5" fmla="*/ 603143 h 1660822"/>
              <a:gd name="connsiteX6" fmla="*/ 3661849 w 4211600"/>
              <a:gd name="connsiteY6" fmla="*/ 819075 h 1660822"/>
              <a:gd name="connsiteX7" fmla="*/ 3402589 w 4211600"/>
              <a:gd name="connsiteY7" fmla="*/ 952996 h 1660822"/>
              <a:gd name="connsiteX8" fmla="*/ 3130202 w 4211600"/>
              <a:gd name="connsiteY8" fmla="*/ 1023386 h 1660822"/>
              <a:gd name="connsiteX9" fmla="*/ 2914657 w 4211600"/>
              <a:gd name="connsiteY9" fmla="*/ 1068058 h 1660822"/>
              <a:gd name="connsiteX10" fmla="*/ 2582149 w 4211600"/>
              <a:gd name="connsiteY10" fmla="*/ 1138924 h 1660822"/>
              <a:gd name="connsiteX11" fmla="*/ 2483958 w 4211600"/>
              <a:gd name="connsiteY11" fmla="*/ 1162356 h 1660822"/>
              <a:gd name="connsiteX12" fmla="*/ 2123750 w 4211600"/>
              <a:gd name="connsiteY12" fmla="*/ 1238651 h 1660822"/>
              <a:gd name="connsiteX13" fmla="*/ 1761444 w 4211600"/>
              <a:gd name="connsiteY13" fmla="*/ 1273417 h 1660822"/>
              <a:gd name="connsiteX14" fmla="*/ 1608382 w 4211600"/>
              <a:gd name="connsiteY14" fmla="*/ 1284466 h 1660822"/>
              <a:gd name="connsiteX15" fmla="*/ 999942 w 4211600"/>
              <a:gd name="connsiteY15" fmla="*/ 1354284 h 1660822"/>
              <a:gd name="connsiteX16" fmla="*/ 484705 w 4211600"/>
              <a:gd name="connsiteY16" fmla="*/ 1450487 h 1660822"/>
              <a:gd name="connsiteX17" fmla="*/ 113310 w 4211600"/>
              <a:gd name="connsiteY17" fmla="*/ 1613700 h 1660822"/>
              <a:gd name="connsiteX18" fmla="*/ 39668 w 4211600"/>
              <a:gd name="connsiteY18" fmla="*/ 1660822 h 1660822"/>
              <a:gd name="connsiteX19" fmla="*/ 0 w 4211600"/>
              <a:gd name="connsiteY19" fmla="*/ 1660822 h 1660822"/>
              <a:gd name="connsiteX20" fmla="*/ 96701 w 4211600"/>
              <a:gd name="connsiteY20" fmla="*/ 1598934 h 1660822"/>
              <a:gd name="connsiteX21" fmla="*/ 474335 w 4211600"/>
              <a:gd name="connsiteY21" fmla="*/ 1433056 h 1660822"/>
              <a:gd name="connsiteX22" fmla="*/ 994299 w 4211600"/>
              <a:gd name="connsiteY22" fmla="*/ 1335806 h 1660822"/>
              <a:gd name="connsiteX23" fmla="*/ 1605231 w 4211600"/>
              <a:gd name="connsiteY23" fmla="*/ 1265702 h 1660822"/>
              <a:gd name="connsiteX24" fmla="*/ 1758819 w 4211600"/>
              <a:gd name="connsiteY24" fmla="*/ 1254558 h 1660822"/>
              <a:gd name="connsiteX25" fmla="*/ 2118106 w 4211600"/>
              <a:gd name="connsiteY25" fmla="*/ 1220077 h 1660822"/>
              <a:gd name="connsiteX26" fmla="*/ 2475557 w 4211600"/>
              <a:gd name="connsiteY26" fmla="*/ 1144353 h 1660822"/>
              <a:gd name="connsiteX27" fmla="*/ 2573878 w 4211600"/>
              <a:gd name="connsiteY27" fmla="*/ 1120827 h 1660822"/>
              <a:gd name="connsiteX28" fmla="*/ 2907437 w 4211600"/>
              <a:gd name="connsiteY28" fmla="*/ 1049675 h 1660822"/>
              <a:gd name="connsiteX29" fmla="*/ 3122589 w 4211600"/>
              <a:gd name="connsiteY29" fmla="*/ 1005098 h 1660822"/>
              <a:gd name="connsiteX30" fmla="*/ 3391169 w 4211600"/>
              <a:gd name="connsiteY30" fmla="*/ 935756 h 1660822"/>
              <a:gd name="connsiteX31" fmla="*/ 3642290 w 4211600"/>
              <a:gd name="connsiteY31" fmla="*/ 806216 h 1660822"/>
              <a:gd name="connsiteX32" fmla="*/ 3825937 w 4211600"/>
              <a:gd name="connsiteY32" fmla="*/ 594475 h 1660822"/>
              <a:gd name="connsiteX33" fmla="*/ 3861381 w 4211600"/>
              <a:gd name="connsiteY33" fmla="*/ 544755 h 1660822"/>
              <a:gd name="connsiteX34" fmla="*/ 3950381 w 4211600"/>
              <a:gd name="connsiteY34" fmla="*/ 427978 h 1660822"/>
              <a:gd name="connsiteX35" fmla="*/ 4112370 w 4211600"/>
              <a:gd name="connsiteY35" fmla="*/ 201378 h 1660822"/>
              <a:gd name="connsiteX36" fmla="*/ 4195989 w 4211600"/>
              <a:gd name="connsiteY36" fmla="*/ 33834 h 1660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211600" h="1660822">
                <a:moveTo>
                  <a:pt x="4211600" y="0"/>
                </a:moveTo>
                <a:lnTo>
                  <a:pt x="4211600" y="58430"/>
                </a:lnTo>
                <a:lnTo>
                  <a:pt x="4136524" y="208808"/>
                </a:lnTo>
                <a:cubicBezTo>
                  <a:pt x="4089791" y="287770"/>
                  <a:pt x="4030588" y="363780"/>
                  <a:pt x="3973354" y="437313"/>
                </a:cubicBezTo>
                <a:cubicBezTo>
                  <a:pt x="3943819" y="475222"/>
                  <a:pt x="3913231" y="514465"/>
                  <a:pt x="3884746" y="553613"/>
                </a:cubicBezTo>
                <a:cubicBezTo>
                  <a:pt x="3872801" y="569996"/>
                  <a:pt x="3861119" y="586569"/>
                  <a:pt x="3849435" y="603143"/>
                </a:cubicBezTo>
                <a:cubicBezTo>
                  <a:pt x="3796665" y="678009"/>
                  <a:pt x="3742187" y="755352"/>
                  <a:pt x="3661849" y="819075"/>
                </a:cubicBezTo>
                <a:cubicBezTo>
                  <a:pt x="3596214" y="871176"/>
                  <a:pt x="3509050" y="916230"/>
                  <a:pt x="3402589" y="952996"/>
                </a:cubicBezTo>
                <a:cubicBezTo>
                  <a:pt x="3312406" y="984048"/>
                  <a:pt x="3215660" y="1005003"/>
                  <a:pt x="3130202" y="1023386"/>
                </a:cubicBezTo>
                <a:cubicBezTo>
                  <a:pt x="3058529" y="1038816"/>
                  <a:pt x="2985412" y="1053675"/>
                  <a:pt x="2914657" y="1068058"/>
                </a:cubicBezTo>
                <a:cubicBezTo>
                  <a:pt x="2805176" y="1090251"/>
                  <a:pt x="2692021" y="1113207"/>
                  <a:pt x="2582149" y="1138924"/>
                </a:cubicBezTo>
                <a:cubicBezTo>
                  <a:pt x="2549330" y="1146639"/>
                  <a:pt x="2516644" y="1154450"/>
                  <a:pt x="2483958" y="1162356"/>
                </a:cubicBezTo>
                <a:cubicBezTo>
                  <a:pt x="2367257" y="1190550"/>
                  <a:pt x="2246621" y="1219601"/>
                  <a:pt x="2123750" y="1238651"/>
                </a:cubicBezTo>
                <a:cubicBezTo>
                  <a:pt x="2004294" y="1257129"/>
                  <a:pt x="1880769" y="1265416"/>
                  <a:pt x="1761444" y="1273417"/>
                </a:cubicBezTo>
                <a:cubicBezTo>
                  <a:pt x="1711167" y="1276751"/>
                  <a:pt x="1659184" y="1280275"/>
                  <a:pt x="1608382" y="1284466"/>
                </a:cubicBezTo>
                <a:cubicBezTo>
                  <a:pt x="1408589" y="1300944"/>
                  <a:pt x="1214570" y="1325805"/>
                  <a:pt x="999942" y="1354284"/>
                </a:cubicBezTo>
                <a:cubicBezTo>
                  <a:pt x="826403" y="1377240"/>
                  <a:pt x="647744" y="1400957"/>
                  <a:pt x="484705" y="1450487"/>
                </a:cubicBezTo>
                <a:cubicBezTo>
                  <a:pt x="355831" y="1489635"/>
                  <a:pt x="231387" y="1544374"/>
                  <a:pt x="113310" y="1613700"/>
                </a:cubicBezTo>
                <a:lnTo>
                  <a:pt x="39668" y="1660822"/>
                </a:lnTo>
                <a:lnTo>
                  <a:pt x="0" y="1660822"/>
                </a:lnTo>
                <a:lnTo>
                  <a:pt x="96701" y="1598934"/>
                </a:lnTo>
                <a:cubicBezTo>
                  <a:pt x="216635" y="1528533"/>
                  <a:pt x="343196" y="1472919"/>
                  <a:pt x="474335" y="1433056"/>
                </a:cubicBezTo>
                <a:cubicBezTo>
                  <a:pt x="639999" y="1382669"/>
                  <a:pt x="820102" y="1358856"/>
                  <a:pt x="994299" y="1335806"/>
                </a:cubicBezTo>
                <a:cubicBezTo>
                  <a:pt x="1210239" y="1307231"/>
                  <a:pt x="1404650" y="1282275"/>
                  <a:pt x="1605231" y="1265702"/>
                </a:cubicBezTo>
                <a:cubicBezTo>
                  <a:pt x="1656428" y="1261511"/>
                  <a:pt x="1708411" y="1257987"/>
                  <a:pt x="1758819" y="1254558"/>
                </a:cubicBezTo>
                <a:cubicBezTo>
                  <a:pt x="1877487" y="1246557"/>
                  <a:pt x="2000094" y="1238365"/>
                  <a:pt x="2118106" y="1220077"/>
                </a:cubicBezTo>
                <a:cubicBezTo>
                  <a:pt x="2239531" y="1201313"/>
                  <a:pt x="2359513" y="1172357"/>
                  <a:pt x="2475557" y="1144353"/>
                </a:cubicBezTo>
                <a:cubicBezTo>
                  <a:pt x="2508243" y="1136448"/>
                  <a:pt x="2541060" y="1128542"/>
                  <a:pt x="2573878" y="1120827"/>
                </a:cubicBezTo>
                <a:cubicBezTo>
                  <a:pt x="2684276" y="1094919"/>
                  <a:pt x="2797694" y="1071963"/>
                  <a:pt x="2907437" y="1049675"/>
                </a:cubicBezTo>
                <a:cubicBezTo>
                  <a:pt x="2978061" y="1035387"/>
                  <a:pt x="3051178" y="1020528"/>
                  <a:pt x="3122589" y="1005098"/>
                </a:cubicBezTo>
                <a:cubicBezTo>
                  <a:pt x="3206997" y="986810"/>
                  <a:pt x="3302823" y="966141"/>
                  <a:pt x="3391169" y="935756"/>
                </a:cubicBezTo>
                <a:cubicBezTo>
                  <a:pt x="3494479" y="900132"/>
                  <a:pt x="3578886" y="856508"/>
                  <a:pt x="3642290" y="806216"/>
                </a:cubicBezTo>
                <a:cubicBezTo>
                  <a:pt x="3720133" y="744303"/>
                  <a:pt x="3773953" y="668103"/>
                  <a:pt x="3825937" y="594475"/>
                </a:cubicBezTo>
                <a:cubicBezTo>
                  <a:pt x="3837621" y="577902"/>
                  <a:pt x="3849435" y="561233"/>
                  <a:pt x="3861381" y="544755"/>
                </a:cubicBezTo>
                <a:cubicBezTo>
                  <a:pt x="3889997" y="505416"/>
                  <a:pt x="3920715" y="465983"/>
                  <a:pt x="3950381" y="427978"/>
                </a:cubicBezTo>
                <a:cubicBezTo>
                  <a:pt x="4007353" y="354921"/>
                  <a:pt x="4066163" y="279388"/>
                  <a:pt x="4112370" y="201378"/>
                </a:cubicBezTo>
                <a:cubicBezTo>
                  <a:pt x="4144662" y="146800"/>
                  <a:pt x="4170785" y="89364"/>
                  <a:pt x="4195989" y="3383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06" name="Graphic 141">
            <a:extLst>
              <a:ext uri="{FF2B5EF4-FFF2-40B4-BE49-F238E27FC236}">
                <a16:creationId xmlns:a16="http://schemas.microsoft.com/office/drawing/2014/main" id="{306443CF-2776-608D-45ED-01A5B0B379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15178"/>
            <a:ext cx="2198951" cy="3331254"/>
            <a:chOff x="4473129" y="923925"/>
            <a:chExt cx="3308947" cy="5012817"/>
          </a:xfrm>
          <a:noFill/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007E1223-45C4-6677-4395-050C6339C1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85988" y="924020"/>
              <a:ext cx="3296088" cy="5012722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6D32ACEA-5319-26CD-375F-AA4F926B8F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923925"/>
              <a:ext cx="2977477" cy="462714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DAF2E59E-A545-802B-1A50-BBB2FA02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94561" y="923925"/>
              <a:ext cx="2356712" cy="4118991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949A5A3D-3799-28FB-E72F-4ED034FA5C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923925"/>
              <a:ext cx="2059193" cy="3980116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5544386-A502-A7A4-14D9-E7839B55A9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85131" y="1719357"/>
              <a:ext cx="743796" cy="2867501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B84199F-95DF-2E34-0B9F-2F9BF0B72C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1912731"/>
              <a:ext cx="597294" cy="2543540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9F8F46C1-8158-C88F-5250-534BB1C0B4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91417" y="2227197"/>
              <a:ext cx="389425" cy="2011236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07" name="Graphic 157">
            <a:extLst>
              <a:ext uri="{FF2B5EF4-FFF2-40B4-BE49-F238E27FC236}">
                <a16:creationId xmlns:a16="http://schemas.microsoft.com/office/drawing/2014/main" id="{4EFF382D-21B7-85D2-30CC-76CD1429C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610600" y="3276600"/>
            <a:ext cx="3529260" cy="3581398"/>
            <a:chOff x="4114800" y="1423987"/>
            <a:chExt cx="3961542" cy="4007547"/>
          </a:xfrm>
          <a:noFill/>
        </p:grpSpPr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FEDCF981-91B8-F7B6-D9AE-24F3CBEF4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114800" y="1423987"/>
              <a:ext cx="3946874" cy="3989641"/>
            </a:xfrm>
            <a:custGeom>
              <a:avLst/>
              <a:gdLst>
                <a:gd name="connsiteX0" fmla="*/ 0 w 3946874"/>
                <a:gd name="connsiteY0" fmla="*/ 3989641 h 3989641"/>
                <a:gd name="connsiteX1" fmla="*/ 79439 w 3946874"/>
                <a:gd name="connsiteY1" fmla="*/ 3891153 h 3989641"/>
                <a:gd name="connsiteX2" fmla="*/ 297371 w 3946874"/>
                <a:gd name="connsiteY2" fmla="*/ 3626930 h 3989641"/>
                <a:gd name="connsiteX3" fmla="*/ 454343 w 3946874"/>
                <a:gd name="connsiteY3" fmla="*/ 3440335 h 3989641"/>
                <a:gd name="connsiteX4" fmla="*/ 622363 w 3946874"/>
                <a:gd name="connsiteY4" fmla="*/ 3290697 h 3989641"/>
                <a:gd name="connsiteX5" fmla="*/ 927068 w 3946874"/>
                <a:gd name="connsiteY5" fmla="*/ 3087434 h 3989641"/>
                <a:gd name="connsiteX6" fmla="*/ 1176338 w 3946874"/>
                <a:gd name="connsiteY6" fmla="*/ 2915603 h 3989641"/>
                <a:gd name="connsiteX7" fmla="*/ 1394270 w 3946874"/>
                <a:gd name="connsiteY7" fmla="*/ 2780729 h 3989641"/>
                <a:gd name="connsiteX8" fmla="*/ 1601057 w 3946874"/>
                <a:gd name="connsiteY8" fmla="*/ 2723483 h 3989641"/>
                <a:gd name="connsiteX9" fmla="*/ 1756220 w 3946874"/>
                <a:gd name="connsiteY9" fmla="*/ 2743772 h 3989641"/>
                <a:gd name="connsiteX10" fmla="*/ 1889189 w 3946874"/>
                <a:gd name="connsiteY10" fmla="*/ 2765965 h 3989641"/>
                <a:gd name="connsiteX11" fmla="*/ 2007394 w 3946874"/>
                <a:gd name="connsiteY11" fmla="*/ 2765965 h 3989641"/>
                <a:gd name="connsiteX12" fmla="*/ 2184654 w 3946874"/>
                <a:gd name="connsiteY12" fmla="*/ 2671763 h 3989641"/>
                <a:gd name="connsiteX13" fmla="*/ 2372773 w 3946874"/>
                <a:gd name="connsiteY13" fmla="*/ 2538984 h 3989641"/>
                <a:gd name="connsiteX14" fmla="*/ 2439543 w 3946874"/>
                <a:gd name="connsiteY14" fmla="*/ 2510504 h 3989641"/>
                <a:gd name="connsiteX15" fmla="*/ 2650617 w 3946874"/>
                <a:gd name="connsiteY15" fmla="*/ 2434781 h 3989641"/>
                <a:gd name="connsiteX16" fmla="*/ 2785110 w 3946874"/>
                <a:gd name="connsiteY16" fmla="*/ 2383060 h 3989641"/>
                <a:gd name="connsiteX17" fmla="*/ 2897315 w 3946874"/>
                <a:gd name="connsiteY17" fmla="*/ 2318861 h 3989641"/>
                <a:gd name="connsiteX18" fmla="*/ 2997994 w 3946874"/>
                <a:gd name="connsiteY18" fmla="*/ 2226183 h 3989641"/>
                <a:gd name="connsiteX19" fmla="*/ 3061240 w 3946874"/>
                <a:gd name="connsiteY19" fmla="*/ 2141506 h 3989641"/>
                <a:gd name="connsiteX20" fmla="*/ 3152108 w 3946874"/>
                <a:gd name="connsiteY20" fmla="*/ 2005203 h 3989641"/>
                <a:gd name="connsiteX21" fmla="*/ 3274124 w 3946874"/>
                <a:gd name="connsiteY21" fmla="*/ 1871567 h 3989641"/>
                <a:gd name="connsiteX22" fmla="*/ 3388138 w 3946874"/>
                <a:gd name="connsiteY22" fmla="*/ 1770888 h 3989641"/>
                <a:gd name="connsiteX23" fmla="*/ 3466529 w 3946874"/>
                <a:gd name="connsiteY23" fmla="*/ 1679162 h 3989641"/>
                <a:gd name="connsiteX24" fmla="*/ 3538633 w 3946874"/>
                <a:gd name="connsiteY24" fmla="*/ 1551718 h 3989641"/>
                <a:gd name="connsiteX25" fmla="*/ 3588544 w 3946874"/>
                <a:gd name="connsiteY25" fmla="*/ 1376172 h 3989641"/>
                <a:gd name="connsiteX26" fmla="*/ 3597402 w 3946874"/>
                <a:gd name="connsiteY26" fmla="*/ 1293305 h 3989641"/>
                <a:gd name="connsiteX27" fmla="*/ 3721227 w 3946874"/>
                <a:gd name="connsiteY27" fmla="*/ 880491 h 3989641"/>
                <a:gd name="connsiteX28" fmla="*/ 3761137 w 3946874"/>
                <a:gd name="connsiteY28" fmla="*/ 463677 h 3989641"/>
                <a:gd name="connsiteX29" fmla="*/ 3946874 w 3946874"/>
                <a:gd name="connsiteY29" fmla="*/ 0 h 3989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946874" h="3989641">
                  <a:moveTo>
                    <a:pt x="0" y="3989641"/>
                  </a:moveTo>
                  <a:cubicBezTo>
                    <a:pt x="19050" y="3957257"/>
                    <a:pt x="50959" y="3916013"/>
                    <a:pt x="79439" y="3891153"/>
                  </a:cubicBezTo>
                  <a:cubicBezTo>
                    <a:pt x="165544" y="3815906"/>
                    <a:pt x="227933" y="3717989"/>
                    <a:pt x="297371" y="3626930"/>
                  </a:cubicBezTo>
                  <a:cubicBezTo>
                    <a:pt x="346615" y="3562255"/>
                    <a:pt x="398050" y="3499009"/>
                    <a:pt x="454343" y="3440335"/>
                  </a:cubicBezTo>
                  <a:cubicBezTo>
                    <a:pt x="506349" y="3386042"/>
                    <a:pt x="562642" y="3336227"/>
                    <a:pt x="622363" y="3290697"/>
                  </a:cubicBezTo>
                  <a:cubicBezTo>
                    <a:pt x="719519" y="3216688"/>
                    <a:pt x="824960" y="3154585"/>
                    <a:pt x="927068" y="3087434"/>
                  </a:cubicBezTo>
                  <a:cubicBezTo>
                    <a:pt x="1011365" y="3031998"/>
                    <a:pt x="1093565" y="2973324"/>
                    <a:pt x="1176338" y="2915603"/>
                  </a:cubicBezTo>
                  <a:cubicBezTo>
                    <a:pt x="1246537" y="2866644"/>
                    <a:pt x="1317308" y="2818066"/>
                    <a:pt x="1394270" y="2780729"/>
                  </a:cubicBezTo>
                  <a:cubicBezTo>
                    <a:pt x="1459421" y="2749106"/>
                    <a:pt x="1528763" y="2724436"/>
                    <a:pt x="1601057" y="2723483"/>
                  </a:cubicBezTo>
                  <a:cubicBezTo>
                    <a:pt x="1653350" y="2722721"/>
                    <a:pt x="1704785" y="2733485"/>
                    <a:pt x="1756220" y="2743772"/>
                  </a:cubicBezTo>
                  <a:cubicBezTo>
                    <a:pt x="1800320" y="2752630"/>
                    <a:pt x="1844612" y="2760250"/>
                    <a:pt x="1889189" y="2765965"/>
                  </a:cubicBezTo>
                  <a:cubicBezTo>
                    <a:pt x="1928622" y="2771013"/>
                    <a:pt x="1968437" y="2773299"/>
                    <a:pt x="2007394" y="2765965"/>
                  </a:cubicBezTo>
                  <a:cubicBezTo>
                    <a:pt x="2073878" y="2753487"/>
                    <a:pt x="2130647" y="2712911"/>
                    <a:pt x="2184654" y="2671763"/>
                  </a:cubicBezTo>
                  <a:cubicBezTo>
                    <a:pt x="2245900" y="2625090"/>
                    <a:pt x="2304002" y="2573465"/>
                    <a:pt x="2372773" y="2538984"/>
                  </a:cubicBezTo>
                  <a:cubicBezTo>
                    <a:pt x="2394395" y="2528126"/>
                    <a:pt x="2416874" y="2518982"/>
                    <a:pt x="2439543" y="2510504"/>
                  </a:cubicBezTo>
                  <a:cubicBezTo>
                    <a:pt x="2509552" y="2484215"/>
                    <a:pt x="2580037" y="2459450"/>
                    <a:pt x="2650617" y="2434781"/>
                  </a:cubicBezTo>
                  <a:cubicBezTo>
                    <a:pt x="2695956" y="2418874"/>
                    <a:pt x="2741295" y="2402872"/>
                    <a:pt x="2785110" y="2383060"/>
                  </a:cubicBezTo>
                  <a:cubicBezTo>
                    <a:pt x="2824448" y="2365248"/>
                    <a:pt x="2862358" y="2344198"/>
                    <a:pt x="2897315" y="2318861"/>
                  </a:cubicBezTo>
                  <a:cubicBezTo>
                    <a:pt x="2934367" y="2292096"/>
                    <a:pt x="2968085" y="2260854"/>
                    <a:pt x="2997994" y="2226183"/>
                  </a:cubicBezTo>
                  <a:cubicBezTo>
                    <a:pt x="3020949" y="2199513"/>
                    <a:pt x="3041714" y="2170938"/>
                    <a:pt x="3061240" y="2141506"/>
                  </a:cubicBezTo>
                  <a:cubicBezTo>
                    <a:pt x="3091529" y="2095976"/>
                    <a:pt x="3119533" y="2049018"/>
                    <a:pt x="3152108" y="2005203"/>
                  </a:cubicBezTo>
                  <a:cubicBezTo>
                    <a:pt x="3188113" y="1956626"/>
                    <a:pt x="3229261" y="1912144"/>
                    <a:pt x="3274124" y="1871567"/>
                  </a:cubicBezTo>
                  <a:cubicBezTo>
                    <a:pt x="3311747" y="1837563"/>
                    <a:pt x="3351848" y="1806321"/>
                    <a:pt x="3388138" y="1770888"/>
                  </a:cubicBezTo>
                  <a:cubicBezTo>
                    <a:pt x="3416999" y="1742694"/>
                    <a:pt x="3443002" y="1711833"/>
                    <a:pt x="3466529" y="1679162"/>
                  </a:cubicBezTo>
                  <a:cubicBezTo>
                    <a:pt x="3495008" y="1639348"/>
                    <a:pt x="3519392" y="1596771"/>
                    <a:pt x="3538633" y="1551718"/>
                  </a:cubicBezTo>
                  <a:cubicBezTo>
                    <a:pt x="3562731" y="1495616"/>
                    <a:pt x="3578924" y="1436465"/>
                    <a:pt x="3588544" y="1376172"/>
                  </a:cubicBezTo>
                  <a:cubicBezTo>
                    <a:pt x="3592925" y="1348740"/>
                    <a:pt x="3595688" y="1321022"/>
                    <a:pt x="3597402" y="1293305"/>
                  </a:cubicBezTo>
                  <a:cubicBezTo>
                    <a:pt x="3605974" y="1155859"/>
                    <a:pt x="3717703" y="1018127"/>
                    <a:pt x="3721227" y="880491"/>
                  </a:cubicBezTo>
                  <a:cubicBezTo>
                    <a:pt x="3724751" y="740855"/>
                    <a:pt x="3743135" y="602171"/>
                    <a:pt x="3761137" y="463677"/>
                  </a:cubicBezTo>
                  <a:cubicBezTo>
                    <a:pt x="3776186" y="347758"/>
                    <a:pt x="3934968" y="116205"/>
                    <a:pt x="3946874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BC94E8C2-B475-3C17-D3FD-1FB49EDEF5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95978" y="2441733"/>
              <a:ext cx="3665410" cy="2985611"/>
            </a:xfrm>
            <a:custGeom>
              <a:avLst/>
              <a:gdLst>
                <a:gd name="connsiteX0" fmla="*/ 0 w 3665410"/>
                <a:gd name="connsiteY0" fmla="*/ 2985611 h 2985611"/>
                <a:gd name="connsiteX1" fmla="*/ 166211 w 3665410"/>
                <a:gd name="connsiteY1" fmla="*/ 2699766 h 2985611"/>
                <a:gd name="connsiteX2" fmla="*/ 397002 w 3665410"/>
                <a:gd name="connsiteY2" fmla="*/ 2414969 h 2985611"/>
                <a:gd name="connsiteX3" fmla="*/ 620173 w 3665410"/>
                <a:gd name="connsiteY3" fmla="*/ 2237899 h 2985611"/>
                <a:gd name="connsiteX4" fmla="*/ 823341 w 3665410"/>
                <a:gd name="connsiteY4" fmla="*/ 2085499 h 2985611"/>
                <a:gd name="connsiteX5" fmla="*/ 1089565 w 3665410"/>
                <a:gd name="connsiteY5" fmla="*/ 1911477 h 2985611"/>
                <a:gd name="connsiteX6" fmla="*/ 1145000 w 3665410"/>
                <a:gd name="connsiteY6" fmla="*/ 1886807 h 2985611"/>
                <a:gd name="connsiteX7" fmla="*/ 1375791 w 3665410"/>
                <a:gd name="connsiteY7" fmla="*/ 1842135 h 2985611"/>
                <a:gd name="connsiteX8" fmla="*/ 1486567 w 3665410"/>
                <a:gd name="connsiteY8" fmla="*/ 1857566 h 2985611"/>
                <a:gd name="connsiteX9" fmla="*/ 1568101 w 3665410"/>
                <a:gd name="connsiteY9" fmla="*/ 1871377 h 2985611"/>
                <a:gd name="connsiteX10" fmla="*/ 1810607 w 3665410"/>
                <a:gd name="connsiteY10" fmla="*/ 1871377 h 2985611"/>
                <a:gd name="connsiteX11" fmla="*/ 1997964 w 3665410"/>
                <a:gd name="connsiteY11" fmla="*/ 1790605 h 2985611"/>
                <a:gd name="connsiteX12" fmla="*/ 2109883 w 3665410"/>
                <a:gd name="connsiteY12" fmla="*/ 1702784 h 2985611"/>
                <a:gd name="connsiteX13" fmla="*/ 2321433 w 3665410"/>
                <a:gd name="connsiteY13" fmla="*/ 1552384 h 2985611"/>
                <a:gd name="connsiteX14" fmla="*/ 2558891 w 3665410"/>
                <a:gd name="connsiteY14" fmla="*/ 1453420 h 2985611"/>
                <a:gd name="connsiteX15" fmla="*/ 2709767 w 3665410"/>
                <a:gd name="connsiteY15" fmla="*/ 1377887 h 2985611"/>
                <a:gd name="connsiteX16" fmla="*/ 2885408 w 3665410"/>
                <a:gd name="connsiteY16" fmla="*/ 1237393 h 2985611"/>
                <a:gd name="connsiteX17" fmla="*/ 3017711 w 3665410"/>
                <a:gd name="connsiteY17" fmla="*/ 1072229 h 2985611"/>
                <a:gd name="connsiteX18" fmla="*/ 3150680 w 3665410"/>
                <a:gd name="connsiteY18" fmla="*/ 921830 h 2985611"/>
                <a:gd name="connsiteX19" fmla="*/ 3255169 w 3665410"/>
                <a:gd name="connsiteY19" fmla="*/ 801815 h 2985611"/>
                <a:gd name="connsiteX20" fmla="*/ 3339275 w 3665410"/>
                <a:gd name="connsiteY20" fmla="*/ 694182 h 2985611"/>
                <a:gd name="connsiteX21" fmla="*/ 3409188 w 3665410"/>
                <a:gd name="connsiteY21" fmla="*/ 546926 h 2985611"/>
                <a:gd name="connsiteX22" fmla="*/ 3464243 w 3665410"/>
                <a:gd name="connsiteY22" fmla="*/ 347663 h 2985611"/>
                <a:gd name="connsiteX23" fmla="*/ 3665411 w 3665410"/>
                <a:gd name="connsiteY23" fmla="*/ 0 h 29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665410" h="2985611">
                  <a:moveTo>
                    <a:pt x="0" y="2985611"/>
                  </a:moveTo>
                  <a:cubicBezTo>
                    <a:pt x="0" y="2985611"/>
                    <a:pt x="86773" y="2802827"/>
                    <a:pt x="166211" y="2699766"/>
                  </a:cubicBezTo>
                  <a:cubicBezTo>
                    <a:pt x="240983" y="2602706"/>
                    <a:pt x="309182" y="2500122"/>
                    <a:pt x="397002" y="2414969"/>
                  </a:cubicBezTo>
                  <a:cubicBezTo>
                    <a:pt x="465296" y="2348865"/>
                    <a:pt x="543592" y="2294477"/>
                    <a:pt x="620173" y="2237899"/>
                  </a:cubicBezTo>
                  <a:cubicBezTo>
                    <a:pt x="688277" y="2187607"/>
                    <a:pt x="755333" y="2135886"/>
                    <a:pt x="823341" y="2085499"/>
                  </a:cubicBezTo>
                  <a:cubicBezTo>
                    <a:pt x="908685" y="2022253"/>
                    <a:pt x="994791" y="1959197"/>
                    <a:pt x="1089565" y="1911477"/>
                  </a:cubicBezTo>
                  <a:cubicBezTo>
                    <a:pt x="1107662" y="1902428"/>
                    <a:pt x="1126141" y="1894141"/>
                    <a:pt x="1145000" y="1886807"/>
                  </a:cubicBezTo>
                  <a:cubicBezTo>
                    <a:pt x="1218819" y="1858232"/>
                    <a:pt x="1296924" y="1838611"/>
                    <a:pt x="1375791" y="1842135"/>
                  </a:cubicBezTo>
                  <a:cubicBezTo>
                    <a:pt x="1413129" y="1843754"/>
                    <a:pt x="1449896" y="1850422"/>
                    <a:pt x="1486567" y="1857566"/>
                  </a:cubicBezTo>
                  <a:cubicBezTo>
                    <a:pt x="1513618" y="1862804"/>
                    <a:pt x="1540859" y="1867376"/>
                    <a:pt x="1568101" y="1871377"/>
                  </a:cubicBezTo>
                  <a:cubicBezTo>
                    <a:pt x="1648778" y="1883188"/>
                    <a:pt x="1730978" y="1887665"/>
                    <a:pt x="1810607" y="1871377"/>
                  </a:cubicBezTo>
                  <a:cubicBezTo>
                    <a:pt x="1877854" y="1857661"/>
                    <a:pt x="1941100" y="1829086"/>
                    <a:pt x="1997964" y="1790605"/>
                  </a:cubicBezTo>
                  <a:cubicBezTo>
                    <a:pt x="2037302" y="1764030"/>
                    <a:pt x="2073497" y="1733264"/>
                    <a:pt x="2109883" y="1702784"/>
                  </a:cubicBezTo>
                  <a:cubicBezTo>
                    <a:pt x="2176367" y="1647063"/>
                    <a:pt x="2244852" y="1593151"/>
                    <a:pt x="2321433" y="1552384"/>
                  </a:cubicBezTo>
                  <a:cubicBezTo>
                    <a:pt x="2397157" y="1512094"/>
                    <a:pt x="2479548" y="1486281"/>
                    <a:pt x="2558891" y="1453420"/>
                  </a:cubicBezTo>
                  <a:cubicBezTo>
                    <a:pt x="2610898" y="1431798"/>
                    <a:pt x="2661571" y="1407033"/>
                    <a:pt x="2709767" y="1377887"/>
                  </a:cubicBezTo>
                  <a:cubicBezTo>
                    <a:pt x="2774252" y="1338929"/>
                    <a:pt x="2834069" y="1292447"/>
                    <a:pt x="2885408" y="1237393"/>
                  </a:cubicBezTo>
                  <a:cubicBezTo>
                    <a:pt x="2933605" y="1185767"/>
                    <a:pt x="2973324" y="1127093"/>
                    <a:pt x="3017711" y="1072229"/>
                  </a:cubicBezTo>
                  <a:cubicBezTo>
                    <a:pt x="3059811" y="1020223"/>
                    <a:pt x="3105912" y="971645"/>
                    <a:pt x="3150680" y="921830"/>
                  </a:cubicBezTo>
                  <a:cubicBezTo>
                    <a:pt x="3186113" y="882396"/>
                    <a:pt x="3220593" y="842010"/>
                    <a:pt x="3255169" y="801815"/>
                  </a:cubicBezTo>
                  <a:cubicBezTo>
                    <a:pt x="3284887" y="767239"/>
                    <a:pt x="3314605" y="732473"/>
                    <a:pt x="3339275" y="694182"/>
                  </a:cubicBezTo>
                  <a:cubicBezTo>
                    <a:pt x="3368707" y="648367"/>
                    <a:pt x="3390138" y="597980"/>
                    <a:pt x="3409188" y="546926"/>
                  </a:cubicBezTo>
                  <a:cubicBezTo>
                    <a:pt x="3433382" y="482156"/>
                    <a:pt x="3453384" y="415861"/>
                    <a:pt x="3464243" y="347663"/>
                  </a:cubicBezTo>
                  <a:cubicBezTo>
                    <a:pt x="3476244" y="272224"/>
                    <a:pt x="3661696" y="76295"/>
                    <a:pt x="366541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97C51BD9-D24A-2290-5A29-43EAFD7F3C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90402" y="5229700"/>
              <a:ext cx="285940" cy="199072"/>
            </a:xfrm>
            <a:custGeom>
              <a:avLst/>
              <a:gdLst>
                <a:gd name="connsiteX0" fmla="*/ 0 w 285940"/>
                <a:gd name="connsiteY0" fmla="*/ 199073 h 199072"/>
                <a:gd name="connsiteX1" fmla="*/ 285940 w 285940"/>
                <a:gd name="connsiteY1" fmla="*/ 0 h 199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85940" h="199072">
                  <a:moveTo>
                    <a:pt x="0" y="199073"/>
                  </a:moveTo>
                  <a:cubicBezTo>
                    <a:pt x="0" y="199073"/>
                    <a:pt x="242125" y="39243"/>
                    <a:pt x="28594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33BB4ACD-9DA5-D377-390E-8F88947C4D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393114" y="5049773"/>
              <a:ext cx="655796" cy="381190"/>
            </a:xfrm>
            <a:custGeom>
              <a:avLst/>
              <a:gdLst>
                <a:gd name="connsiteX0" fmla="*/ 0 w 655796"/>
                <a:gd name="connsiteY0" fmla="*/ 381190 h 381190"/>
                <a:gd name="connsiteX1" fmla="*/ 655796 w 655796"/>
                <a:gd name="connsiteY1" fmla="*/ 0 h 381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5796" h="381190">
                  <a:moveTo>
                    <a:pt x="0" y="381190"/>
                  </a:moveTo>
                  <a:cubicBezTo>
                    <a:pt x="0" y="381190"/>
                    <a:pt x="461105" y="172117"/>
                    <a:pt x="65579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D1EB473D-1E39-38DD-CD66-299011A7D2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154072" y="3867816"/>
              <a:ext cx="2907315" cy="1544764"/>
            </a:xfrm>
            <a:custGeom>
              <a:avLst/>
              <a:gdLst>
                <a:gd name="connsiteX0" fmla="*/ 0 w 2907315"/>
                <a:gd name="connsiteY0" fmla="*/ 1544764 h 1544764"/>
                <a:gd name="connsiteX1" fmla="*/ 201644 w 2907315"/>
                <a:gd name="connsiteY1" fmla="*/ 1352550 h 1544764"/>
                <a:gd name="connsiteX2" fmla="*/ 423196 w 2907315"/>
                <a:gd name="connsiteY2" fmla="*/ 1196054 h 1544764"/>
                <a:gd name="connsiteX3" fmla="*/ 782193 w 2907315"/>
                <a:gd name="connsiteY3" fmla="*/ 1099947 h 1544764"/>
                <a:gd name="connsiteX4" fmla="*/ 1052513 w 2907315"/>
                <a:gd name="connsiteY4" fmla="*/ 1042321 h 1544764"/>
                <a:gd name="connsiteX5" fmla="*/ 1311783 w 2907315"/>
                <a:gd name="connsiteY5" fmla="*/ 1056037 h 1544764"/>
                <a:gd name="connsiteX6" fmla="*/ 1484662 w 2907315"/>
                <a:gd name="connsiteY6" fmla="*/ 1083469 h 1544764"/>
                <a:gd name="connsiteX7" fmla="*/ 1788224 w 2907315"/>
                <a:gd name="connsiteY7" fmla="*/ 1023080 h 1544764"/>
                <a:gd name="connsiteX8" fmla="*/ 2269045 w 2907315"/>
                <a:gd name="connsiteY8" fmla="*/ 734758 h 1544764"/>
                <a:gd name="connsiteX9" fmla="*/ 2534984 w 2907315"/>
                <a:gd name="connsiteY9" fmla="*/ 572738 h 1544764"/>
                <a:gd name="connsiteX10" fmla="*/ 2907316 w 2907315"/>
                <a:gd name="connsiteY10" fmla="*/ 0 h 1544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7315" h="1544764">
                  <a:moveTo>
                    <a:pt x="0" y="1544764"/>
                  </a:moveTo>
                  <a:cubicBezTo>
                    <a:pt x="0" y="1544764"/>
                    <a:pt x="98012" y="1443990"/>
                    <a:pt x="201644" y="1352550"/>
                  </a:cubicBezTo>
                  <a:cubicBezTo>
                    <a:pt x="271272" y="1291209"/>
                    <a:pt x="343662" y="1234249"/>
                    <a:pt x="423196" y="1196054"/>
                  </a:cubicBezTo>
                  <a:cubicBezTo>
                    <a:pt x="537591" y="1141095"/>
                    <a:pt x="661226" y="1127189"/>
                    <a:pt x="782193" y="1099947"/>
                  </a:cubicBezTo>
                  <a:cubicBezTo>
                    <a:pt x="872300" y="1079659"/>
                    <a:pt x="961358" y="1051370"/>
                    <a:pt x="1052513" y="1042321"/>
                  </a:cubicBezTo>
                  <a:cubicBezTo>
                    <a:pt x="1139000" y="1033653"/>
                    <a:pt x="1225868" y="1040321"/>
                    <a:pt x="1311783" y="1056037"/>
                  </a:cubicBezTo>
                  <a:cubicBezTo>
                    <a:pt x="1369314" y="1066609"/>
                    <a:pt x="1426559" y="1079373"/>
                    <a:pt x="1484662" y="1083469"/>
                  </a:cubicBezTo>
                  <a:cubicBezTo>
                    <a:pt x="1587913" y="1090803"/>
                    <a:pt x="1690402" y="1064800"/>
                    <a:pt x="1788224" y="1023080"/>
                  </a:cubicBezTo>
                  <a:cubicBezTo>
                    <a:pt x="1956721" y="951262"/>
                    <a:pt x="2106549" y="825722"/>
                    <a:pt x="2269045" y="734758"/>
                  </a:cubicBezTo>
                  <a:cubicBezTo>
                    <a:pt x="2359438" y="684181"/>
                    <a:pt x="2452497" y="640556"/>
                    <a:pt x="2534984" y="572738"/>
                  </a:cubicBezTo>
                  <a:cubicBezTo>
                    <a:pt x="2673001" y="459391"/>
                    <a:pt x="2847023" y="191453"/>
                    <a:pt x="290731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76A16B75-7066-9108-B405-2965AFCCD1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07946" y="3479100"/>
              <a:ext cx="3168300" cy="1952434"/>
            </a:xfrm>
            <a:custGeom>
              <a:avLst/>
              <a:gdLst>
                <a:gd name="connsiteX0" fmla="*/ 0 w 3168300"/>
                <a:gd name="connsiteY0" fmla="*/ 1952435 h 1952434"/>
                <a:gd name="connsiteX1" fmla="*/ 202121 w 3168300"/>
                <a:gd name="connsiteY1" fmla="*/ 1687068 h 1952434"/>
                <a:gd name="connsiteX2" fmla="*/ 545116 w 3168300"/>
                <a:gd name="connsiteY2" fmla="*/ 1450277 h 1952434"/>
                <a:gd name="connsiteX3" fmla="*/ 906780 w 3168300"/>
                <a:gd name="connsiteY3" fmla="*/ 1354455 h 1952434"/>
                <a:gd name="connsiteX4" fmla="*/ 1332262 w 3168300"/>
                <a:gd name="connsiteY4" fmla="*/ 1285304 h 1952434"/>
                <a:gd name="connsiteX5" fmla="*/ 1691259 w 3168300"/>
                <a:gd name="connsiteY5" fmla="*/ 1240060 h 1952434"/>
                <a:gd name="connsiteX6" fmla="*/ 2010346 w 3168300"/>
                <a:gd name="connsiteY6" fmla="*/ 1141667 h 1952434"/>
                <a:gd name="connsiteX7" fmla="*/ 2393252 w 3168300"/>
                <a:gd name="connsiteY7" fmla="*/ 1027271 h 1952434"/>
                <a:gd name="connsiteX8" fmla="*/ 2582037 w 3168300"/>
                <a:gd name="connsiteY8" fmla="*/ 958120 h 1952434"/>
                <a:gd name="connsiteX9" fmla="*/ 2760155 w 3168300"/>
                <a:gd name="connsiteY9" fmla="*/ 827723 h 1952434"/>
                <a:gd name="connsiteX10" fmla="*/ 2914364 w 3168300"/>
                <a:gd name="connsiteY10" fmla="*/ 567023 h 1952434"/>
                <a:gd name="connsiteX11" fmla="*/ 3168301 w 3168300"/>
                <a:gd name="connsiteY11" fmla="*/ 0 h 1952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68300" h="1952434">
                  <a:moveTo>
                    <a:pt x="0" y="1952435"/>
                  </a:moveTo>
                  <a:cubicBezTo>
                    <a:pt x="0" y="1952435"/>
                    <a:pt x="91059" y="1796415"/>
                    <a:pt x="202121" y="1687068"/>
                  </a:cubicBezTo>
                  <a:cubicBezTo>
                    <a:pt x="301943" y="1588675"/>
                    <a:pt x="416528" y="1505617"/>
                    <a:pt x="545116" y="1450277"/>
                  </a:cubicBezTo>
                  <a:cubicBezTo>
                    <a:pt x="659987" y="1400747"/>
                    <a:pt x="783622" y="1377601"/>
                    <a:pt x="906780" y="1354455"/>
                  </a:cubicBezTo>
                  <a:cubicBezTo>
                    <a:pt x="1048036" y="1327976"/>
                    <a:pt x="1189482" y="1301972"/>
                    <a:pt x="1332262" y="1285304"/>
                  </a:cubicBezTo>
                  <a:cubicBezTo>
                    <a:pt x="1452182" y="1271302"/>
                    <a:pt x="1573340" y="1265873"/>
                    <a:pt x="1691259" y="1240060"/>
                  </a:cubicBezTo>
                  <a:cubicBezTo>
                    <a:pt x="1800035" y="1216247"/>
                    <a:pt x="1904619" y="1176718"/>
                    <a:pt x="2010346" y="1141667"/>
                  </a:cubicBezTo>
                  <a:cubicBezTo>
                    <a:pt x="2136743" y="1099661"/>
                    <a:pt x="2265902" y="1066229"/>
                    <a:pt x="2393252" y="1027271"/>
                  </a:cubicBezTo>
                  <a:cubicBezTo>
                    <a:pt x="2457450" y="1007650"/>
                    <a:pt x="2521744" y="987552"/>
                    <a:pt x="2582037" y="958120"/>
                  </a:cubicBezTo>
                  <a:cubicBezTo>
                    <a:pt x="2648807" y="925449"/>
                    <a:pt x="2710815" y="883349"/>
                    <a:pt x="2760155" y="827723"/>
                  </a:cubicBezTo>
                  <a:cubicBezTo>
                    <a:pt x="2827496" y="751904"/>
                    <a:pt x="2867978" y="657511"/>
                    <a:pt x="2914364" y="567023"/>
                  </a:cubicBezTo>
                  <a:cubicBezTo>
                    <a:pt x="2972753" y="453200"/>
                    <a:pt x="3119152" y="118015"/>
                    <a:pt x="316830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D41CF45-C50A-E9A4-3737-C9B8CB2CE7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04778" y="2976752"/>
              <a:ext cx="3356800" cy="2452020"/>
            </a:xfrm>
            <a:custGeom>
              <a:avLst/>
              <a:gdLst>
                <a:gd name="connsiteX0" fmla="*/ 0 w 3356800"/>
                <a:gd name="connsiteY0" fmla="*/ 2452021 h 2452020"/>
                <a:gd name="connsiteX1" fmla="*/ 130874 w 3356800"/>
                <a:gd name="connsiteY1" fmla="*/ 2247710 h 2452020"/>
                <a:gd name="connsiteX2" fmla="*/ 437197 w 3356800"/>
                <a:gd name="connsiteY2" fmla="*/ 1941195 h 2452020"/>
                <a:gd name="connsiteX3" fmla="*/ 737140 w 3356800"/>
                <a:gd name="connsiteY3" fmla="*/ 1736884 h 2452020"/>
                <a:gd name="connsiteX4" fmla="*/ 1031843 w 3356800"/>
                <a:gd name="connsiteY4" fmla="*/ 1685068 h 2452020"/>
                <a:gd name="connsiteX5" fmla="*/ 1287304 w 3356800"/>
                <a:gd name="connsiteY5" fmla="*/ 1655826 h 2452020"/>
                <a:gd name="connsiteX6" fmla="*/ 1471994 w 3356800"/>
                <a:gd name="connsiteY6" fmla="*/ 1634300 h 2452020"/>
                <a:gd name="connsiteX7" fmla="*/ 1898237 w 3356800"/>
                <a:gd name="connsiteY7" fmla="*/ 1512665 h 2452020"/>
                <a:gd name="connsiteX8" fmla="*/ 2229136 w 3356800"/>
                <a:gd name="connsiteY8" fmla="*/ 1355598 h 2452020"/>
                <a:gd name="connsiteX9" fmla="*/ 2512314 w 3356800"/>
                <a:gd name="connsiteY9" fmla="*/ 1238631 h 2452020"/>
                <a:gd name="connsiteX10" fmla="*/ 2758535 w 3356800"/>
                <a:gd name="connsiteY10" fmla="*/ 1096994 h 2452020"/>
                <a:gd name="connsiteX11" fmla="*/ 2935510 w 3356800"/>
                <a:gd name="connsiteY11" fmla="*/ 919925 h 2452020"/>
                <a:gd name="connsiteX12" fmla="*/ 3081719 w 3356800"/>
                <a:gd name="connsiteY12" fmla="*/ 687419 h 2452020"/>
                <a:gd name="connsiteX13" fmla="*/ 3356800 w 3356800"/>
                <a:gd name="connsiteY13" fmla="*/ 0 h 2452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356800" h="2452020">
                  <a:moveTo>
                    <a:pt x="0" y="2452021"/>
                  </a:moveTo>
                  <a:cubicBezTo>
                    <a:pt x="0" y="2452021"/>
                    <a:pt x="57150" y="2344198"/>
                    <a:pt x="130874" y="2247710"/>
                  </a:cubicBezTo>
                  <a:cubicBezTo>
                    <a:pt x="218694" y="2132648"/>
                    <a:pt x="328136" y="2036635"/>
                    <a:pt x="437197" y="1941195"/>
                  </a:cubicBezTo>
                  <a:cubicBezTo>
                    <a:pt x="529304" y="1860709"/>
                    <a:pt x="623030" y="1779556"/>
                    <a:pt x="737140" y="1736884"/>
                  </a:cubicBezTo>
                  <a:cubicBezTo>
                    <a:pt x="830866" y="1701736"/>
                    <a:pt x="932021" y="1695450"/>
                    <a:pt x="1031843" y="1685068"/>
                  </a:cubicBezTo>
                  <a:cubicBezTo>
                    <a:pt x="1117092" y="1676210"/>
                    <a:pt x="1202055" y="1665160"/>
                    <a:pt x="1287304" y="1655826"/>
                  </a:cubicBezTo>
                  <a:cubicBezTo>
                    <a:pt x="1348931" y="1649063"/>
                    <a:pt x="1410653" y="1643539"/>
                    <a:pt x="1471994" y="1634300"/>
                  </a:cubicBezTo>
                  <a:cubicBezTo>
                    <a:pt x="1618679" y="1612011"/>
                    <a:pt x="1761935" y="1571149"/>
                    <a:pt x="1898237" y="1512665"/>
                  </a:cubicBezTo>
                  <a:cubicBezTo>
                    <a:pt x="2010442" y="1464564"/>
                    <a:pt x="2117503" y="1405128"/>
                    <a:pt x="2229136" y="1355598"/>
                  </a:cubicBezTo>
                  <a:cubicBezTo>
                    <a:pt x="2322481" y="1314164"/>
                    <a:pt x="2418969" y="1280160"/>
                    <a:pt x="2512314" y="1238631"/>
                  </a:cubicBezTo>
                  <a:cubicBezTo>
                    <a:pt x="2599087" y="1199960"/>
                    <a:pt x="2683193" y="1154811"/>
                    <a:pt x="2758535" y="1096994"/>
                  </a:cubicBezTo>
                  <a:cubicBezTo>
                    <a:pt x="2825020" y="1046035"/>
                    <a:pt x="2883789" y="985837"/>
                    <a:pt x="2935510" y="919925"/>
                  </a:cubicBezTo>
                  <a:cubicBezTo>
                    <a:pt x="2992184" y="847725"/>
                    <a:pt x="3039904" y="769144"/>
                    <a:pt x="3081719" y="687419"/>
                  </a:cubicBezTo>
                  <a:cubicBezTo>
                    <a:pt x="3138297" y="576739"/>
                    <a:pt x="3314129" y="116776"/>
                    <a:pt x="335680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 useBgFill="1">
        <p:nvSpPr>
          <p:cNvPr id="108" name="Rectangle 107">
            <a:extLst>
              <a:ext uri="{FF2B5EF4-FFF2-40B4-BE49-F238E27FC236}">
                <a16:creationId xmlns:a16="http://schemas.microsoft.com/office/drawing/2014/main" id="{CE4C76C8-BFBD-2C23-D319-20B894E738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8B24A9DF-2466-AA2A-6E5E-AC6BBB06C0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110" name="Top Left">
            <a:extLst>
              <a:ext uri="{FF2B5EF4-FFF2-40B4-BE49-F238E27FC236}">
                <a16:creationId xmlns:a16="http://schemas.microsoft.com/office/drawing/2014/main" id="{0A04BB2E-F47B-4205-80ED-4A652CC35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-3086"/>
            <a:ext cx="2198951" cy="3349518"/>
            <a:chOff x="10849" y="-3086"/>
            <a:chExt cx="2198951" cy="3349518"/>
          </a:xfrm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0FE0B5A-9B79-48E4-2FC8-1A76CEF72F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01AD6D40-4DC0-357E-5EAC-A127C687F4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4B97D6C-CE39-0771-35F2-A3666AE37D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10EB444F-96D3-CECE-CA2B-7727658E92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E43842C6-86FF-3302-B375-55D66F5FEA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44927F57-A62F-2C92-59BE-741F422C4E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8FB3F511-E959-4EE8-973C-C52E8579CB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E66BDB6A-CDD5-46E6-B152-B896DEDEE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2" name="Title 11">
            <a:extLst>
              <a:ext uri="{FF2B5EF4-FFF2-40B4-BE49-F238E27FC236}">
                <a16:creationId xmlns:a16="http://schemas.microsoft.com/office/drawing/2014/main" id="{108ECDB8-EDAE-3948-2F5E-ED52C2F4F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1" y="559813"/>
            <a:ext cx="9988166" cy="166457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/>
              <a:t>Challenges of fine-tuning</a:t>
            </a:r>
            <a:endParaRPr lang="en-US" kern="1200">
              <a:latin typeface="+mj-lt"/>
              <a:ea typeface="+mj-ea"/>
              <a:cs typeface="+mj-cs"/>
            </a:endParaRPr>
          </a:p>
        </p:txBody>
      </p:sp>
      <p:grpSp>
        <p:nvGrpSpPr>
          <p:cNvPr id="111" name="Bottom Right">
            <a:extLst>
              <a:ext uri="{FF2B5EF4-FFF2-40B4-BE49-F238E27FC236}">
                <a16:creationId xmlns:a16="http://schemas.microsoft.com/office/drawing/2014/main" id="{90A32A61-FD02-F807-57BA-5B46AA13BB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C94C5ADE-72A1-A28B-D1E8-92361A2C09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39256" y="6178637"/>
              <a:ext cx="1482102" cy="67936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grpSp>
          <p:nvGrpSpPr>
            <p:cNvPr id="60" name="Graphic 157">
              <a:extLst>
                <a:ext uri="{FF2B5EF4-FFF2-40B4-BE49-F238E27FC236}">
                  <a16:creationId xmlns:a16="http://schemas.microsoft.com/office/drawing/2014/main" id="{13C0D70E-1F64-58CF-B9F8-566DD27337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729647E8-D53D-F617-8296-45DD5FA42C4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440B4E03-B94E-874C-98D4-53FCA06BBF2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4ACA4F7E-7789-0C06-C4EA-E315DDBE35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A5A05390-6C92-A33D-43F3-9135D2C6526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430483D8-4230-6712-1FE0-5B41DD752F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66010E46-86C1-2164-9B1B-BD3CB03DC33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97D57C45-091A-B043-F562-56C86FC40A1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44A8CA5E-B742-530D-5036-7027B01A7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52D46DBD-C70C-3791-0C80-F3A0B7A9EF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4512" y="2226819"/>
            <a:ext cx="9978765" cy="3938819"/>
          </a:xfrm>
          <a:prstGeom prst="round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indent="-228600" algn="just">
              <a:lnSpc>
                <a:spcPct val="150000"/>
              </a:lnSpc>
              <a:buFont typeface="Avenir Next LT Pro" panose="020B0504020202020204" pitchFamily="34" charset="0"/>
              <a:buChar char="+"/>
            </a:pPr>
            <a:r>
              <a:rPr lang="en-US">
                <a:ea typeface="+mn-lt"/>
                <a:cs typeface="+mn-lt"/>
              </a:rPr>
              <a:t>Due to the small data sets used in fine-tuning, you can risk overfitting your model. An overfitted model is so attuned to the training data that it doesn’t perform well with new data.</a:t>
            </a:r>
          </a:p>
          <a:p>
            <a:pPr indent="-228600" algn="just">
              <a:lnSpc>
                <a:spcPct val="150000"/>
              </a:lnSpc>
              <a:buFont typeface="Avenir Next LT Pro" panose="020B0504020202020204" pitchFamily="34" charset="0"/>
              <a:buChar char="+"/>
            </a:pPr>
            <a:r>
              <a:rPr lang="en-US">
                <a:ea typeface="+mn-lt"/>
                <a:cs typeface="+mn-lt"/>
              </a:rPr>
              <a:t>Fine-tuning a model can risk having the pre-trained model “forget” some of its original training. This happens when you target specific layers too heavily or use a data set that's too different from the training set.</a:t>
            </a:r>
          </a:p>
          <a:p>
            <a:pPr indent="-228600" algn="just">
              <a:lnSpc>
                <a:spcPct val="150000"/>
              </a:lnSpc>
              <a:buFont typeface="Avenir Next LT Pro" panose="020B0504020202020204" pitchFamily="34" charset="0"/>
              <a:buChar char="+"/>
            </a:pPr>
            <a:r>
              <a:rPr lang="en-US">
                <a:ea typeface="+mn-lt"/>
                <a:cs typeface="+mn-lt"/>
              </a:rPr>
              <a:t>If the original pre-trained model has certain biases, flaws, or security issues, your fine-tuned model will also have those issues.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53C7AA-83A5-9A90-EFD1-39E6FE8BD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6000" y="6356350"/>
            <a:ext cx="1447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73B850FF-6169-4056-8077-06FFA93A5366}" type="slidenum">
              <a:rPr lang="en-US" cap="all" smtClean="0">
                <a:cs typeface="Segoe UI Semilight" panose="020B0402040204020203" pitchFamily="34" charset="0"/>
              </a:rPr>
              <a:pPr>
                <a:spcAft>
                  <a:spcPts val="600"/>
                </a:spcAft>
              </a:pPr>
              <a:t>10</a:t>
            </a:fld>
            <a:endParaRPr lang="en-US" cap="all">
              <a:cs typeface="Segoe UI Semilight" panose="020B04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81523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7AE648-A8D3-BEF7-EA1B-B3ED7C9DF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Rectangle 472">
            <a:extLst>
              <a:ext uri="{FF2B5EF4-FFF2-40B4-BE49-F238E27FC236}">
                <a16:creationId xmlns:a16="http://schemas.microsoft.com/office/drawing/2014/main" id="{247A131F-D5DE-41A5-B4CF-4F345319B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475" name="Freeform: Shape 474">
            <a:extLst>
              <a:ext uri="{FF2B5EF4-FFF2-40B4-BE49-F238E27FC236}">
                <a16:creationId xmlns:a16="http://schemas.microsoft.com/office/drawing/2014/main" id="{3AF4666D-BD98-40A5-A75F-478B98201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692844" y="-3086"/>
            <a:ext cx="1326111" cy="59760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rPr>
              <a:t> </a:t>
            </a:r>
          </a:p>
        </p:txBody>
      </p:sp>
      <p:sp>
        <p:nvSpPr>
          <p:cNvPr id="477" name="Freeform: Shape 476">
            <a:extLst>
              <a:ext uri="{FF2B5EF4-FFF2-40B4-BE49-F238E27FC236}">
                <a16:creationId xmlns:a16="http://schemas.microsoft.com/office/drawing/2014/main" id="{68680585-71F9-4721-A998-4974171D2E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9256" y="6172200"/>
            <a:ext cx="1482102" cy="67936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rPr>
              <a:t> </a:t>
            </a:r>
          </a:p>
        </p:txBody>
      </p:sp>
      <p:sp>
        <p:nvSpPr>
          <p:cNvPr id="479" name="Freeform: Shape 478">
            <a:extLst>
              <a:ext uri="{FF2B5EF4-FFF2-40B4-BE49-F238E27FC236}">
                <a16:creationId xmlns:a16="http://schemas.microsoft.com/office/drawing/2014/main" id="{12BC95C2-2EEC-4F59-ABA8-660B0D059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7352" y="5197178"/>
            <a:ext cx="4211600" cy="1660822"/>
          </a:xfrm>
          <a:custGeom>
            <a:avLst/>
            <a:gdLst>
              <a:gd name="connsiteX0" fmla="*/ 4211600 w 4211600"/>
              <a:gd name="connsiteY0" fmla="*/ 0 h 1660822"/>
              <a:gd name="connsiteX1" fmla="*/ 4211600 w 4211600"/>
              <a:gd name="connsiteY1" fmla="*/ 58430 h 1660822"/>
              <a:gd name="connsiteX2" fmla="*/ 4136524 w 4211600"/>
              <a:gd name="connsiteY2" fmla="*/ 208808 h 1660822"/>
              <a:gd name="connsiteX3" fmla="*/ 3973354 w 4211600"/>
              <a:gd name="connsiteY3" fmla="*/ 437313 h 1660822"/>
              <a:gd name="connsiteX4" fmla="*/ 3884746 w 4211600"/>
              <a:gd name="connsiteY4" fmla="*/ 553613 h 1660822"/>
              <a:gd name="connsiteX5" fmla="*/ 3849435 w 4211600"/>
              <a:gd name="connsiteY5" fmla="*/ 603143 h 1660822"/>
              <a:gd name="connsiteX6" fmla="*/ 3661849 w 4211600"/>
              <a:gd name="connsiteY6" fmla="*/ 819075 h 1660822"/>
              <a:gd name="connsiteX7" fmla="*/ 3402589 w 4211600"/>
              <a:gd name="connsiteY7" fmla="*/ 952996 h 1660822"/>
              <a:gd name="connsiteX8" fmla="*/ 3130202 w 4211600"/>
              <a:gd name="connsiteY8" fmla="*/ 1023386 h 1660822"/>
              <a:gd name="connsiteX9" fmla="*/ 2914657 w 4211600"/>
              <a:gd name="connsiteY9" fmla="*/ 1068058 h 1660822"/>
              <a:gd name="connsiteX10" fmla="*/ 2582149 w 4211600"/>
              <a:gd name="connsiteY10" fmla="*/ 1138924 h 1660822"/>
              <a:gd name="connsiteX11" fmla="*/ 2483958 w 4211600"/>
              <a:gd name="connsiteY11" fmla="*/ 1162356 h 1660822"/>
              <a:gd name="connsiteX12" fmla="*/ 2123750 w 4211600"/>
              <a:gd name="connsiteY12" fmla="*/ 1238651 h 1660822"/>
              <a:gd name="connsiteX13" fmla="*/ 1761444 w 4211600"/>
              <a:gd name="connsiteY13" fmla="*/ 1273417 h 1660822"/>
              <a:gd name="connsiteX14" fmla="*/ 1608382 w 4211600"/>
              <a:gd name="connsiteY14" fmla="*/ 1284466 h 1660822"/>
              <a:gd name="connsiteX15" fmla="*/ 999942 w 4211600"/>
              <a:gd name="connsiteY15" fmla="*/ 1354284 h 1660822"/>
              <a:gd name="connsiteX16" fmla="*/ 484705 w 4211600"/>
              <a:gd name="connsiteY16" fmla="*/ 1450487 h 1660822"/>
              <a:gd name="connsiteX17" fmla="*/ 113310 w 4211600"/>
              <a:gd name="connsiteY17" fmla="*/ 1613700 h 1660822"/>
              <a:gd name="connsiteX18" fmla="*/ 39668 w 4211600"/>
              <a:gd name="connsiteY18" fmla="*/ 1660822 h 1660822"/>
              <a:gd name="connsiteX19" fmla="*/ 0 w 4211600"/>
              <a:gd name="connsiteY19" fmla="*/ 1660822 h 1660822"/>
              <a:gd name="connsiteX20" fmla="*/ 96701 w 4211600"/>
              <a:gd name="connsiteY20" fmla="*/ 1598934 h 1660822"/>
              <a:gd name="connsiteX21" fmla="*/ 474335 w 4211600"/>
              <a:gd name="connsiteY21" fmla="*/ 1433056 h 1660822"/>
              <a:gd name="connsiteX22" fmla="*/ 994299 w 4211600"/>
              <a:gd name="connsiteY22" fmla="*/ 1335806 h 1660822"/>
              <a:gd name="connsiteX23" fmla="*/ 1605231 w 4211600"/>
              <a:gd name="connsiteY23" fmla="*/ 1265702 h 1660822"/>
              <a:gd name="connsiteX24" fmla="*/ 1758819 w 4211600"/>
              <a:gd name="connsiteY24" fmla="*/ 1254558 h 1660822"/>
              <a:gd name="connsiteX25" fmla="*/ 2118106 w 4211600"/>
              <a:gd name="connsiteY25" fmla="*/ 1220077 h 1660822"/>
              <a:gd name="connsiteX26" fmla="*/ 2475557 w 4211600"/>
              <a:gd name="connsiteY26" fmla="*/ 1144353 h 1660822"/>
              <a:gd name="connsiteX27" fmla="*/ 2573878 w 4211600"/>
              <a:gd name="connsiteY27" fmla="*/ 1120827 h 1660822"/>
              <a:gd name="connsiteX28" fmla="*/ 2907437 w 4211600"/>
              <a:gd name="connsiteY28" fmla="*/ 1049675 h 1660822"/>
              <a:gd name="connsiteX29" fmla="*/ 3122589 w 4211600"/>
              <a:gd name="connsiteY29" fmla="*/ 1005098 h 1660822"/>
              <a:gd name="connsiteX30" fmla="*/ 3391169 w 4211600"/>
              <a:gd name="connsiteY30" fmla="*/ 935756 h 1660822"/>
              <a:gd name="connsiteX31" fmla="*/ 3642290 w 4211600"/>
              <a:gd name="connsiteY31" fmla="*/ 806216 h 1660822"/>
              <a:gd name="connsiteX32" fmla="*/ 3825937 w 4211600"/>
              <a:gd name="connsiteY32" fmla="*/ 594475 h 1660822"/>
              <a:gd name="connsiteX33" fmla="*/ 3861381 w 4211600"/>
              <a:gd name="connsiteY33" fmla="*/ 544755 h 1660822"/>
              <a:gd name="connsiteX34" fmla="*/ 3950381 w 4211600"/>
              <a:gd name="connsiteY34" fmla="*/ 427978 h 1660822"/>
              <a:gd name="connsiteX35" fmla="*/ 4112370 w 4211600"/>
              <a:gd name="connsiteY35" fmla="*/ 201378 h 1660822"/>
              <a:gd name="connsiteX36" fmla="*/ 4195989 w 4211600"/>
              <a:gd name="connsiteY36" fmla="*/ 33834 h 1660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211600" h="1660822">
                <a:moveTo>
                  <a:pt x="4211600" y="0"/>
                </a:moveTo>
                <a:lnTo>
                  <a:pt x="4211600" y="58430"/>
                </a:lnTo>
                <a:lnTo>
                  <a:pt x="4136524" y="208808"/>
                </a:lnTo>
                <a:cubicBezTo>
                  <a:pt x="4089791" y="287770"/>
                  <a:pt x="4030588" y="363780"/>
                  <a:pt x="3973354" y="437313"/>
                </a:cubicBezTo>
                <a:cubicBezTo>
                  <a:pt x="3943819" y="475222"/>
                  <a:pt x="3913231" y="514465"/>
                  <a:pt x="3884746" y="553613"/>
                </a:cubicBezTo>
                <a:cubicBezTo>
                  <a:pt x="3872801" y="569996"/>
                  <a:pt x="3861119" y="586569"/>
                  <a:pt x="3849435" y="603143"/>
                </a:cubicBezTo>
                <a:cubicBezTo>
                  <a:pt x="3796665" y="678009"/>
                  <a:pt x="3742187" y="755352"/>
                  <a:pt x="3661849" y="819075"/>
                </a:cubicBezTo>
                <a:cubicBezTo>
                  <a:pt x="3596214" y="871176"/>
                  <a:pt x="3509050" y="916230"/>
                  <a:pt x="3402589" y="952996"/>
                </a:cubicBezTo>
                <a:cubicBezTo>
                  <a:pt x="3312406" y="984048"/>
                  <a:pt x="3215660" y="1005003"/>
                  <a:pt x="3130202" y="1023386"/>
                </a:cubicBezTo>
                <a:cubicBezTo>
                  <a:pt x="3058529" y="1038816"/>
                  <a:pt x="2985412" y="1053675"/>
                  <a:pt x="2914657" y="1068058"/>
                </a:cubicBezTo>
                <a:cubicBezTo>
                  <a:pt x="2805176" y="1090251"/>
                  <a:pt x="2692021" y="1113207"/>
                  <a:pt x="2582149" y="1138924"/>
                </a:cubicBezTo>
                <a:cubicBezTo>
                  <a:pt x="2549330" y="1146639"/>
                  <a:pt x="2516644" y="1154450"/>
                  <a:pt x="2483958" y="1162356"/>
                </a:cubicBezTo>
                <a:cubicBezTo>
                  <a:pt x="2367257" y="1190550"/>
                  <a:pt x="2246621" y="1219601"/>
                  <a:pt x="2123750" y="1238651"/>
                </a:cubicBezTo>
                <a:cubicBezTo>
                  <a:pt x="2004294" y="1257129"/>
                  <a:pt x="1880769" y="1265416"/>
                  <a:pt x="1761444" y="1273417"/>
                </a:cubicBezTo>
                <a:cubicBezTo>
                  <a:pt x="1711167" y="1276751"/>
                  <a:pt x="1659184" y="1280275"/>
                  <a:pt x="1608382" y="1284466"/>
                </a:cubicBezTo>
                <a:cubicBezTo>
                  <a:pt x="1408589" y="1300944"/>
                  <a:pt x="1214570" y="1325805"/>
                  <a:pt x="999942" y="1354284"/>
                </a:cubicBezTo>
                <a:cubicBezTo>
                  <a:pt x="826403" y="1377240"/>
                  <a:pt x="647744" y="1400957"/>
                  <a:pt x="484705" y="1450487"/>
                </a:cubicBezTo>
                <a:cubicBezTo>
                  <a:pt x="355831" y="1489635"/>
                  <a:pt x="231387" y="1544374"/>
                  <a:pt x="113310" y="1613700"/>
                </a:cubicBezTo>
                <a:lnTo>
                  <a:pt x="39668" y="1660822"/>
                </a:lnTo>
                <a:lnTo>
                  <a:pt x="0" y="1660822"/>
                </a:lnTo>
                <a:lnTo>
                  <a:pt x="96701" y="1598934"/>
                </a:lnTo>
                <a:cubicBezTo>
                  <a:pt x="216635" y="1528533"/>
                  <a:pt x="343196" y="1472919"/>
                  <a:pt x="474335" y="1433056"/>
                </a:cubicBezTo>
                <a:cubicBezTo>
                  <a:pt x="639999" y="1382669"/>
                  <a:pt x="820102" y="1358856"/>
                  <a:pt x="994299" y="1335806"/>
                </a:cubicBezTo>
                <a:cubicBezTo>
                  <a:pt x="1210239" y="1307231"/>
                  <a:pt x="1404650" y="1282275"/>
                  <a:pt x="1605231" y="1265702"/>
                </a:cubicBezTo>
                <a:cubicBezTo>
                  <a:pt x="1656428" y="1261511"/>
                  <a:pt x="1708411" y="1257987"/>
                  <a:pt x="1758819" y="1254558"/>
                </a:cubicBezTo>
                <a:cubicBezTo>
                  <a:pt x="1877487" y="1246557"/>
                  <a:pt x="2000094" y="1238365"/>
                  <a:pt x="2118106" y="1220077"/>
                </a:cubicBezTo>
                <a:cubicBezTo>
                  <a:pt x="2239531" y="1201313"/>
                  <a:pt x="2359513" y="1172357"/>
                  <a:pt x="2475557" y="1144353"/>
                </a:cubicBezTo>
                <a:cubicBezTo>
                  <a:pt x="2508243" y="1136448"/>
                  <a:pt x="2541060" y="1128542"/>
                  <a:pt x="2573878" y="1120827"/>
                </a:cubicBezTo>
                <a:cubicBezTo>
                  <a:pt x="2684276" y="1094919"/>
                  <a:pt x="2797694" y="1071963"/>
                  <a:pt x="2907437" y="1049675"/>
                </a:cubicBezTo>
                <a:cubicBezTo>
                  <a:pt x="2978061" y="1035387"/>
                  <a:pt x="3051178" y="1020528"/>
                  <a:pt x="3122589" y="1005098"/>
                </a:cubicBezTo>
                <a:cubicBezTo>
                  <a:pt x="3206997" y="986810"/>
                  <a:pt x="3302823" y="966141"/>
                  <a:pt x="3391169" y="935756"/>
                </a:cubicBezTo>
                <a:cubicBezTo>
                  <a:pt x="3494479" y="900132"/>
                  <a:pt x="3578886" y="856508"/>
                  <a:pt x="3642290" y="806216"/>
                </a:cubicBezTo>
                <a:cubicBezTo>
                  <a:pt x="3720133" y="744303"/>
                  <a:pt x="3773953" y="668103"/>
                  <a:pt x="3825937" y="594475"/>
                </a:cubicBezTo>
                <a:cubicBezTo>
                  <a:pt x="3837621" y="577902"/>
                  <a:pt x="3849435" y="561233"/>
                  <a:pt x="3861381" y="544755"/>
                </a:cubicBezTo>
                <a:cubicBezTo>
                  <a:pt x="3889997" y="505416"/>
                  <a:pt x="3920715" y="465983"/>
                  <a:pt x="3950381" y="427978"/>
                </a:cubicBezTo>
                <a:cubicBezTo>
                  <a:pt x="4007353" y="354921"/>
                  <a:pt x="4066163" y="279388"/>
                  <a:pt x="4112370" y="201378"/>
                </a:cubicBezTo>
                <a:cubicBezTo>
                  <a:pt x="4144662" y="146800"/>
                  <a:pt x="4170785" y="89364"/>
                  <a:pt x="4195989" y="3383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481" name="Graphic 141">
            <a:extLst>
              <a:ext uri="{FF2B5EF4-FFF2-40B4-BE49-F238E27FC236}">
                <a16:creationId xmlns:a16="http://schemas.microsoft.com/office/drawing/2014/main" id="{03E9870D-4BBA-43AF-8D44-BBADF020CF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15178"/>
            <a:ext cx="2198951" cy="3331254"/>
            <a:chOff x="4473129" y="923925"/>
            <a:chExt cx="3308947" cy="5012817"/>
          </a:xfrm>
          <a:noFill/>
        </p:grpSpPr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34BC5055-C77D-43CD-BB1D-A77B6779CD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85988" y="924020"/>
              <a:ext cx="3296088" cy="5012722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DB12D0B8-9385-489A-85AE-3D14AD0BA2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923925"/>
              <a:ext cx="2977477" cy="462714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D158A14A-147E-4130-A5E2-38FD84B181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94561" y="923925"/>
              <a:ext cx="2356712" cy="4118991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75B8B1EB-5E2B-472C-AE60-2EC5961F16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923925"/>
              <a:ext cx="2059193" cy="3980116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B4F5BD77-58D7-4B61-A666-1B4139A63A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85131" y="1719357"/>
              <a:ext cx="743796" cy="2867501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F5CBEC6B-EDB6-40B8-8771-E5AF41B8D6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1912731"/>
              <a:ext cx="597294" cy="2543540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91BD0EE8-AA47-4044-9251-9F5A4B8201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91417" y="2227197"/>
              <a:ext cx="389425" cy="2011236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490" name="Graphic 157">
            <a:extLst>
              <a:ext uri="{FF2B5EF4-FFF2-40B4-BE49-F238E27FC236}">
                <a16:creationId xmlns:a16="http://schemas.microsoft.com/office/drawing/2014/main" id="{C3279E8D-2BAA-4CB1-834B-09FADD54DE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610600" y="3276600"/>
            <a:ext cx="3529260" cy="3581398"/>
            <a:chOff x="4114800" y="1423987"/>
            <a:chExt cx="3961542" cy="4007547"/>
          </a:xfrm>
          <a:noFill/>
        </p:grpSpPr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3456F18E-4F61-486D-9CD6-65B30372C5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114800" y="1423987"/>
              <a:ext cx="3946874" cy="3989641"/>
            </a:xfrm>
            <a:custGeom>
              <a:avLst/>
              <a:gdLst>
                <a:gd name="connsiteX0" fmla="*/ 0 w 3946874"/>
                <a:gd name="connsiteY0" fmla="*/ 3989641 h 3989641"/>
                <a:gd name="connsiteX1" fmla="*/ 79439 w 3946874"/>
                <a:gd name="connsiteY1" fmla="*/ 3891153 h 3989641"/>
                <a:gd name="connsiteX2" fmla="*/ 297371 w 3946874"/>
                <a:gd name="connsiteY2" fmla="*/ 3626930 h 3989641"/>
                <a:gd name="connsiteX3" fmla="*/ 454343 w 3946874"/>
                <a:gd name="connsiteY3" fmla="*/ 3440335 h 3989641"/>
                <a:gd name="connsiteX4" fmla="*/ 622363 w 3946874"/>
                <a:gd name="connsiteY4" fmla="*/ 3290697 h 3989641"/>
                <a:gd name="connsiteX5" fmla="*/ 927068 w 3946874"/>
                <a:gd name="connsiteY5" fmla="*/ 3087434 h 3989641"/>
                <a:gd name="connsiteX6" fmla="*/ 1176338 w 3946874"/>
                <a:gd name="connsiteY6" fmla="*/ 2915603 h 3989641"/>
                <a:gd name="connsiteX7" fmla="*/ 1394270 w 3946874"/>
                <a:gd name="connsiteY7" fmla="*/ 2780729 h 3989641"/>
                <a:gd name="connsiteX8" fmla="*/ 1601057 w 3946874"/>
                <a:gd name="connsiteY8" fmla="*/ 2723483 h 3989641"/>
                <a:gd name="connsiteX9" fmla="*/ 1756220 w 3946874"/>
                <a:gd name="connsiteY9" fmla="*/ 2743772 h 3989641"/>
                <a:gd name="connsiteX10" fmla="*/ 1889189 w 3946874"/>
                <a:gd name="connsiteY10" fmla="*/ 2765965 h 3989641"/>
                <a:gd name="connsiteX11" fmla="*/ 2007394 w 3946874"/>
                <a:gd name="connsiteY11" fmla="*/ 2765965 h 3989641"/>
                <a:gd name="connsiteX12" fmla="*/ 2184654 w 3946874"/>
                <a:gd name="connsiteY12" fmla="*/ 2671763 h 3989641"/>
                <a:gd name="connsiteX13" fmla="*/ 2372773 w 3946874"/>
                <a:gd name="connsiteY13" fmla="*/ 2538984 h 3989641"/>
                <a:gd name="connsiteX14" fmla="*/ 2439543 w 3946874"/>
                <a:gd name="connsiteY14" fmla="*/ 2510504 h 3989641"/>
                <a:gd name="connsiteX15" fmla="*/ 2650617 w 3946874"/>
                <a:gd name="connsiteY15" fmla="*/ 2434781 h 3989641"/>
                <a:gd name="connsiteX16" fmla="*/ 2785110 w 3946874"/>
                <a:gd name="connsiteY16" fmla="*/ 2383060 h 3989641"/>
                <a:gd name="connsiteX17" fmla="*/ 2897315 w 3946874"/>
                <a:gd name="connsiteY17" fmla="*/ 2318861 h 3989641"/>
                <a:gd name="connsiteX18" fmla="*/ 2997994 w 3946874"/>
                <a:gd name="connsiteY18" fmla="*/ 2226183 h 3989641"/>
                <a:gd name="connsiteX19" fmla="*/ 3061240 w 3946874"/>
                <a:gd name="connsiteY19" fmla="*/ 2141506 h 3989641"/>
                <a:gd name="connsiteX20" fmla="*/ 3152108 w 3946874"/>
                <a:gd name="connsiteY20" fmla="*/ 2005203 h 3989641"/>
                <a:gd name="connsiteX21" fmla="*/ 3274124 w 3946874"/>
                <a:gd name="connsiteY21" fmla="*/ 1871567 h 3989641"/>
                <a:gd name="connsiteX22" fmla="*/ 3388138 w 3946874"/>
                <a:gd name="connsiteY22" fmla="*/ 1770888 h 3989641"/>
                <a:gd name="connsiteX23" fmla="*/ 3466529 w 3946874"/>
                <a:gd name="connsiteY23" fmla="*/ 1679162 h 3989641"/>
                <a:gd name="connsiteX24" fmla="*/ 3538633 w 3946874"/>
                <a:gd name="connsiteY24" fmla="*/ 1551718 h 3989641"/>
                <a:gd name="connsiteX25" fmla="*/ 3588544 w 3946874"/>
                <a:gd name="connsiteY25" fmla="*/ 1376172 h 3989641"/>
                <a:gd name="connsiteX26" fmla="*/ 3597402 w 3946874"/>
                <a:gd name="connsiteY26" fmla="*/ 1293305 h 3989641"/>
                <a:gd name="connsiteX27" fmla="*/ 3721227 w 3946874"/>
                <a:gd name="connsiteY27" fmla="*/ 880491 h 3989641"/>
                <a:gd name="connsiteX28" fmla="*/ 3761137 w 3946874"/>
                <a:gd name="connsiteY28" fmla="*/ 463677 h 3989641"/>
                <a:gd name="connsiteX29" fmla="*/ 3946874 w 3946874"/>
                <a:gd name="connsiteY29" fmla="*/ 0 h 3989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946874" h="3989641">
                  <a:moveTo>
                    <a:pt x="0" y="3989641"/>
                  </a:moveTo>
                  <a:cubicBezTo>
                    <a:pt x="19050" y="3957257"/>
                    <a:pt x="50959" y="3916013"/>
                    <a:pt x="79439" y="3891153"/>
                  </a:cubicBezTo>
                  <a:cubicBezTo>
                    <a:pt x="165544" y="3815906"/>
                    <a:pt x="227933" y="3717989"/>
                    <a:pt x="297371" y="3626930"/>
                  </a:cubicBezTo>
                  <a:cubicBezTo>
                    <a:pt x="346615" y="3562255"/>
                    <a:pt x="398050" y="3499009"/>
                    <a:pt x="454343" y="3440335"/>
                  </a:cubicBezTo>
                  <a:cubicBezTo>
                    <a:pt x="506349" y="3386042"/>
                    <a:pt x="562642" y="3336227"/>
                    <a:pt x="622363" y="3290697"/>
                  </a:cubicBezTo>
                  <a:cubicBezTo>
                    <a:pt x="719519" y="3216688"/>
                    <a:pt x="824960" y="3154585"/>
                    <a:pt x="927068" y="3087434"/>
                  </a:cubicBezTo>
                  <a:cubicBezTo>
                    <a:pt x="1011365" y="3031998"/>
                    <a:pt x="1093565" y="2973324"/>
                    <a:pt x="1176338" y="2915603"/>
                  </a:cubicBezTo>
                  <a:cubicBezTo>
                    <a:pt x="1246537" y="2866644"/>
                    <a:pt x="1317308" y="2818066"/>
                    <a:pt x="1394270" y="2780729"/>
                  </a:cubicBezTo>
                  <a:cubicBezTo>
                    <a:pt x="1459421" y="2749106"/>
                    <a:pt x="1528763" y="2724436"/>
                    <a:pt x="1601057" y="2723483"/>
                  </a:cubicBezTo>
                  <a:cubicBezTo>
                    <a:pt x="1653350" y="2722721"/>
                    <a:pt x="1704785" y="2733485"/>
                    <a:pt x="1756220" y="2743772"/>
                  </a:cubicBezTo>
                  <a:cubicBezTo>
                    <a:pt x="1800320" y="2752630"/>
                    <a:pt x="1844612" y="2760250"/>
                    <a:pt x="1889189" y="2765965"/>
                  </a:cubicBezTo>
                  <a:cubicBezTo>
                    <a:pt x="1928622" y="2771013"/>
                    <a:pt x="1968437" y="2773299"/>
                    <a:pt x="2007394" y="2765965"/>
                  </a:cubicBezTo>
                  <a:cubicBezTo>
                    <a:pt x="2073878" y="2753487"/>
                    <a:pt x="2130647" y="2712911"/>
                    <a:pt x="2184654" y="2671763"/>
                  </a:cubicBezTo>
                  <a:cubicBezTo>
                    <a:pt x="2245900" y="2625090"/>
                    <a:pt x="2304002" y="2573465"/>
                    <a:pt x="2372773" y="2538984"/>
                  </a:cubicBezTo>
                  <a:cubicBezTo>
                    <a:pt x="2394395" y="2528126"/>
                    <a:pt x="2416874" y="2518982"/>
                    <a:pt x="2439543" y="2510504"/>
                  </a:cubicBezTo>
                  <a:cubicBezTo>
                    <a:pt x="2509552" y="2484215"/>
                    <a:pt x="2580037" y="2459450"/>
                    <a:pt x="2650617" y="2434781"/>
                  </a:cubicBezTo>
                  <a:cubicBezTo>
                    <a:pt x="2695956" y="2418874"/>
                    <a:pt x="2741295" y="2402872"/>
                    <a:pt x="2785110" y="2383060"/>
                  </a:cubicBezTo>
                  <a:cubicBezTo>
                    <a:pt x="2824448" y="2365248"/>
                    <a:pt x="2862358" y="2344198"/>
                    <a:pt x="2897315" y="2318861"/>
                  </a:cubicBezTo>
                  <a:cubicBezTo>
                    <a:pt x="2934367" y="2292096"/>
                    <a:pt x="2968085" y="2260854"/>
                    <a:pt x="2997994" y="2226183"/>
                  </a:cubicBezTo>
                  <a:cubicBezTo>
                    <a:pt x="3020949" y="2199513"/>
                    <a:pt x="3041714" y="2170938"/>
                    <a:pt x="3061240" y="2141506"/>
                  </a:cubicBezTo>
                  <a:cubicBezTo>
                    <a:pt x="3091529" y="2095976"/>
                    <a:pt x="3119533" y="2049018"/>
                    <a:pt x="3152108" y="2005203"/>
                  </a:cubicBezTo>
                  <a:cubicBezTo>
                    <a:pt x="3188113" y="1956626"/>
                    <a:pt x="3229261" y="1912144"/>
                    <a:pt x="3274124" y="1871567"/>
                  </a:cubicBezTo>
                  <a:cubicBezTo>
                    <a:pt x="3311747" y="1837563"/>
                    <a:pt x="3351848" y="1806321"/>
                    <a:pt x="3388138" y="1770888"/>
                  </a:cubicBezTo>
                  <a:cubicBezTo>
                    <a:pt x="3416999" y="1742694"/>
                    <a:pt x="3443002" y="1711833"/>
                    <a:pt x="3466529" y="1679162"/>
                  </a:cubicBezTo>
                  <a:cubicBezTo>
                    <a:pt x="3495008" y="1639348"/>
                    <a:pt x="3519392" y="1596771"/>
                    <a:pt x="3538633" y="1551718"/>
                  </a:cubicBezTo>
                  <a:cubicBezTo>
                    <a:pt x="3562731" y="1495616"/>
                    <a:pt x="3578924" y="1436465"/>
                    <a:pt x="3588544" y="1376172"/>
                  </a:cubicBezTo>
                  <a:cubicBezTo>
                    <a:pt x="3592925" y="1348740"/>
                    <a:pt x="3595688" y="1321022"/>
                    <a:pt x="3597402" y="1293305"/>
                  </a:cubicBezTo>
                  <a:cubicBezTo>
                    <a:pt x="3605974" y="1155859"/>
                    <a:pt x="3717703" y="1018127"/>
                    <a:pt x="3721227" y="880491"/>
                  </a:cubicBezTo>
                  <a:cubicBezTo>
                    <a:pt x="3724751" y="740855"/>
                    <a:pt x="3743135" y="602171"/>
                    <a:pt x="3761137" y="463677"/>
                  </a:cubicBezTo>
                  <a:cubicBezTo>
                    <a:pt x="3776186" y="347758"/>
                    <a:pt x="3934968" y="116205"/>
                    <a:pt x="3946874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318DDF45-08F0-46B6-A0B7-133735C94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95978" y="2441733"/>
              <a:ext cx="3665410" cy="2985611"/>
            </a:xfrm>
            <a:custGeom>
              <a:avLst/>
              <a:gdLst>
                <a:gd name="connsiteX0" fmla="*/ 0 w 3665410"/>
                <a:gd name="connsiteY0" fmla="*/ 2985611 h 2985611"/>
                <a:gd name="connsiteX1" fmla="*/ 166211 w 3665410"/>
                <a:gd name="connsiteY1" fmla="*/ 2699766 h 2985611"/>
                <a:gd name="connsiteX2" fmla="*/ 397002 w 3665410"/>
                <a:gd name="connsiteY2" fmla="*/ 2414969 h 2985611"/>
                <a:gd name="connsiteX3" fmla="*/ 620173 w 3665410"/>
                <a:gd name="connsiteY3" fmla="*/ 2237899 h 2985611"/>
                <a:gd name="connsiteX4" fmla="*/ 823341 w 3665410"/>
                <a:gd name="connsiteY4" fmla="*/ 2085499 h 2985611"/>
                <a:gd name="connsiteX5" fmla="*/ 1089565 w 3665410"/>
                <a:gd name="connsiteY5" fmla="*/ 1911477 h 2985611"/>
                <a:gd name="connsiteX6" fmla="*/ 1145000 w 3665410"/>
                <a:gd name="connsiteY6" fmla="*/ 1886807 h 2985611"/>
                <a:gd name="connsiteX7" fmla="*/ 1375791 w 3665410"/>
                <a:gd name="connsiteY7" fmla="*/ 1842135 h 2985611"/>
                <a:gd name="connsiteX8" fmla="*/ 1486567 w 3665410"/>
                <a:gd name="connsiteY8" fmla="*/ 1857566 h 2985611"/>
                <a:gd name="connsiteX9" fmla="*/ 1568101 w 3665410"/>
                <a:gd name="connsiteY9" fmla="*/ 1871377 h 2985611"/>
                <a:gd name="connsiteX10" fmla="*/ 1810607 w 3665410"/>
                <a:gd name="connsiteY10" fmla="*/ 1871377 h 2985611"/>
                <a:gd name="connsiteX11" fmla="*/ 1997964 w 3665410"/>
                <a:gd name="connsiteY11" fmla="*/ 1790605 h 2985611"/>
                <a:gd name="connsiteX12" fmla="*/ 2109883 w 3665410"/>
                <a:gd name="connsiteY12" fmla="*/ 1702784 h 2985611"/>
                <a:gd name="connsiteX13" fmla="*/ 2321433 w 3665410"/>
                <a:gd name="connsiteY13" fmla="*/ 1552384 h 2985611"/>
                <a:gd name="connsiteX14" fmla="*/ 2558891 w 3665410"/>
                <a:gd name="connsiteY14" fmla="*/ 1453420 h 2985611"/>
                <a:gd name="connsiteX15" fmla="*/ 2709767 w 3665410"/>
                <a:gd name="connsiteY15" fmla="*/ 1377887 h 2985611"/>
                <a:gd name="connsiteX16" fmla="*/ 2885408 w 3665410"/>
                <a:gd name="connsiteY16" fmla="*/ 1237393 h 2985611"/>
                <a:gd name="connsiteX17" fmla="*/ 3017711 w 3665410"/>
                <a:gd name="connsiteY17" fmla="*/ 1072229 h 2985611"/>
                <a:gd name="connsiteX18" fmla="*/ 3150680 w 3665410"/>
                <a:gd name="connsiteY18" fmla="*/ 921830 h 2985611"/>
                <a:gd name="connsiteX19" fmla="*/ 3255169 w 3665410"/>
                <a:gd name="connsiteY19" fmla="*/ 801815 h 2985611"/>
                <a:gd name="connsiteX20" fmla="*/ 3339275 w 3665410"/>
                <a:gd name="connsiteY20" fmla="*/ 694182 h 2985611"/>
                <a:gd name="connsiteX21" fmla="*/ 3409188 w 3665410"/>
                <a:gd name="connsiteY21" fmla="*/ 546926 h 2985611"/>
                <a:gd name="connsiteX22" fmla="*/ 3464243 w 3665410"/>
                <a:gd name="connsiteY22" fmla="*/ 347663 h 2985611"/>
                <a:gd name="connsiteX23" fmla="*/ 3665411 w 3665410"/>
                <a:gd name="connsiteY23" fmla="*/ 0 h 29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665410" h="2985611">
                  <a:moveTo>
                    <a:pt x="0" y="2985611"/>
                  </a:moveTo>
                  <a:cubicBezTo>
                    <a:pt x="0" y="2985611"/>
                    <a:pt x="86773" y="2802827"/>
                    <a:pt x="166211" y="2699766"/>
                  </a:cubicBezTo>
                  <a:cubicBezTo>
                    <a:pt x="240983" y="2602706"/>
                    <a:pt x="309182" y="2500122"/>
                    <a:pt x="397002" y="2414969"/>
                  </a:cubicBezTo>
                  <a:cubicBezTo>
                    <a:pt x="465296" y="2348865"/>
                    <a:pt x="543592" y="2294477"/>
                    <a:pt x="620173" y="2237899"/>
                  </a:cubicBezTo>
                  <a:cubicBezTo>
                    <a:pt x="688277" y="2187607"/>
                    <a:pt x="755333" y="2135886"/>
                    <a:pt x="823341" y="2085499"/>
                  </a:cubicBezTo>
                  <a:cubicBezTo>
                    <a:pt x="908685" y="2022253"/>
                    <a:pt x="994791" y="1959197"/>
                    <a:pt x="1089565" y="1911477"/>
                  </a:cubicBezTo>
                  <a:cubicBezTo>
                    <a:pt x="1107662" y="1902428"/>
                    <a:pt x="1126141" y="1894141"/>
                    <a:pt x="1145000" y="1886807"/>
                  </a:cubicBezTo>
                  <a:cubicBezTo>
                    <a:pt x="1218819" y="1858232"/>
                    <a:pt x="1296924" y="1838611"/>
                    <a:pt x="1375791" y="1842135"/>
                  </a:cubicBezTo>
                  <a:cubicBezTo>
                    <a:pt x="1413129" y="1843754"/>
                    <a:pt x="1449896" y="1850422"/>
                    <a:pt x="1486567" y="1857566"/>
                  </a:cubicBezTo>
                  <a:cubicBezTo>
                    <a:pt x="1513618" y="1862804"/>
                    <a:pt x="1540859" y="1867376"/>
                    <a:pt x="1568101" y="1871377"/>
                  </a:cubicBezTo>
                  <a:cubicBezTo>
                    <a:pt x="1648778" y="1883188"/>
                    <a:pt x="1730978" y="1887665"/>
                    <a:pt x="1810607" y="1871377"/>
                  </a:cubicBezTo>
                  <a:cubicBezTo>
                    <a:pt x="1877854" y="1857661"/>
                    <a:pt x="1941100" y="1829086"/>
                    <a:pt x="1997964" y="1790605"/>
                  </a:cubicBezTo>
                  <a:cubicBezTo>
                    <a:pt x="2037302" y="1764030"/>
                    <a:pt x="2073497" y="1733264"/>
                    <a:pt x="2109883" y="1702784"/>
                  </a:cubicBezTo>
                  <a:cubicBezTo>
                    <a:pt x="2176367" y="1647063"/>
                    <a:pt x="2244852" y="1593151"/>
                    <a:pt x="2321433" y="1552384"/>
                  </a:cubicBezTo>
                  <a:cubicBezTo>
                    <a:pt x="2397157" y="1512094"/>
                    <a:pt x="2479548" y="1486281"/>
                    <a:pt x="2558891" y="1453420"/>
                  </a:cubicBezTo>
                  <a:cubicBezTo>
                    <a:pt x="2610898" y="1431798"/>
                    <a:pt x="2661571" y="1407033"/>
                    <a:pt x="2709767" y="1377887"/>
                  </a:cubicBezTo>
                  <a:cubicBezTo>
                    <a:pt x="2774252" y="1338929"/>
                    <a:pt x="2834069" y="1292447"/>
                    <a:pt x="2885408" y="1237393"/>
                  </a:cubicBezTo>
                  <a:cubicBezTo>
                    <a:pt x="2933605" y="1185767"/>
                    <a:pt x="2973324" y="1127093"/>
                    <a:pt x="3017711" y="1072229"/>
                  </a:cubicBezTo>
                  <a:cubicBezTo>
                    <a:pt x="3059811" y="1020223"/>
                    <a:pt x="3105912" y="971645"/>
                    <a:pt x="3150680" y="921830"/>
                  </a:cubicBezTo>
                  <a:cubicBezTo>
                    <a:pt x="3186113" y="882396"/>
                    <a:pt x="3220593" y="842010"/>
                    <a:pt x="3255169" y="801815"/>
                  </a:cubicBezTo>
                  <a:cubicBezTo>
                    <a:pt x="3284887" y="767239"/>
                    <a:pt x="3314605" y="732473"/>
                    <a:pt x="3339275" y="694182"/>
                  </a:cubicBezTo>
                  <a:cubicBezTo>
                    <a:pt x="3368707" y="648367"/>
                    <a:pt x="3390138" y="597980"/>
                    <a:pt x="3409188" y="546926"/>
                  </a:cubicBezTo>
                  <a:cubicBezTo>
                    <a:pt x="3433382" y="482156"/>
                    <a:pt x="3453384" y="415861"/>
                    <a:pt x="3464243" y="347663"/>
                  </a:cubicBezTo>
                  <a:cubicBezTo>
                    <a:pt x="3476244" y="272224"/>
                    <a:pt x="3661696" y="76295"/>
                    <a:pt x="366541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B9D0CC0F-710D-43F4-BC86-7637674201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90402" y="5229700"/>
              <a:ext cx="285940" cy="199072"/>
            </a:xfrm>
            <a:custGeom>
              <a:avLst/>
              <a:gdLst>
                <a:gd name="connsiteX0" fmla="*/ 0 w 285940"/>
                <a:gd name="connsiteY0" fmla="*/ 199073 h 199072"/>
                <a:gd name="connsiteX1" fmla="*/ 285940 w 285940"/>
                <a:gd name="connsiteY1" fmla="*/ 0 h 199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85940" h="199072">
                  <a:moveTo>
                    <a:pt x="0" y="199073"/>
                  </a:moveTo>
                  <a:cubicBezTo>
                    <a:pt x="0" y="199073"/>
                    <a:pt x="242125" y="39243"/>
                    <a:pt x="28594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6FB36AB6-CB81-495A-8A33-C0BCE67D6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393114" y="5049773"/>
              <a:ext cx="655796" cy="381190"/>
            </a:xfrm>
            <a:custGeom>
              <a:avLst/>
              <a:gdLst>
                <a:gd name="connsiteX0" fmla="*/ 0 w 655796"/>
                <a:gd name="connsiteY0" fmla="*/ 381190 h 381190"/>
                <a:gd name="connsiteX1" fmla="*/ 655796 w 655796"/>
                <a:gd name="connsiteY1" fmla="*/ 0 h 381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5796" h="381190">
                  <a:moveTo>
                    <a:pt x="0" y="381190"/>
                  </a:moveTo>
                  <a:cubicBezTo>
                    <a:pt x="0" y="381190"/>
                    <a:pt x="461105" y="172117"/>
                    <a:pt x="65579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1993F7E6-ABF6-482D-BEA5-B4E607DDB4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154072" y="3867816"/>
              <a:ext cx="2907315" cy="1544764"/>
            </a:xfrm>
            <a:custGeom>
              <a:avLst/>
              <a:gdLst>
                <a:gd name="connsiteX0" fmla="*/ 0 w 2907315"/>
                <a:gd name="connsiteY0" fmla="*/ 1544764 h 1544764"/>
                <a:gd name="connsiteX1" fmla="*/ 201644 w 2907315"/>
                <a:gd name="connsiteY1" fmla="*/ 1352550 h 1544764"/>
                <a:gd name="connsiteX2" fmla="*/ 423196 w 2907315"/>
                <a:gd name="connsiteY2" fmla="*/ 1196054 h 1544764"/>
                <a:gd name="connsiteX3" fmla="*/ 782193 w 2907315"/>
                <a:gd name="connsiteY3" fmla="*/ 1099947 h 1544764"/>
                <a:gd name="connsiteX4" fmla="*/ 1052513 w 2907315"/>
                <a:gd name="connsiteY4" fmla="*/ 1042321 h 1544764"/>
                <a:gd name="connsiteX5" fmla="*/ 1311783 w 2907315"/>
                <a:gd name="connsiteY5" fmla="*/ 1056037 h 1544764"/>
                <a:gd name="connsiteX6" fmla="*/ 1484662 w 2907315"/>
                <a:gd name="connsiteY6" fmla="*/ 1083469 h 1544764"/>
                <a:gd name="connsiteX7" fmla="*/ 1788224 w 2907315"/>
                <a:gd name="connsiteY7" fmla="*/ 1023080 h 1544764"/>
                <a:gd name="connsiteX8" fmla="*/ 2269045 w 2907315"/>
                <a:gd name="connsiteY8" fmla="*/ 734758 h 1544764"/>
                <a:gd name="connsiteX9" fmla="*/ 2534984 w 2907315"/>
                <a:gd name="connsiteY9" fmla="*/ 572738 h 1544764"/>
                <a:gd name="connsiteX10" fmla="*/ 2907316 w 2907315"/>
                <a:gd name="connsiteY10" fmla="*/ 0 h 1544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7315" h="1544764">
                  <a:moveTo>
                    <a:pt x="0" y="1544764"/>
                  </a:moveTo>
                  <a:cubicBezTo>
                    <a:pt x="0" y="1544764"/>
                    <a:pt x="98012" y="1443990"/>
                    <a:pt x="201644" y="1352550"/>
                  </a:cubicBezTo>
                  <a:cubicBezTo>
                    <a:pt x="271272" y="1291209"/>
                    <a:pt x="343662" y="1234249"/>
                    <a:pt x="423196" y="1196054"/>
                  </a:cubicBezTo>
                  <a:cubicBezTo>
                    <a:pt x="537591" y="1141095"/>
                    <a:pt x="661226" y="1127189"/>
                    <a:pt x="782193" y="1099947"/>
                  </a:cubicBezTo>
                  <a:cubicBezTo>
                    <a:pt x="872300" y="1079659"/>
                    <a:pt x="961358" y="1051370"/>
                    <a:pt x="1052513" y="1042321"/>
                  </a:cubicBezTo>
                  <a:cubicBezTo>
                    <a:pt x="1139000" y="1033653"/>
                    <a:pt x="1225868" y="1040321"/>
                    <a:pt x="1311783" y="1056037"/>
                  </a:cubicBezTo>
                  <a:cubicBezTo>
                    <a:pt x="1369314" y="1066609"/>
                    <a:pt x="1426559" y="1079373"/>
                    <a:pt x="1484662" y="1083469"/>
                  </a:cubicBezTo>
                  <a:cubicBezTo>
                    <a:pt x="1587913" y="1090803"/>
                    <a:pt x="1690402" y="1064800"/>
                    <a:pt x="1788224" y="1023080"/>
                  </a:cubicBezTo>
                  <a:cubicBezTo>
                    <a:pt x="1956721" y="951262"/>
                    <a:pt x="2106549" y="825722"/>
                    <a:pt x="2269045" y="734758"/>
                  </a:cubicBezTo>
                  <a:cubicBezTo>
                    <a:pt x="2359438" y="684181"/>
                    <a:pt x="2452497" y="640556"/>
                    <a:pt x="2534984" y="572738"/>
                  </a:cubicBezTo>
                  <a:cubicBezTo>
                    <a:pt x="2673001" y="459391"/>
                    <a:pt x="2847023" y="191453"/>
                    <a:pt x="290731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DCA0B097-C21A-40B4-95E4-2FFA9697F8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07946" y="3479100"/>
              <a:ext cx="3168300" cy="1952434"/>
            </a:xfrm>
            <a:custGeom>
              <a:avLst/>
              <a:gdLst>
                <a:gd name="connsiteX0" fmla="*/ 0 w 3168300"/>
                <a:gd name="connsiteY0" fmla="*/ 1952435 h 1952434"/>
                <a:gd name="connsiteX1" fmla="*/ 202121 w 3168300"/>
                <a:gd name="connsiteY1" fmla="*/ 1687068 h 1952434"/>
                <a:gd name="connsiteX2" fmla="*/ 545116 w 3168300"/>
                <a:gd name="connsiteY2" fmla="*/ 1450277 h 1952434"/>
                <a:gd name="connsiteX3" fmla="*/ 906780 w 3168300"/>
                <a:gd name="connsiteY3" fmla="*/ 1354455 h 1952434"/>
                <a:gd name="connsiteX4" fmla="*/ 1332262 w 3168300"/>
                <a:gd name="connsiteY4" fmla="*/ 1285304 h 1952434"/>
                <a:gd name="connsiteX5" fmla="*/ 1691259 w 3168300"/>
                <a:gd name="connsiteY5" fmla="*/ 1240060 h 1952434"/>
                <a:gd name="connsiteX6" fmla="*/ 2010346 w 3168300"/>
                <a:gd name="connsiteY6" fmla="*/ 1141667 h 1952434"/>
                <a:gd name="connsiteX7" fmla="*/ 2393252 w 3168300"/>
                <a:gd name="connsiteY7" fmla="*/ 1027271 h 1952434"/>
                <a:gd name="connsiteX8" fmla="*/ 2582037 w 3168300"/>
                <a:gd name="connsiteY8" fmla="*/ 958120 h 1952434"/>
                <a:gd name="connsiteX9" fmla="*/ 2760155 w 3168300"/>
                <a:gd name="connsiteY9" fmla="*/ 827723 h 1952434"/>
                <a:gd name="connsiteX10" fmla="*/ 2914364 w 3168300"/>
                <a:gd name="connsiteY10" fmla="*/ 567023 h 1952434"/>
                <a:gd name="connsiteX11" fmla="*/ 3168301 w 3168300"/>
                <a:gd name="connsiteY11" fmla="*/ 0 h 1952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68300" h="1952434">
                  <a:moveTo>
                    <a:pt x="0" y="1952435"/>
                  </a:moveTo>
                  <a:cubicBezTo>
                    <a:pt x="0" y="1952435"/>
                    <a:pt x="91059" y="1796415"/>
                    <a:pt x="202121" y="1687068"/>
                  </a:cubicBezTo>
                  <a:cubicBezTo>
                    <a:pt x="301943" y="1588675"/>
                    <a:pt x="416528" y="1505617"/>
                    <a:pt x="545116" y="1450277"/>
                  </a:cubicBezTo>
                  <a:cubicBezTo>
                    <a:pt x="659987" y="1400747"/>
                    <a:pt x="783622" y="1377601"/>
                    <a:pt x="906780" y="1354455"/>
                  </a:cubicBezTo>
                  <a:cubicBezTo>
                    <a:pt x="1048036" y="1327976"/>
                    <a:pt x="1189482" y="1301972"/>
                    <a:pt x="1332262" y="1285304"/>
                  </a:cubicBezTo>
                  <a:cubicBezTo>
                    <a:pt x="1452182" y="1271302"/>
                    <a:pt x="1573340" y="1265873"/>
                    <a:pt x="1691259" y="1240060"/>
                  </a:cubicBezTo>
                  <a:cubicBezTo>
                    <a:pt x="1800035" y="1216247"/>
                    <a:pt x="1904619" y="1176718"/>
                    <a:pt x="2010346" y="1141667"/>
                  </a:cubicBezTo>
                  <a:cubicBezTo>
                    <a:pt x="2136743" y="1099661"/>
                    <a:pt x="2265902" y="1066229"/>
                    <a:pt x="2393252" y="1027271"/>
                  </a:cubicBezTo>
                  <a:cubicBezTo>
                    <a:pt x="2457450" y="1007650"/>
                    <a:pt x="2521744" y="987552"/>
                    <a:pt x="2582037" y="958120"/>
                  </a:cubicBezTo>
                  <a:cubicBezTo>
                    <a:pt x="2648807" y="925449"/>
                    <a:pt x="2710815" y="883349"/>
                    <a:pt x="2760155" y="827723"/>
                  </a:cubicBezTo>
                  <a:cubicBezTo>
                    <a:pt x="2827496" y="751904"/>
                    <a:pt x="2867978" y="657511"/>
                    <a:pt x="2914364" y="567023"/>
                  </a:cubicBezTo>
                  <a:cubicBezTo>
                    <a:pt x="2972753" y="453200"/>
                    <a:pt x="3119152" y="118015"/>
                    <a:pt x="316830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AB2AF0F5-7EAA-4BAB-8DE2-D84E124170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04778" y="2976752"/>
              <a:ext cx="3356800" cy="2452020"/>
            </a:xfrm>
            <a:custGeom>
              <a:avLst/>
              <a:gdLst>
                <a:gd name="connsiteX0" fmla="*/ 0 w 3356800"/>
                <a:gd name="connsiteY0" fmla="*/ 2452021 h 2452020"/>
                <a:gd name="connsiteX1" fmla="*/ 130874 w 3356800"/>
                <a:gd name="connsiteY1" fmla="*/ 2247710 h 2452020"/>
                <a:gd name="connsiteX2" fmla="*/ 437197 w 3356800"/>
                <a:gd name="connsiteY2" fmla="*/ 1941195 h 2452020"/>
                <a:gd name="connsiteX3" fmla="*/ 737140 w 3356800"/>
                <a:gd name="connsiteY3" fmla="*/ 1736884 h 2452020"/>
                <a:gd name="connsiteX4" fmla="*/ 1031843 w 3356800"/>
                <a:gd name="connsiteY4" fmla="*/ 1685068 h 2452020"/>
                <a:gd name="connsiteX5" fmla="*/ 1287304 w 3356800"/>
                <a:gd name="connsiteY5" fmla="*/ 1655826 h 2452020"/>
                <a:gd name="connsiteX6" fmla="*/ 1471994 w 3356800"/>
                <a:gd name="connsiteY6" fmla="*/ 1634300 h 2452020"/>
                <a:gd name="connsiteX7" fmla="*/ 1898237 w 3356800"/>
                <a:gd name="connsiteY7" fmla="*/ 1512665 h 2452020"/>
                <a:gd name="connsiteX8" fmla="*/ 2229136 w 3356800"/>
                <a:gd name="connsiteY8" fmla="*/ 1355598 h 2452020"/>
                <a:gd name="connsiteX9" fmla="*/ 2512314 w 3356800"/>
                <a:gd name="connsiteY9" fmla="*/ 1238631 h 2452020"/>
                <a:gd name="connsiteX10" fmla="*/ 2758535 w 3356800"/>
                <a:gd name="connsiteY10" fmla="*/ 1096994 h 2452020"/>
                <a:gd name="connsiteX11" fmla="*/ 2935510 w 3356800"/>
                <a:gd name="connsiteY11" fmla="*/ 919925 h 2452020"/>
                <a:gd name="connsiteX12" fmla="*/ 3081719 w 3356800"/>
                <a:gd name="connsiteY12" fmla="*/ 687419 h 2452020"/>
                <a:gd name="connsiteX13" fmla="*/ 3356800 w 3356800"/>
                <a:gd name="connsiteY13" fmla="*/ 0 h 2452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356800" h="2452020">
                  <a:moveTo>
                    <a:pt x="0" y="2452021"/>
                  </a:moveTo>
                  <a:cubicBezTo>
                    <a:pt x="0" y="2452021"/>
                    <a:pt x="57150" y="2344198"/>
                    <a:pt x="130874" y="2247710"/>
                  </a:cubicBezTo>
                  <a:cubicBezTo>
                    <a:pt x="218694" y="2132648"/>
                    <a:pt x="328136" y="2036635"/>
                    <a:pt x="437197" y="1941195"/>
                  </a:cubicBezTo>
                  <a:cubicBezTo>
                    <a:pt x="529304" y="1860709"/>
                    <a:pt x="623030" y="1779556"/>
                    <a:pt x="737140" y="1736884"/>
                  </a:cubicBezTo>
                  <a:cubicBezTo>
                    <a:pt x="830866" y="1701736"/>
                    <a:pt x="932021" y="1695450"/>
                    <a:pt x="1031843" y="1685068"/>
                  </a:cubicBezTo>
                  <a:cubicBezTo>
                    <a:pt x="1117092" y="1676210"/>
                    <a:pt x="1202055" y="1665160"/>
                    <a:pt x="1287304" y="1655826"/>
                  </a:cubicBezTo>
                  <a:cubicBezTo>
                    <a:pt x="1348931" y="1649063"/>
                    <a:pt x="1410653" y="1643539"/>
                    <a:pt x="1471994" y="1634300"/>
                  </a:cubicBezTo>
                  <a:cubicBezTo>
                    <a:pt x="1618679" y="1612011"/>
                    <a:pt x="1761935" y="1571149"/>
                    <a:pt x="1898237" y="1512665"/>
                  </a:cubicBezTo>
                  <a:cubicBezTo>
                    <a:pt x="2010442" y="1464564"/>
                    <a:pt x="2117503" y="1405128"/>
                    <a:pt x="2229136" y="1355598"/>
                  </a:cubicBezTo>
                  <a:cubicBezTo>
                    <a:pt x="2322481" y="1314164"/>
                    <a:pt x="2418969" y="1280160"/>
                    <a:pt x="2512314" y="1238631"/>
                  </a:cubicBezTo>
                  <a:cubicBezTo>
                    <a:pt x="2599087" y="1199960"/>
                    <a:pt x="2683193" y="1154811"/>
                    <a:pt x="2758535" y="1096994"/>
                  </a:cubicBezTo>
                  <a:cubicBezTo>
                    <a:pt x="2825020" y="1046035"/>
                    <a:pt x="2883789" y="985837"/>
                    <a:pt x="2935510" y="919925"/>
                  </a:cubicBezTo>
                  <a:cubicBezTo>
                    <a:pt x="2992184" y="847725"/>
                    <a:pt x="3039904" y="769144"/>
                    <a:pt x="3081719" y="687419"/>
                  </a:cubicBezTo>
                  <a:cubicBezTo>
                    <a:pt x="3138297" y="576739"/>
                    <a:pt x="3314129" y="116776"/>
                    <a:pt x="335680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 useBgFill="1">
        <p:nvSpPr>
          <p:cNvPr id="499" name="Rectangle 498">
            <a:extLst>
              <a:ext uri="{FF2B5EF4-FFF2-40B4-BE49-F238E27FC236}">
                <a16:creationId xmlns:a16="http://schemas.microsoft.com/office/drawing/2014/main" id="{F1174801-1395-44C5-9B00-CCAC45C056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501" name="Rectangle 500">
            <a:extLst>
              <a:ext uri="{FF2B5EF4-FFF2-40B4-BE49-F238E27FC236}">
                <a16:creationId xmlns:a16="http://schemas.microsoft.com/office/drawing/2014/main" id="{996DFAFB-BCE1-4BEC-82FB-D574234DEF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503" name="Top Left">
            <a:extLst>
              <a:ext uri="{FF2B5EF4-FFF2-40B4-BE49-F238E27FC236}">
                <a16:creationId xmlns:a16="http://schemas.microsoft.com/office/drawing/2014/main" id="{F478807D-D964-4FD1-ADDC-13ADCA84C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-3086"/>
            <a:ext cx="2198951" cy="3349518"/>
            <a:chOff x="10849" y="-3086"/>
            <a:chExt cx="2198951" cy="3349518"/>
          </a:xfrm>
        </p:grpSpPr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9A9B974A-6D46-4B1E-A578-7FC950F65A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B94ECBDD-53F1-4E3E-935F-AE2F925E5A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BB0065AE-42FD-4390-B77A-10CD9C6354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2FC1DC9F-A018-40A6-83A2-4E44030684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E18F5621-44C3-495A-BFC4-4C0B2D7A4F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9369DA58-91BE-4846-85BC-48899AC96A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B9CE5473-6DF1-4C49-A489-8DA8871CA7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35EC2B31-6A44-41AE-822B-8B6D7479FF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513" name="Bottom Right">
            <a:extLst>
              <a:ext uri="{FF2B5EF4-FFF2-40B4-BE49-F238E27FC236}">
                <a16:creationId xmlns:a16="http://schemas.microsoft.com/office/drawing/2014/main" id="{8BAEE281-C3DD-4DC6-AFC2-A745325191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sp>
          <p:nvSpPr>
            <p:cNvPr id="514" name="Freeform: Shape 513">
              <a:extLst>
                <a:ext uri="{FF2B5EF4-FFF2-40B4-BE49-F238E27FC236}">
                  <a16:creationId xmlns:a16="http://schemas.microsoft.com/office/drawing/2014/main" id="{2A5FE8B5-509D-4E81-ADDD-4B7A6A5196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39256" y="6178637"/>
              <a:ext cx="1482102" cy="67936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grpSp>
          <p:nvGrpSpPr>
            <p:cNvPr id="515" name="Graphic 157">
              <a:extLst>
                <a:ext uri="{FF2B5EF4-FFF2-40B4-BE49-F238E27FC236}">
                  <a16:creationId xmlns:a16="http://schemas.microsoft.com/office/drawing/2014/main" id="{F44E233E-3672-4EB8-9A91-E597F4A673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517" name="Freeform: Shape 516">
                <a:extLst>
                  <a:ext uri="{FF2B5EF4-FFF2-40B4-BE49-F238E27FC236}">
                    <a16:creationId xmlns:a16="http://schemas.microsoft.com/office/drawing/2014/main" id="{9B21D5AE-5F1F-4C73-AB13-B0035B16299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18" name="Freeform: Shape 517">
                <a:extLst>
                  <a:ext uri="{FF2B5EF4-FFF2-40B4-BE49-F238E27FC236}">
                    <a16:creationId xmlns:a16="http://schemas.microsoft.com/office/drawing/2014/main" id="{E0EBFFB2-FF52-4A4B-86C5-D2093976849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19" name="Freeform: Shape 518">
                <a:extLst>
                  <a:ext uri="{FF2B5EF4-FFF2-40B4-BE49-F238E27FC236}">
                    <a16:creationId xmlns:a16="http://schemas.microsoft.com/office/drawing/2014/main" id="{53759ABD-0D5D-4A90-9296-91395521815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20" name="Freeform: Shape 519">
                <a:extLst>
                  <a:ext uri="{FF2B5EF4-FFF2-40B4-BE49-F238E27FC236}">
                    <a16:creationId xmlns:a16="http://schemas.microsoft.com/office/drawing/2014/main" id="{195C28B4-CC6B-4089-9E74-93049FAFDA6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21" name="Freeform: Shape 520">
                <a:extLst>
                  <a:ext uri="{FF2B5EF4-FFF2-40B4-BE49-F238E27FC236}">
                    <a16:creationId xmlns:a16="http://schemas.microsoft.com/office/drawing/2014/main" id="{E065796C-5CD6-4C94-88E7-697C931746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22" name="Freeform: Shape 521">
                <a:extLst>
                  <a:ext uri="{FF2B5EF4-FFF2-40B4-BE49-F238E27FC236}">
                    <a16:creationId xmlns:a16="http://schemas.microsoft.com/office/drawing/2014/main" id="{F6696015-E662-4352-A76F-D018CD1B715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23" name="Freeform: Shape 522">
                <a:extLst>
                  <a:ext uri="{FF2B5EF4-FFF2-40B4-BE49-F238E27FC236}">
                    <a16:creationId xmlns:a16="http://schemas.microsoft.com/office/drawing/2014/main" id="{2A68CB33-E73E-4301-98E6-20EAD6BAA33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516" name="Freeform: Shape 515">
              <a:extLst>
                <a:ext uri="{FF2B5EF4-FFF2-40B4-BE49-F238E27FC236}">
                  <a16:creationId xmlns:a16="http://schemas.microsoft.com/office/drawing/2014/main" id="{8F84B74D-C5F9-4AB3-9260-852E90E668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EE83C779-704C-1731-BB23-BF42F7DBB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6275" y="744909"/>
            <a:ext cx="10190071" cy="314585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dirty="0" err="1"/>
              <a:t>MobileNet</a:t>
            </a:r>
            <a:endParaRPr lang="en-US" sz="5400" kern="1200" dirty="0" err="1">
              <a:latin typeface="+mj-lt"/>
              <a:cs typeface="Posterama"/>
            </a:endParaRPr>
          </a:p>
        </p:txBody>
      </p:sp>
      <p:grpSp>
        <p:nvGrpSpPr>
          <p:cNvPr id="525" name="Cross">
            <a:extLst>
              <a:ext uri="{FF2B5EF4-FFF2-40B4-BE49-F238E27FC236}">
                <a16:creationId xmlns:a16="http://schemas.microsoft.com/office/drawing/2014/main" id="{5C0E6139-8A19-4905-87E2-E547D7B7F1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23216" y="3924272"/>
            <a:ext cx="118872" cy="118872"/>
            <a:chOff x="1175347" y="3733800"/>
            <a:chExt cx="118872" cy="118872"/>
          </a:xfrm>
        </p:grpSpPr>
        <p:cxnSp>
          <p:nvCxnSpPr>
            <p:cNvPr id="526" name="Straight Connector 525">
              <a:extLst>
                <a:ext uri="{FF2B5EF4-FFF2-40B4-BE49-F238E27FC236}">
                  <a16:creationId xmlns:a16="http://schemas.microsoft.com/office/drawing/2014/main" id="{BC05FFBD-B86A-4BD3-A147-FA95CE03CF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34783" y="3733800"/>
              <a:ext cx="0" cy="118872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527" name="Straight Connector 526">
              <a:extLst>
                <a:ext uri="{FF2B5EF4-FFF2-40B4-BE49-F238E27FC236}">
                  <a16:creationId xmlns:a16="http://schemas.microsoft.com/office/drawing/2014/main" id="{EB69F8B1-78FB-4562-8A0D-8D29636755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347" y="3793236"/>
              <a:ext cx="11887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539224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02FC1B-E8BF-4BE1-D375-9EC12FC13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 101">
            <a:extLst>
              <a:ext uri="{FF2B5EF4-FFF2-40B4-BE49-F238E27FC236}">
                <a16:creationId xmlns:a16="http://schemas.microsoft.com/office/drawing/2014/main" id="{3BA27D78-3050-DF0D-49B8-CA3D6C91FE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03" name="Freeform: Shape 102">
            <a:extLst>
              <a:ext uri="{FF2B5EF4-FFF2-40B4-BE49-F238E27FC236}">
                <a16:creationId xmlns:a16="http://schemas.microsoft.com/office/drawing/2014/main" id="{CC275E5E-3744-4A6B-EB03-FAF960090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692844" y="-3086"/>
            <a:ext cx="1326111" cy="59760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rPr>
              <a:t> </a:t>
            </a:r>
          </a:p>
        </p:txBody>
      </p:sp>
      <p:sp>
        <p:nvSpPr>
          <p:cNvPr id="104" name="Freeform: Shape 103">
            <a:extLst>
              <a:ext uri="{FF2B5EF4-FFF2-40B4-BE49-F238E27FC236}">
                <a16:creationId xmlns:a16="http://schemas.microsoft.com/office/drawing/2014/main" id="{D311C9B8-AB07-99BA-7BB2-58BD2CC603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9256" y="6172200"/>
            <a:ext cx="1482102" cy="67936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rPr>
              <a:t> </a:t>
            </a:r>
          </a:p>
        </p:txBody>
      </p:sp>
      <p:sp>
        <p:nvSpPr>
          <p:cNvPr id="105" name="Freeform: Shape 104">
            <a:extLst>
              <a:ext uri="{FF2B5EF4-FFF2-40B4-BE49-F238E27FC236}">
                <a16:creationId xmlns:a16="http://schemas.microsoft.com/office/drawing/2014/main" id="{BF3D94F2-7208-E0C3-02B9-2C26F13CF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7352" y="5197178"/>
            <a:ext cx="4211600" cy="1660822"/>
          </a:xfrm>
          <a:custGeom>
            <a:avLst/>
            <a:gdLst>
              <a:gd name="connsiteX0" fmla="*/ 4211600 w 4211600"/>
              <a:gd name="connsiteY0" fmla="*/ 0 h 1660822"/>
              <a:gd name="connsiteX1" fmla="*/ 4211600 w 4211600"/>
              <a:gd name="connsiteY1" fmla="*/ 58430 h 1660822"/>
              <a:gd name="connsiteX2" fmla="*/ 4136524 w 4211600"/>
              <a:gd name="connsiteY2" fmla="*/ 208808 h 1660822"/>
              <a:gd name="connsiteX3" fmla="*/ 3973354 w 4211600"/>
              <a:gd name="connsiteY3" fmla="*/ 437313 h 1660822"/>
              <a:gd name="connsiteX4" fmla="*/ 3884746 w 4211600"/>
              <a:gd name="connsiteY4" fmla="*/ 553613 h 1660822"/>
              <a:gd name="connsiteX5" fmla="*/ 3849435 w 4211600"/>
              <a:gd name="connsiteY5" fmla="*/ 603143 h 1660822"/>
              <a:gd name="connsiteX6" fmla="*/ 3661849 w 4211600"/>
              <a:gd name="connsiteY6" fmla="*/ 819075 h 1660822"/>
              <a:gd name="connsiteX7" fmla="*/ 3402589 w 4211600"/>
              <a:gd name="connsiteY7" fmla="*/ 952996 h 1660822"/>
              <a:gd name="connsiteX8" fmla="*/ 3130202 w 4211600"/>
              <a:gd name="connsiteY8" fmla="*/ 1023386 h 1660822"/>
              <a:gd name="connsiteX9" fmla="*/ 2914657 w 4211600"/>
              <a:gd name="connsiteY9" fmla="*/ 1068058 h 1660822"/>
              <a:gd name="connsiteX10" fmla="*/ 2582149 w 4211600"/>
              <a:gd name="connsiteY10" fmla="*/ 1138924 h 1660822"/>
              <a:gd name="connsiteX11" fmla="*/ 2483958 w 4211600"/>
              <a:gd name="connsiteY11" fmla="*/ 1162356 h 1660822"/>
              <a:gd name="connsiteX12" fmla="*/ 2123750 w 4211600"/>
              <a:gd name="connsiteY12" fmla="*/ 1238651 h 1660822"/>
              <a:gd name="connsiteX13" fmla="*/ 1761444 w 4211600"/>
              <a:gd name="connsiteY13" fmla="*/ 1273417 h 1660822"/>
              <a:gd name="connsiteX14" fmla="*/ 1608382 w 4211600"/>
              <a:gd name="connsiteY14" fmla="*/ 1284466 h 1660822"/>
              <a:gd name="connsiteX15" fmla="*/ 999942 w 4211600"/>
              <a:gd name="connsiteY15" fmla="*/ 1354284 h 1660822"/>
              <a:gd name="connsiteX16" fmla="*/ 484705 w 4211600"/>
              <a:gd name="connsiteY16" fmla="*/ 1450487 h 1660822"/>
              <a:gd name="connsiteX17" fmla="*/ 113310 w 4211600"/>
              <a:gd name="connsiteY17" fmla="*/ 1613700 h 1660822"/>
              <a:gd name="connsiteX18" fmla="*/ 39668 w 4211600"/>
              <a:gd name="connsiteY18" fmla="*/ 1660822 h 1660822"/>
              <a:gd name="connsiteX19" fmla="*/ 0 w 4211600"/>
              <a:gd name="connsiteY19" fmla="*/ 1660822 h 1660822"/>
              <a:gd name="connsiteX20" fmla="*/ 96701 w 4211600"/>
              <a:gd name="connsiteY20" fmla="*/ 1598934 h 1660822"/>
              <a:gd name="connsiteX21" fmla="*/ 474335 w 4211600"/>
              <a:gd name="connsiteY21" fmla="*/ 1433056 h 1660822"/>
              <a:gd name="connsiteX22" fmla="*/ 994299 w 4211600"/>
              <a:gd name="connsiteY22" fmla="*/ 1335806 h 1660822"/>
              <a:gd name="connsiteX23" fmla="*/ 1605231 w 4211600"/>
              <a:gd name="connsiteY23" fmla="*/ 1265702 h 1660822"/>
              <a:gd name="connsiteX24" fmla="*/ 1758819 w 4211600"/>
              <a:gd name="connsiteY24" fmla="*/ 1254558 h 1660822"/>
              <a:gd name="connsiteX25" fmla="*/ 2118106 w 4211600"/>
              <a:gd name="connsiteY25" fmla="*/ 1220077 h 1660822"/>
              <a:gd name="connsiteX26" fmla="*/ 2475557 w 4211600"/>
              <a:gd name="connsiteY26" fmla="*/ 1144353 h 1660822"/>
              <a:gd name="connsiteX27" fmla="*/ 2573878 w 4211600"/>
              <a:gd name="connsiteY27" fmla="*/ 1120827 h 1660822"/>
              <a:gd name="connsiteX28" fmla="*/ 2907437 w 4211600"/>
              <a:gd name="connsiteY28" fmla="*/ 1049675 h 1660822"/>
              <a:gd name="connsiteX29" fmla="*/ 3122589 w 4211600"/>
              <a:gd name="connsiteY29" fmla="*/ 1005098 h 1660822"/>
              <a:gd name="connsiteX30" fmla="*/ 3391169 w 4211600"/>
              <a:gd name="connsiteY30" fmla="*/ 935756 h 1660822"/>
              <a:gd name="connsiteX31" fmla="*/ 3642290 w 4211600"/>
              <a:gd name="connsiteY31" fmla="*/ 806216 h 1660822"/>
              <a:gd name="connsiteX32" fmla="*/ 3825937 w 4211600"/>
              <a:gd name="connsiteY32" fmla="*/ 594475 h 1660822"/>
              <a:gd name="connsiteX33" fmla="*/ 3861381 w 4211600"/>
              <a:gd name="connsiteY33" fmla="*/ 544755 h 1660822"/>
              <a:gd name="connsiteX34" fmla="*/ 3950381 w 4211600"/>
              <a:gd name="connsiteY34" fmla="*/ 427978 h 1660822"/>
              <a:gd name="connsiteX35" fmla="*/ 4112370 w 4211600"/>
              <a:gd name="connsiteY35" fmla="*/ 201378 h 1660822"/>
              <a:gd name="connsiteX36" fmla="*/ 4195989 w 4211600"/>
              <a:gd name="connsiteY36" fmla="*/ 33834 h 1660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211600" h="1660822">
                <a:moveTo>
                  <a:pt x="4211600" y="0"/>
                </a:moveTo>
                <a:lnTo>
                  <a:pt x="4211600" y="58430"/>
                </a:lnTo>
                <a:lnTo>
                  <a:pt x="4136524" y="208808"/>
                </a:lnTo>
                <a:cubicBezTo>
                  <a:pt x="4089791" y="287770"/>
                  <a:pt x="4030588" y="363780"/>
                  <a:pt x="3973354" y="437313"/>
                </a:cubicBezTo>
                <a:cubicBezTo>
                  <a:pt x="3943819" y="475222"/>
                  <a:pt x="3913231" y="514465"/>
                  <a:pt x="3884746" y="553613"/>
                </a:cubicBezTo>
                <a:cubicBezTo>
                  <a:pt x="3872801" y="569996"/>
                  <a:pt x="3861119" y="586569"/>
                  <a:pt x="3849435" y="603143"/>
                </a:cubicBezTo>
                <a:cubicBezTo>
                  <a:pt x="3796665" y="678009"/>
                  <a:pt x="3742187" y="755352"/>
                  <a:pt x="3661849" y="819075"/>
                </a:cubicBezTo>
                <a:cubicBezTo>
                  <a:pt x="3596214" y="871176"/>
                  <a:pt x="3509050" y="916230"/>
                  <a:pt x="3402589" y="952996"/>
                </a:cubicBezTo>
                <a:cubicBezTo>
                  <a:pt x="3312406" y="984048"/>
                  <a:pt x="3215660" y="1005003"/>
                  <a:pt x="3130202" y="1023386"/>
                </a:cubicBezTo>
                <a:cubicBezTo>
                  <a:pt x="3058529" y="1038816"/>
                  <a:pt x="2985412" y="1053675"/>
                  <a:pt x="2914657" y="1068058"/>
                </a:cubicBezTo>
                <a:cubicBezTo>
                  <a:pt x="2805176" y="1090251"/>
                  <a:pt x="2692021" y="1113207"/>
                  <a:pt x="2582149" y="1138924"/>
                </a:cubicBezTo>
                <a:cubicBezTo>
                  <a:pt x="2549330" y="1146639"/>
                  <a:pt x="2516644" y="1154450"/>
                  <a:pt x="2483958" y="1162356"/>
                </a:cubicBezTo>
                <a:cubicBezTo>
                  <a:pt x="2367257" y="1190550"/>
                  <a:pt x="2246621" y="1219601"/>
                  <a:pt x="2123750" y="1238651"/>
                </a:cubicBezTo>
                <a:cubicBezTo>
                  <a:pt x="2004294" y="1257129"/>
                  <a:pt x="1880769" y="1265416"/>
                  <a:pt x="1761444" y="1273417"/>
                </a:cubicBezTo>
                <a:cubicBezTo>
                  <a:pt x="1711167" y="1276751"/>
                  <a:pt x="1659184" y="1280275"/>
                  <a:pt x="1608382" y="1284466"/>
                </a:cubicBezTo>
                <a:cubicBezTo>
                  <a:pt x="1408589" y="1300944"/>
                  <a:pt x="1214570" y="1325805"/>
                  <a:pt x="999942" y="1354284"/>
                </a:cubicBezTo>
                <a:cubicBezTo>
                  <a:pt x="826403" y="1377240"/>
                  <a:pt x="647744" y="1400957"/>
                  <a:pt x="484705" y="1450487"/>
                </a:cubicBezTo>
                <a:cubicBezTo>
                  <a:pt x="355831" y="1489635"/>
                  <a:pt x="231387" y="1544374"/>
                  <a:pt x="113310" y="1613700"/>
                </a:cubicBezTo>
                <a:lnTo>
                  <a:pt x="39668" y="1660822"/>
                </a:lnTo>
                <a:lnTo>
                  <a:pt x="0" y="1660822"/>
                </a:lnTo>
                <a:lnTo>
                  <a:pt x="96701" y="1598934"/>
                </a:lnTo>
                <a:cubicBezTo>
                  <a:pt x="216635" y="1528533"/>
                  <a:pt x="343196" y="1472919"/>
                  <a:pt x="474335" y="1433056"/>
                </a:cubicBezTo>
                <a:cubicBezTo>
                  <a:pt x="639999" y="1382669"/>
                  <a:pt x="820102" y="1358856"/>
                  <a:pt x="994299" y="1335806"/>
                </a:cubicBezTo>
                <a:cubicBezTo>
                  <a:pt x="1210239" y="1307231"/>
                  <a:pt x="1404650" y="1282275"/>
                  <a:pt x="1605231" y="1265702"/>
                </a:cubicBezTo>
                <a:cubicBezTo>
                  <a:pt x="1656428" y="1261511"/>
                  <a:pt x="1708411" y="1257987"/>
                  <a:pt x="1758819" y="1254558"/>
                </a:cubicBezTo>
                <a:cubicBezTo>
                  <a:pt x="1877487" y="1246557"/>
                  <a:pt x="2000094" y="1238365"/>
                  <a:pt x="2118106" y="1220077"/>
                </a:cubicBezTo>
                <a:cubicBezTo>
                  <a:pt x="2239531" y="1201313"/>
                  <a:pt x="2359513" y="1172357"/>
                  <a:pt x="2475557" y="1144353"/>
                </a:cubicBezTo>
                <a:cubicBezTo>
                  <a:pt x="2508243" y="1136448"/>
                  <a:pt x="2541060" y="1128542"/>
                  <a:pt x="2573878" y="1120827"/>
                </a:cubicBezTo>
                <a:cubicBezTo>
                  <a:pt x="2684276" y="1094919"/>
                  <a:pt x="2797694" y="1071963"/>
                  <a:pt x="2907437" y="1049675"/>
                </a:cubicBezTo>
                <a:cubicBezTo>
                  <a:pt x="2978061" y="1035387"/>
                  <a:pt x="3051178" y="1020528"/>
                  <a:pt x="3122589" y="1005098"/>
                </a:cubicBezTo>
                <a:cubicBezTo>
                  <a:pt x="3206997" y="986810"/>
                  <a:pt x="3302823" y="966141"/>
                  <a:pt x="3391169" y="935756"/>
                </a:cubicBezTo>
                <a:cubicBezTo>
                  <a:pt x="3494479" y="900132"/>
                  <a:pt x="3578886" y="856508"/>
                  <a:pt x="3642290" y="806216"/>
                </a:cubicBezTo>
                <a:cubicBezTo>
                  <a:pt x="3720133" y="744303"/>
                  <a:pt x="3773953" y="668103"/>
                  <a:pt x="3825937" y="594475"/>
                </a:cubicBezTo>
                <a:cubicBezTo>
                  <a:pt x="3837621" y="577902"/>
                  <a:pt x="3849435" y="561233"/>
                  <a:pt x="3861381" y="544755"/>
                </a:cubicBezTo>
                <a:cubicBezTo>
                  <a:pt x="3889997" y="505416"/>
                  <a:pt x="3920715" y="465983"/>
                  <a:pt x="3950381" y="427978"/>
                </a:cubicBezTo>
                <a:cubicBezTo>
                  <a:pt x="4007353" y="354921"/>
                  <a:pt x="4066163" y="279388"/>
                  <a:pt x="4112370" y="201378"/>
                </a:cubicBezTo>
                <a:cubicBezTo>
                  <a:pt x="4144662" y="146800"/>
                  <a:pt x="4170785" y="89364"/>
                  <a:pt x="4195989" y="3383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06" name="Graphic 141">
            <a:extLst>
              <a:ext uri="{FF2B5EF4-FFF2-40B4-BE49-F238E27FC236}">
                <a16:creationId xmlns:a16="http://schemas.microsoft.com/office/drawing/2014/main" id="{77FC6A79-C557-545D-F85D-E5459AA745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15178"/>
            <a:ext cx="2198951" cy="3331254"/>
            <a:chOff x="4473129" y="923925"/>
            <a:chExt cx="3308947" cy="5012817"/>
          </a:xfrm>
          <a:noFill/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052E3661-4D27-AEDA-B44C-40B9C6F280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85988" y="924020"/>
              <a:ext cx="3296088" cy="5012722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1739B71C-0FAC-895C-E335-32EE084B6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923925"/>
              <a:ext cx="2977477" cy="462714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259EE9E4-8EAB-CDD7-A4F3-BF74A5318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94561" y="923925"/>
              <a:ext cx="2356712" cy="4118991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20417BCA-F6DC-025A-6654-42AED2BCD5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923925"/>
              <a:ext cx="2059193" cy="3980116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6A0DB69-CF31-1D53-660A-E0A67F7CC0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85131" y="1719357"/>
              <a:ext cx="743796" cy="2867501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6307179B-B230-5838-6A2C-22BF3EB11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1912731"/>
              <a:ext cx="597294" cy="2543540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FFAEDD03-1308-75FE-E546-DAE314974D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91417" y="2227197"/>
              <a:ext cx="389425" cy="2011236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07" name="Graphic 157">
            <a:extLst>
              <a:ext uri="{FF2B5EF4-FFF2-40B4-BE49-F238E27FC236}">
                <a16:creationId xmlns:a16="http://schemas.microsoft.com/office/drawing/2014/main" id="{817ABFC1-DE25-9F87-CF27-017629CE49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610600" y="3276600"/>
            <a:ext cx="3529260" cy="3581398"/>
            <a:chOff x="4114800" y="1423987"/>
            <a:chExt cx="3961542" cy="4007547"/>
          </a:xfrm>
          <a:noFill/>
        </p:grpSpPr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5107CBFB-ECC6-5297-3D99-60F837B74F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114800" y="1423987"/>
              <a:ext cx="3946874" cy="3989641"/>
            </a:xfrm>
            <a:custGeom>
              <a:avLst/>
              <a:gdLst>
                <a:gd name="connsiteX0" fmla="*/ 0 w 3946874"/>
                <a:gd name="connsiteY0" fmla="*/ 3989641 h 3989641"/>
                <a:gd name="connsiteX1" fmla="*/ 79439 w 3946874"/>
                <a:gd name="connsiteY1" fmla="*/ 3891153 h 3989641"/>
                <a:gd name="connsiteX2" fmla="*/ 297371 w 3946874"/>
                <a:gd name="connsiteY2" fmla="*/ 3626930 h 3989641"/>
                <a:gd name="connsiteX3" fmla="*/ 454343 w 3946874"/>
                <a:gd name="connsiteY3" fmla="*/ 3440335 h 3989641"/>
                <a:gd name="connsiteX4" fmla="*/ 622363 w 3946874"/>
                <a:gd name="connsiteY4" fmla="*/ 3290697 h 3989641"/>
                <a:gd name="connsiteX5" fmla="*/ 927068 w 3946874"/>
                <a:gd name="connsiteY5" fmla="*/ 3087434 h 3989641"/>
                <a:gd name="connsiteX6" fmla="*/ 1176338 w 3946874"/>
                <a:gd name="connsiteY6" fmla="*/ 2915603 h 3989641"/>
                <a:gd name="connsiteX7" fmla="*/ 1394270 w 3946874"/>
                <a:gd name="connsiteY7" fmla="*/ 2780729 h 3989641"/>
                <a:gd name="connsiteX8" fmla="*/ 1601057 w 3946874"/>
                <a:gd name="connsiteY8" fmla="*/ 2723483 h 3989641"/>
                <a:gd name="connsiteX9" fmla="*/ 1756220 w 3946874"/>
                <a:gd name="connsiteY9" fmla="*/ 2743772 h 3989641"/>
                <a:gd name="connsiteX10" fmla="*/ 1889189 w 3946874"/>
                <a:gd name="connsiteY10" fmla="*/ 2765965 h 3989641"/>
                <a:gd name="connsiteX11" fmla="*/ 2007394 w 3946874"/>
                <a:gd name="connsiteY11" fmla="*/ 2765965 h 3989641"/>
                <a:gd name="connsiteX12" fmla="*/ 2184654 w 3946874"/>
                <a:gd name="connsiteY12" fmla="*/ 2671763 h 3989641"/>
                <a:gd name="connsiteX13" fmla="*/ 2372773 w 3946874"/>
                <a:gd name="connsiteY13" fmla="*/ 2538984 h 3989641"/>
                <a:gd name="connsiteX14" fmla="*/ 2439543 w 3946874"/>
                <a:gd name="connsiteY14" fmla="*/ 2510504 h 3989641"/>
                <a:gd name="connsiteX15" fmla="*/ 2650617 w 3946874"/>
                <a:gd name="connsiteY15" fmla="*/ 2434781 h 3989641"/>
                <a:gd name="connsiteX16" fmla="*/ 2785110 w 3946874"/>
                <a:gd name="connsiteY16" fmla="*/ 2383060 h 3989641"/>
                <a:gd name="connsiteX17" fmla="*/ 2897315 w 3946874"/>
                <a:gd name="connsiteY17" fmla="*/ 2318861 h 3989641"/>
                <a:gd name="connsiteX18" fmla="*/ 2997994 w 3946874"/>
                <a:gd name="connsiteY18" fmla="*/ 2226183 h 3989641"/>
                <a:gd name="connsiteX19" fmla="*/ 3061240 w 3946874"/>
                <a:gd name="connsiteY19" fmla="*/ 2141506 h 3989641"/>
                <a:gd name="connsiteX20" fmla="*/ 3152108 w 3946874"/>
                <a:gd name="connsiteY20" fmla="*/ 2005203 h 3989641"/>
                <a:gd name="connsiteX21" fmla="*/ 3274124 w 3946874"/>
                <a:gd name="connsiteY21" fmla="*/ 1871567 h 3989641"/>
                <a:gd name="connsiteX22" fmla="*/ 3388138 w 3946874"/>
                <a:gd name="connsiteY22" fmla="*/ 1770888 h 3989641"/>
                <a:gd name="connsiteX23" fmla="*/ 3466529 w 3946874"/>
                <a:gd name="connsiteY23" fmla="*/ 1679162 h 3989641"/>
                <a:gd name="connsiteX24" fmla="*/ 3538633 w 3946874"/>
                <a:gd name="connsiteY24" fmla="*/ 1551718 h 3989641"/>
                <a:gd name="connsiteX25" fmla="*/ 3588544 w 3946874"/>
                <a:gd name="connsiteY25" fmla="*/ 1376172 h 3989641"/>
                <a:gd name="connsiteX26" fmla="*/ 3597402 w 3946874"/>
                <a:gd name="connsiteY26" fmla="*/ 1293305 h 3989641"/>
                <a:gd name="connsiteX27" fmla="*/ 3721227 w 3946874"/>
                <a:gd name="connsiteY27" fmla="*/ 880491 h 3989641"/>
                <a:gd name="connsiteX28" fmla="*/ 3761137 w 3946874"/>
                <a:gd name="connsiteY28" fmla="*/ 463677 h 3989641"/>
                <a:gd name="connsiteX29" fmla="*/ 3946874 w 3946874"/>
                <a:gd name="connsiteY29" fmla="*/ 0 h 3989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946874" h="3989641">
                  <a:moveTo>
                    <a:pt x="0" y="3989641"/>
                  </a:moveTo>
                  <a:cubicBezTo>
                    <a:pt x="19050" y="3957257"/>
                    <a:pt x="50959" y="3916013"/>
                    <a:pt x="79439" y="3891153"/>
                  </a:cubicBezTo>
                  <a:cubicBezTo>
                    <a:pt x="165544" y="3815906"/>
                    <a:pt x="227933" y="3717989"/>
                    <a:pt x="297371" y="3626930"/>
                  </a:cubicBezTo>
                  <a:cubicBezTo>
                    <a:pt x="346615" y="3562255"/>
                    <a:pt x="398050" y="3499009"/>
                    <a:pt x="454343" y="3440335"/>
                  </a:cubicBezTo>
                  <a:cubicBezTo>
                    <a:pt x="506349" y="3386042"/>
                    <a:pt x="562642" y="3336227"/>
                    <a:pt x="622363" y="3290697"/>
                  </a:cubicBezTo>
                  <a:cubicBezTo>
                    <a:pt x="719519" y="3216688"/>
                    <a:pt x="824960" y="3154585"/>
                    <a:pt x="927068" y="3087434"/>
                  </a:cubicBezTo>
                  <a:cubicBezTo>
                    <a:pt x="1011365" y="3031998"/>
                    <a:pt x="1093565" y="2973324"/>
                    <a:pt x="1176338" y="2915603"/>
                  </a:cubicBezTo>
                  <a:cubicBezTo>
                    <a:pt x="1246537" y="2866644"/>
                    <a:pt x="1317308" y="2818066"/>
                    <a:pt x="1394270" y="2780729"/>
                  </a:cubicBezTo>
                  <a:cubicBezTo>
                    <a:pt x="1459421" y="2749106"/>
                    <a:pt x="1528763" y="2724436"/>
                    <a:pt x="1601057" y="2723483"/>
                  </a:cubicBezTo>
                  <a:cubicBezTo>
                    <a:pt x="1653350" y="2722721"/>
                    <a:pt x="1704785" y="2733485"/>
                    <a:pt x="1756220" y="2743772"/>
                  </a:cubicBezTo>
                  <a:cubicBezTo>
                    <a:pt x="1800320" y="2752630"/>
                    <a:pt x="1844612" y="2760250"/>
                    <a:pt x="1889189" y="2765965"/>
                  </a:cubicBezTo>
                  <a:cubicBezTo>
                    <a:pt x="1928622" y="2771013"/>
                    <a:pt x="1968437" y="2773299"/>
                    <a:pt x="2007394" y="2765965"/>
                  </a:cubicBezTo>
                  <a:cubicBezTo>
                    <a:pt x="2073878" y="2753487"/>
                    <a:pt x="2130647" y="2712911"/>
                    <a:pt x="2184654" y="2671763"/>
                  </a:cubicBezTo>
                  <a:cubicBezTo>
                    <a:pt x="2245900" y="2625090"/>
                    <a:pt x="2304002" y="2573465"/>
                    <a:pt x="2372773" y="2538984"/>
                  </a:cubicBezTo>
                  <a:cubicBezTo>
                    <a:pt x="2394395" y="2528126"/>
                    <a:pt x="2416874" y="2518982"/>
                    <a:pt x="2439543" y="2510504"/>
                  </a:cubicBezTo>
                  <a:cubicBezTo>
                    <a:pt x="2509552" y="2484215"/>
                    <a:pt x="2580037" y="2459450"/>
                    <a:pt x="2650617" y="2434781"/>
                  </a:cubicBezTo>
                  <a:cubicBezTo>
                    <a:pt x="2695956" y="2418874"/>
                    <a:pt x="2741295" y="2402872"/>
                    <a:pt x="2785110" y="2383060"/>
                  </a:cubicBezTo>
                  <a:cubicBezTo>
                    <a:pt x="2824448" y="2365248"/>
                    <a:pt x="2862358" y="2344198"/>
                    <a:pt x="2897315" y="2318861"/>
                  </a:cubicBezTo>
                  <a:cubicBezTo>
                    <a:pt x="2934367" y="2292096"/>
                    <a:pt x="2968085" y="2260854"/>
                    <a:pt x="2997994" y="2226183"/>
                  </a:cubicBezTo>
                  <a:cubicBezTo>
                    <a:pt x="3020949" y="2199513"/>
                    <a:pt x="3041714" y="2170938"/>
                    <a:pt x="3061240" y="2141506"/>
                  </a:cubicBezTo>
                  <a:cubicBezTo>
                    <a:pt x="3091529" y="2095976"/>
                    <a:pt x="3119533" y="2049018"/>
                    <a:pt x="3152108" y="2005203"/>
                  </a:cubicBezTo>
                  <a:cubicBezTo>
                    <a:pt x="3188113" y="1956626"/>
                    <a:pt x="3229261" y="1912144"/>
                    <a:pt x="3274124" y="1871567"/>
                  </a:cubicBezTo>
                  <a:cubicBezTo>
                    <a:pt x="3311747" y="1837563"/>
                    <a:pt x="3351848" y="1806321"/>
                    <a:pt x="3388138" y="1770888"/>
                  </a:cubicBezTo>
                  <a:cubicBezTo>
                    <a:pt x="3416999" y="1742694"/>
                    <a:pt x="3443002" y="1711833"/>
                    <a:pt x="3466529" y="1679162"/>
                  </a:cubicBezTo>
                  <a:cubicBezTo>
                    <a:pt x="3495008" y="1639348"/>
                    <a:pt x="3519392" y="1596771"/>
                    <a:pt x="3538633" y="1551718"/>
                  </a:cubicBezTo>
                  <a:cubicBezTo>
                    <a:pt x="3562731" y="1495616"/>
                    <a:pt x="3578924" y="1436465"/>
                    <a:pt x="3588544" y="1376172"/>
                  </a:cubicBezTo>
                  <a:cubicBezTo>
                    <a:pt x="3592925" y="1348740"/>
                    <a:pt x="3595688" y="1321022"/>
                    <a:pt x="3597402" y="1293305"/>
                  </a:cubicBezTo>
                  <a:cubicBezTo>
                    <a:pt x="3605974" y="1155859"/>
                    <a:pt x="3717703" y="1018127"/>
                    <a:pt x="3721227" y="880491"/>
                  </a:cubicBezTo>
                  <a:cubicBezTo>
                    <a:pt x="3724751" y="740855"/>
                    <a:pt x="3743135" y="602171"/>
                    <a:pt x="3761137" y="463677"/>
                  </a:cubicBezTo>
                  <a:cubicBezTo>
                    <a:pt x="3776186" y="347758"/>
                    <a:pt x="3934968" y="116205"/>
                    <a:pt x="3946874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2FC5B070-9084-5119-D223-E95964165C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95978" y="2441733"/>
              <a:ext cx="3665410" cy="2985611"/>
            </a:xfrm>
            <a:custGeom>
              <a:avLst/>
              <a:gdLst>
                <a:gd name="connsiteX0" fmla="*/ 0 w 3665410"/>
                <a:gd name="connsiteY0" fmla="*/ 2985611 h 2985611"/>
                <a:gd name="connsiteX1" fmla="*/ 166211 w 3665410"/>
                <a:gd name="connsiteY1" fmla="*/ 2699766 h 2985611"/>
                <a:gd name="connsiteX2" fmla="*/ 397002 w 3665410"/>
                <a:gd name="connsiteY2" fmla="*/ 2414969 h 2985611"/>
                <a:gd name="connsiteX3" fmla="*/ 620173 w 3665410"/>
                <a:gd name="connsiteY3" fmla="*/ 2237899 h 2985611"/>
                <a:gd name="connsiteX4" fmla="*/ 823341 w 3665410"/>
                <a:gd name="connsiteY4" fmla="*/ 2085499 h 2985611"/>
                <a:gd name="connsiteX5" fmla="*/ 1089565 w 3665410"/>
                <a:gd name="connsiteY5" fmla="*/ 1911477 h 2985611"/>
                <a:gd name="connsiteX6" fmla="*/ 1145000 w 3665410"/>
                <a:gd name="connsiteY6" fmla="*/ 1886807 h 2985611"/>
                <a:gd name="connsiteX7" fmla="*/ 1375791 w 3665410"/>
                <a:gd name="connsiteY7" fmla="*/ 1842135 h 2985611"/>
                <a:gd name="connsiteX8" fmla="*/ 1486567 w 3665410"/>
                <a:gd name="connsiteY8" fmla="*/ 1857566 h 2985611"/>
                <a:gd name="connsiteX9" fmla="*/ 1568101 w 3665410"/>
                <a:gd name="connsiteY9" fmla="*/ 1871377 h 2985611"/>
                <a:gd name="connsiteX10" fmla="*/ 1810607 w 3665410"/>
                <a:gd name="connsiteY10" fmla="*/ 1871377 h 2985611"/>
                <a:gd name="connsiteX11" fmla="*/ 1997964 w 3665410"/>
                <a:gd name="connsiteY11" fmla="*/ 1790605 h 2985611"/>
                <a:gd name="connsiteX12" fmla="*/ 2109883 w 3665410"/>
                <a:gd name="connsiteY12" fmla="*/ 1702784 h 2985611"/>
                <a:gd name="connsiteX13" fmla="*/ 2321433 w 3665410"/>
                <a:gd name="connsiteY13" fmla="*/ 1552384 h 2985611"/>
                <a:gd name="connsiteX14" fmla="*/ 2558891 w 3665410"/>
                <a:gd name="connsiteY14" fmla="*/ 1453420 h 2985611"/>
                <a:gd name="connsiteX15" fmla="*/ 2709767 w 3665410"/>
                <a:gd name="connsiteY15" fmla="*/ 1377887 h 2985611"/>
                <a:gd name="connsiteX16" fmla="*/ 2885408 w 3665410"/>
                <a:gd name="connsiteY16" fmla="*/ 1237393 h 2985611"/>
                <a:gd name="connsiteX17" fmla="*/ 3017711 w 3665410"/>
                <a:gd name="connsiteY17" fmla="*/ 1072229 h 2985611"/>
                <a:gd name="connsiteX18" fmla="*/ 3150680 w 3665410"/>
                <a:gd name="connsiteY18" fmla="*/ 921830 h 2985611"/>
                <a:gd name="connsiteX19" fmla="*/ 3255169 w 3665410"/>
                <a:gd name="connsiteY19" fmla="*/ 801815 h 2985611"/>
                <a:gd name="connsiteX20" fmla="*/ 3339275 w 3665410"/>
                <a:gd name="connsiteY20" fmla="*/ 694182 h 2985611"/>
                <a:gd name="connsiteX21" fmla="*/ 3409188 w 3665410"/>
                <a:gd name="connsiteY21" fmla="*/ 546926 h 2985611"/>
                <a:gd name="connsiteX22" fmla="*/ 3464243 w 3665410"/>
                <a:gd name="connsiteY22" fmla="*/ 347663 h 2985611"/>
                <a:gd name="connsiteX23" fmla="*/ 3665411 w 3665410"/>
                <a:gd name="connsiteY23" fmla="*/ 0 h 29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665410" h="2985611">
                  <a:moveTo>
                    <a:pt x="0" y="2985611"/>
                  </a:moveTo>
                  <a:cubicBezTo>
                    <a:pt x="0" y="2985611"/>
                    <a:pt x="86773" y="2802827"/>
                    <a:pt x="166211" y="2699766"/>
                  </a:cubicBezTo>
                  <a:cubicBezTo>
                    <a:pt x="240983" y="2602706"/>
                    <a:pt x="309182" y="2500122"/>
                    <a:pt x="397002" y="2414969"/>
                  </a:cubicBezTo>
                  <a:cubicBezTo>
                    <a:pt x="465296" y="2348865"/>
                    <a:pt x="543592" y="2294477"/>
                    <a:pt x="620173" y="2237899"/>
                  </a:cubicBezTo>
                  <a:cubicBezTo>
                    <a:pt x="688277" y="2187607"/>
                    <a:pt x="755333" y="2135886"/>
                    <a:pt x="823341" y="2085499"/>
                  </a:cubicBezTo>
                  <a:cubicBezTo>
                    <a:pt x="908685" y="2022253"/>
                    <a:pt x="994791" y="1959197"/>
                    <a:pt x="1089565" y="1911477"/>
                  </a:cubicBezTo>
                  <a:cubicBezTo>
                    <a:pt x="1107662" y="1902428"/>
                    <a:pt x="1126141" y="1894141"/>
                    <a:pt x="1145000" y="1886807"/>
                  </a:cubicBezTo>
                  <a:cubicBezTo>
                    <a:pt x="1218819" y="1858232"/>
                    <a:pt x="1296924" y="1838611"/>
                    <a:pt x="1375791" y="1842135"/>
                  </a:cubicBezTo>
                  <a:cubicBezTo>
                    <a:pt x="1413129" y="1843754"/>
                    <a:pt x="1449896" y="1850422"/>
                    <a:pt x="1486567" y="1857566"/>
                  </a:cubicBezTo>
                  <a:cubicBezTo>
                    <a:pt x="1513618" y="1862804"/>
                    <a:pt x="1540859" y="1867376"/>
                    <a:pt x="1568101" y="1871377"/>
                  </a:cubicBezTo>
                  <a:cubicBezTo>
                    <a:pt x="1648778" y="1883188"/>
                    <a:pt x="1730978" y="1887665"/>
                    <a:pt x="1810607" y="1871377"/>
                  </a:cubicBezTo>
                  <a:cubicBezTo>
                    <a:pt x="1877854" y="1857661"/>
                    <a:pt x="1941100" y="1829086"/>
                    <a:pt x="1997964" y="1790605"/>
                  </a:cubicBezTo>
                  <a:cubicBezTo>
                    <a:pt x="2037302" y="1764030"/>
                    <a:pt x="2073497" y="1733264"/>
                    <a:pt x="2109883" y="1702784"/>
                  </a:cubicBezTo>
                  <a:cubicBezTo>
                    <a:pt x="2176367" y="1647063"/>
                    <a:pt x="2244852" y="1593151"/>
                    <a:pt x="2321433" y="1552384"/>
                  </a:cubicBezTo>
                  <a:cubicBezTo>
                    <a:pt x="2397157" y="1512094"/>
                    <a:pt x="2479548" y="1486281"/>
                    <a:pt x="2558891" y="1453420"/>
                  </a:cubicBezTo>
                  <a:cubicBezTo>
                    <a:pt x="2610898" y="1431798"/>
                    <a:pt x="2661571" y="1407033"/>
                    <a:pt x="2709767" y="1377887"/>
                  </a:cubicBezTo>
                  <a:cubicBezTo>
                    <a:pt x="2774252" y="1338929"/>
                    <a:pt x="2834069" y="1292447"/>
                    <a:pt x="2885408" y="1237393"/>
                  </a:cubicBezTo>
                  <a:cubicBezTo>
                    <a:pt x="2933605" y="1185767"/>
                    <a:pt x="2973324" y="1127093"/>
                    <a:pt x="3017711" y="1072229"/>
                  </a:cubicBezTo>
                  <a:cubicBezTo>
                    <a:pt x="3059811" y="1020223"/>
                    <a:pt x="3105912" y="971645"/>
                    <a:pt x="3150680" y="921830"/>
                  </a:cubicBezTo>
                  <a:cubicBezTo>
                    <a:pt x="3186113" y="882396"/>
                    <a:pt x="3220593" y="842010"/>
                    <a:pt x="3255169" y="801815"/>
                  </a:cubicBezTo>
                  <a:cubicBezTo>
                    <a:pt x="3284887" y="767239"/>
                    <a:pt x="3314605" y="732473"/>
                    <a:pt x="3339275" y="694182"/>
                  </a:cubicBezTo>
                  <a:cubicBezTo>
                    <a:pt x="3368707" y="648367"/>
                    <a:pt x="3390138" y="597980"/>
                    <a:pt x="3409188" y="546926"/>
                  </a:cubicBezTo>
                  <a:cubicBezTo>
                    <a:pt x="3433382" y="482156"/>
                    <a:pt x="3453384" y="415861"/>
                    <a:pt x="3464243" y="347663"/>
                  </a:cubicBezTo>
                  <a:cubicBezTo>
                    <a:pt x="3476244" y="272224"/>
                    <a:pt x="3661696" y="76295"/>
                    <a:pt x="366541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E31682A8-3A0A-B868-908D-63175E30A7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90402" y="5229700"/>
              <a:ext cx="285940" cy="199072"/>
            </a:xfrm>
            <a:custGeom>
              <a:avLst/>
              <a:gdLst>
                <a:gd name="connsiteX0" fmla="*/ 0 w 285940"/>
                <a:gd name="connsiteY0" fmla="*/ 199073 h 199072"/>
                <a:gd name="connsiteX1" fmla="*/ 285940 w 285940"/>
                <a:gd name="connsiteY1" fmla="*/ 0 h 199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85940" h="199072">
                  <a:moveTo>
                    <a:pt x="0" y="199073"/>
                  </a:moveTo>
                  <a:cubicBezTo>
                    <a:pt x="0" y="199073"/>
                    <a:pt x="242125" y="39243"/>
                    <a:pt x="28594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E1A9F177-63F1-8EA3-E87A-00F5DE23B0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393114" y="5049773"/>
              <a:ext cx="655796" cy="381190"/>
            </a:xfrm>
            <a:custGeom>
              <a:avLst/>
              <a:gdLst>
                <a:gd name="connsiteX0" fmla="*/ 0 w 655796"/>
                <a:gd name="connsiteY0" fmla="*/ 381190 h 381190"/>
                <a:gd name="connsiteX1" fmla="*/ 655796 w 655796"/>
                <a:gd name="connsiteY1" fmla="*/ 0 h 381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5796" h="381190">
                  <a:moveTo>
                    <a:pt x="0" y="381190"/>
                  </a:moveTo>
                  <a:cubicBezTo>
                    <a:pt x="0" y="381190"/>
                    <a:pt x="461105" y="172117"/>
                    <a:pt x="65579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C31A089C-CE44-86D0-10DE-02659CC94E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154072" y="3867816"/>
              <a:ext cx="2907315" cy="1544764"/>
            </a:xfrm>
            <a:custGeom>
              <a:avLst/>
              <a:gdLst>
                <a:gd name="connsiteX0" fmla="*/ 0 w 2907315"/>
                <a:gd name="connsiteY0" fmla="*/ 1544764 h 1544764"/>
                <a:gd name="connsiteX1" fmla="*/ 201644 w 2907315"/>
                <a:gd name="connsiteY1" fmla="*/ 1352550 h 1544764"/>
                <a:gd name="connsiteX2" fmla="*/ 423196 w 2907315"/>
                <a:gd name="connsiteY2" fmla="*/ 1196054 h 1544764"/>
                <a:gd name="connsiteX3" fmla="*/ 782193 w 2907315"/>
                <a:gd name="connsiteY3" fmla="*/ 1099947 h 1544764"/>
                <a:gd name="connsiteX4" fmla="*/ 1052513 w 2907315"/>
                <a:gd name="connsiteY4" fmla="*/ 1042321 h 1544764"/>
                <a:gd name="connsiteX5" fmla="*/ 1311783 w 2907315"/>
                <a:gd name="connsiteY5" fmla="*/ 1056037 h 1544764"/>
                <a:gd name="connsiteX6" fmla="*/ 1484662 w 2907315"/>
                <a:gd name="connsiteY6" fmla="*/ 1083469 h 1544764"/>
                <a:gd name="connsiteX7" fmla="*/ 1788224 w 2907315"/>
                <a:gd name="connsiteY7" fmla="*/ 1023080 h 1544764"/>
                <a:gd name="connsiteX8" fmla="*/ 2269045 w 2907315"/>
                <a:gd name="connsiteY8" fmla="*/ 734758 h 1544764"/>
                <a:gd name="connsiteX9" fmla="*/ 2534984 w 2907315"/>
                <a:gd name="connsiteY9" fmla="*/ 572738 h 1544764"/>
                <a:gd name="connsiteX10" fmla="*/ 2907316 w 2907315"/>
                <a:gd name="connsiteY10" fmla="*/ 0 h 1544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7315" h="1544764">
                  <a:moveTo>
                    <a:pt x="0" y="1544764"/>
                  </a:moveTo>
                  <a:cubicBezTo>
                    <a:pt x="0" y="1544764"/>
                    <a:pt x="98012" y="1443990"/>
                    <a:pt x="201644" y="1352550"/>
                  </a:cubicBezTo>
                  <a:cubicBezTo>
                    <a:pt x="271272" y="1291209"/>
                    <a:pt x="343662" y="1234249"/>
                    <a:pt x="423196" y="1196054"/>
                  </a:cubicBezTo>
                  <a:cubicBezTo>
                    <a:pt x="537591" y="1141095"/>
                    <a:pt x="661226" y="1127189"/>
                    <a:pt x="782193" y="1099947"/>
                  </a:cubicBezTo>
                  <a:cubicBezTo>
                    <a:pt x="872300" y="1079659"/>
                    <a:pt x="961358" y="1051370"/>
                    <a:pt x="1052513" y="1042321"/>
                  </a:cubicBezTo>
                  <a:cubicBezTo>
                    <a:pt x="1139000" y="1033653"/>
                    <a:pt x="1225868" y="1040321"/>
                    <a:pt x="1311783" y="1056037"/>
                  </a:cubicBezTo>
                  <a:cubicBezTo>
                    <a:pt x="1369314" y="1066609"/>
                    <a:pt x="1426559" y="1079373"/>
                    <a:pt x="1484662" y="1083469"/>
                  </a:cubicBezTo>
                  <a:cubicBezTo>
                    <a:pt x="1587913" y="1090803"/>
                    <a:pt x="1690402" y="1064800"/>
                    <a:pt x="1788224" y="1023080"/>
                  </a:cubicBezTo>
                  <a:cubicBezTo>
                    <a:pt x="1956721" y="951262"/>
                    <a:pt x="2106549" y="825722"/>
                    <a:pt x="2269045" y="734758"/>
                  </a:cubicBezTo>
                  <a:cubicBezTo>
                    <a:pt x="2359438" y="684181"/>
                    <a:pt x="2452497" y="640556"/>
                    <a:pt x="2534984" y="572738"/>
                  </a:cubicBezTo>
                  <a:cubicBezTo>
                    <a:pt x="2673001" y="459391"/>
                    <a:pt x="2847023" y="191453"/>
                    <a:pt x="290731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B8C22EC1-5DCF-4F05-C95B-9A0FE412AA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07946" y="3479100"/>
              <a:ext cx="3168300" cy="1952434"/>
            </a:xfrm>
            <a:custGeom>
              <a:avLst/>
              <a:gdLst>
                <a:gd name="connsiteX0" fmla="*/ 0 w 3168300"/>
                <a:gd name="connsiteY0" fmla="*/ 1952435 h 1952434"/>
                <a:gd name="connsiteX1" fmla="*/ 202121 w 3168300"/>
                <a:gd name="connsiteY1" fmla="*/ 1687068 h 1952434"/>
                <a:gd name="connsiteX2" fmla="*/ 545116 w 3168300"/>
                <a:gd name="connsiteY2" fmla="*/ 1450277 h 1952434"/>
                <a:gd name="connsiteX3" fmla="*/ 906780 w 3168300"/>
                <a:gd name="connsiteY3" fmla="*/ 1354455 h 1952434"/>
                <a:gd name="connsiteX4" fmla="*/ 1332262 w 3168300"/>
                <a:gd name="connsiteY4" fmla="*/ 1285304 h 1952434"/>
                <a:gd name="connsiteX5" fmla="*/ 1691259 w 3168300"/>
                <a:gd name="connsiteY5" fmla="*/ 1240060 h 1952434"/>
                <a:gd name="connsiteX6" fmla="*/ 2010346 w 3168300"/>
                <a:gd name="connsiteY6" fmla="*/ 1141667 h 1952434"/>
                <a:gd name="connsiteX7" fmla="*/ 2393252 w 3168300"/>
                <a:gd name="connsiteY7" fmla="*/ 1027271 h 1952434"/>
                <a:gd name="connsiteX8" fmla="*/ 2582037 w 3168300"/>
                <a:gd name="connsiteY8" fmla="*/ 958120 h 1952434"/>
                <a:gd name="connsiteX9" fmla="*/ 2760155 w 3168300"/>
                <a:gd name="connsiteY9" fmla="*/ 827723 h 1952434"/>
                <a:gd name="connsiteX10" fmla="*/ 2914364 w 3168300"/>
                <a:gd name="connsiteY10" fmla="*/ 567023 h 1952434"/>
                <a:gd name="connsiteX11" fmla="*/ 3168301 w 3168300"/>
                <a:gd name="connsiteY11" fmla="*/ 0 h 1952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68300" h="1952434">
                  <a:moveTo>
                    <a:pt x="0" y="1952435"/>
                  </a:moveTo>
                  <a:cubicBezTo>
                    <a:pt x="0" y="1952435"/>
                    <a:pt x="91059" y="1796415"/>
                    <a:pt x="202121" y="1687068"/>
                  </a:cubicBezTo>
                  <a:cubicBezTo>
                    <a:pt x="301943" y="1588675"/>
                    <a:pt x="416528" y="1505617"/>
                    <a:pt x="545116" y="1450277"/>
                  </a:cubicBezTo>
                  <a:cubicBezTo>
                    <a:pt x="659987" y="1400747"/>
                    <a:pt x="783622" y="1377601"/>
                    <a:pt x="906780" y="1354455"/>
                  </a:cubicBezTo>
                  <a:cubicBezTo>
                    <a:pt x="1048036" y="1327976"/>
                    <a:pt x="1189482" y="1301972"/>
                    <a:pt x="1332262" y="1285304"/>
                  </a:cubicBezTo>
                  <a:cubicBezTo>
                    <a:pt x="1452182" y="1271302"/>
                    <a:pt x="1573340" y="1265873"/>
                    <a:pt x="1691259" y="1240060"/>
                  </a:cubicBezTo>
                  <a:cubicBezTo>
                    <a:pt x="1800035" y="1216247"/>
                    <a:pt x="1904619" y="1176718"/>
                    <a:pt x="2010346" y="1141667"/>
                  </a:cubicBezTo>
                  <a:cubicBezTo>
                    <a:pt x="2136743" y="1099661"/>
                    <a:pt x="2265902" y="1066229"/>
                    <a:pt x="2393252" y="1027271"/>
                  </a:cubicBezTo>
                  <a:cubicBezTo>
                    <a:pt x="2457450" y="1007650"/>
                    <a:pt x="2521744" y="987552"/>
                    <a:pt x="2582037" y="958120"/>
                  </a:cubicBezTo>
                  <a:cubicBezTo>
                    <a:pt x="2648807" y="925449"/>
                    <a:pt x="2710815" y="883349"/>
                    <a:pt x="2760155" y="827723"/>
                  </a:cubicBezTo>
                  <a:cubicBezTo>
                    <a:pt x="2827496" y="751904"/>
                    <a:pt x="2867978" y="657511"/>
                    <a:pt x="2914364" y="567023"/>
                  </a:cubicBezTo>
                  <a:cubicBezTo>
                    <a:pt x="2972753" y="453200"/>
                    <a:pt x="3119152" y="118015"/>
                    <a:pt x="316830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48E3EDCA-F7B5-AEFD-5DB8-8A17959E44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04778" y="2976752"/>
              <a:ext cx="3356800" cy="2452020"/>
            </a:xfrm>
            <a:custGeom>
              <a:avLst/>
              <a:gdLst>
                <a:gd name="connsiteX0" fmla="*/ 0 w 3356800"/>
                <a:gd name="connsiteY0" fmla="*/ 2452021 h 2452020"/>
                <a:gd name="connsiteX1" fmla="*/ 130874 w 3356800"/>
                <a:gd name="connsiteY1" fmla="*/ 2247710 h 2452020"/>
                <a:gd name="connsiteX2" fmla="*/ 437197 w 3356800"/>
                <a:gd name="connsiteY2" fmla="*/ 1941195 h 2452020"/>
                <a:gd name="connsiteX3" fmla="*/ 737140 w 3356800"/>
                <a:gd name="connsiteY3" fmla="*/ 1736884 h 2452020"/>
                <a:gd name="connsiteX4" fmla="*/ 1031843 w 3356800"/>
                <a:gd name="connsiteY4" fmla="*/ 1685068 h 2452020"/>
                <a:gd name="connsiteX5" fmla="*/ 1287304 w 3356800"/>
                <a:gd name="connsiteY5" fmla="*/ 1655826 h 2452020"/>
                <a:gd name="connsiteX6" fmla="*/ 1471994 w 3356800"/>
                <a:gd name="connsiteY6" fmla="*/ 1634300 h 2452020"/>
                <a:gd name="connsiteX7" fmla="*/ 1898237 w 3356800"/>
                <a:gd name="connsiteY7" fmla="*/ 1512665 h 2452020"/>
                <a:gd name="connsiteX8" fmla="*/ 2229136 w 3356800"/>
                <a:gd name="connsiteY8" fmla="*/ 1355598 h 2452020"/>
                <a:gd name="connsiteX9" fmla="*/ 2512314 w 3356800"/>
                <a:gd name="connsiteY9" fmla="*/ 1238631 h 2452020"/>
                <a:gd name="connsiteX10" fmla="*/ 2758535 w 3356800"/>
                <a:gd name="connsiteY10" fmla="*/ 1096994 h 2452020"/>
                <a:gd name="connsiteX11" fmla="*/ 2935510 w 3356800"/>
                <a:gd name="connsiteY11" fmla="*/ 919925 h 2452020"/>
                <a:gd name="connsiteX12" fmla="*/ 3081719 w 3356800"/>
                <a:gd name="connsiteY12" fmla="*/ 687419 h 2452020"/>
                <a:gd name="connsiteX13" fmla="*/ 3356800 w 3356800"/>
                <a:gd name="connsiteY13" fmla="*/ 0 h 2452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356800" h="2452020">
                  <a:moveTo>
                    <a:pt x="0" y="2452021"/>
                  </a:moveTo>
                  <a:cubicBezTo>
                    <a:pt x="0" y="2452021"/>
                    <a:pt x="57150" y="2344198"/>
                    <a:pt x="130874" y="2247710"/>
                  </a:cubicBezTo>
                  <a:cubicBezTo>
                    <a:pt x="218694" y="2132648"/>
                    <a:pt x="328136" y="2036635"/>
                    <a:pt x="437197" y="1941195"/>
                  </a:cubicBezTo>
                  <a:cubicBezTo>
                    <a:pt x="529304" y="1860709"/>
                    <a:pt x="623030" y="1779556"/>
                    <a:pt x="737140" y="1736884"/>
                  </a:cubicBezTo>
                  <a:cubicBezTo>
                    <a:pt x="830866" y="1701736"/>
                    <a:pt x="932021" y="1695450"/>
                    <a:pt x="1031843" y="1685068"/>
                  </a:cubicBezTo>
                  <a:cubicBezTo>
                    <a:pt x="1117092" y="1676210"/>
                    <a:pt x="1202055" y="1665160"/>
                    <a:pt x="1287304" y="1655826"/>
                  </a:cubicBezTo>
                  <a:cubicBezTo>
                    <a:pt x="1348931" y="1649063"/>
                    <a:pt x="1410653" y="1643539"/>
                    <a:pt x="1471994" y="1634300"/>
                  </a:cubicBezTo>
                  <a:cubicBezTo>
                    <a:pt x="1618679" y="1612011"/>
                    <a:pt x="1761935" y="1571149"/>
                    <a:pt x="1898237" y="1512665"/>
                  </a:cubicBezTo>
                  <a:cubicBezTo>
                    <a:pt x="2010442" y="1464564"/>
                    <a:pt x="2117503" y="1405128"/>
                    <a:pt x="2229136" y="1355598"/>
                  </a:cubicBezTo>
                  <a:cubicBezTo>
                    <a:pt x="2322481" y="1314164"/>
                    <a:pt x="2418969" y="1280160"/>
                    <a:pt x="2512314" y="1238631"/>
                  </a:cubicBezTo>
                  <a:cubicBezTo>
                    <a:pt x="2599087" y="1199960"/>
                    <a:pt x="2683193" y="1154811"/>
                    <a:pt x="2758535" y="1096994"/>
                  </a:cubicBezTo>
                  <a:cubicBezTo>
                    <a:pt x="2825020" y="1046035"/>
                    <a:pt x="2883789" y="985837"/>
                    <a:pt x="2935510" y="919925"/>
                  </a:cubicBezTo>
                  <a:cubicBezTo>
                    <a:pt x="2992184" y="847725"/>
                    <a:pt x="3039904" y="769144"/>
                    <a:pt x="3081719" y="687419"/>
                  </a:cubicBezTo>
                  <a:cubicBezTo>
                    <a:pt x="3138297" y="576739"/>
                    <a:pt x="3314129" y="116776"/>
                    <a:pt x="335680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 useBgFill="1">
        <p:nvSpPr>
          <p:cNvPr id="108" name="Rectangle 107">
            <a:extLst>
              <a:ext uri="{FF2B5EF4-FFF2-40B4-BE49-F238E27FC236}">
                <a16:creationId xmlns:a16="http://schemas.microsoft.com/office/drawing/2014/main" id="{2DAE2F4F-2D87-F3AD-C6FD-0179FC09D5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1D8BAC2D-B471-1F4C-F022-552667770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110" name="Top Left">
            <a:extLst>
              <a:ext uri="{FF2B5EF4-FFF2-40B4-BE49-F238E27FC236}">
                <a16:creationId xmlns:a16="http://schemas.microsoft.com/office/drawing/2014/main" id="{CF6EC474-8335-785C-618C-5870863387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-3086"/>
            <a:ext cx="2198951" cy="3349518"/>
            <a:chOff x="10849" y="-3086"/>
            <a:chExt cx="2198951" cy="3349518"/>
          </a:xfrm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358D07B1-566D-26F9-D8A0-2D66B27A5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CF3D9C12-2128-45D8-0CED-F7B4D77ECE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D37FBC0C-D81F-4288-89AB-7FF219797E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7024FB59-B5EA-1EC5-80D2-E1FCE9ED2A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1730F80F-9447-4B6C-BB38-F4008861AB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09016F76-4AD3-5F87-A0E0-F360F0E8FB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5E56F413-701E-9319-C789-8C3B81323B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3ACE159-2D02-C580-440C-1B0DE5FE5F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2" name="Title 11">
            <a:extLst>
              <a:ext uri="{FF2B5EF4-FFF2-40B4-BE49-F238E27FC236}">
                <a16:creationId xmlns:a16="http://schemas.microsoft.com/office/drawing/2014/main" id="{C47C7CE5-CA92-FC4E-9026-8A8E87160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1" y="559813"/>
            <a:ext cx="9988166" cy="166457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kern="1200" dirty="0">
                <a:latin typeface="+mj-lt"/>
                <a:ea typeface="+mj-ea"/>
                <a:cs typeface="+mj-cs"/>
              </a:rPr>
              <a:t>What </a:t>
            </a:r>
            <a:r>
              <a:rPr lang="en-US" dirty="0"/>
              <a:t>is </a:t>
            </a:r>
            <a:r>
              <a:rPr lang="en-US" dirty="0" err="1"/>
              <a:t>MobileNet</a:t>
            </a:r>
            <a:r>
              <a:rPr lang="en-US" kern="1200" dirty="0">
                <a:latin typeface="+mj-lt"/>
                <a:ea typeface="+mj-ea"/>
                <a:cs typeface="+mj-cs"/>
              </a:rPr>
              <a:t>?</a:t>
            </a:r>
          </a:p>
        </p:txBody>
      </p:sp>
      <p:grpSp>
        <p:nvGrpSpPr>
          <p:cNvPr id="111" name="Bottom Right">
            <a:extLst>
              <a:ext uri="{FF2B5EF4-FFF2-40B4-BE49-F238E27FC236}">
                <a16:creationId xmlns:a16="http://schemas.microsoft.com/office/drawing/2014/main" id="{A1A7AE3E-676C-D302-201F-844490C22B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1DD21611-9BD1-86D8-0CC5-8E2A96DE3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39256" y="6178637"/>
              <a:ext cx="1482102" cy="67936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grpSp>
          <p:nvGrpSpPr>
            <p:cNvPr id="60" name="Graphic 157">
              <a:extLst>
                <a:ext uri="{FF2B5EF4-FFF2-40B4-BE49-F238E27FC236}">
                  <a16:creationId xmlns:a16="http://schemas.microsoft.com/office/drawing/2014/main" id="{7D15C8BA-FA98-206C-2A81-A5A95114FA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ACB32052-736C-3F98-0E43-7DE55241A03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70542408-BCF4-822A-DC0D-FB5658935ED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6EFF181B-2C98-18AF-C0EA-E66D4FD6EDB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B34D8234-A545-964D-E0DF-13928C7C62E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2F50C600-979C-D0E8-F4B1-3F9DD527CAB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7B4499D9-A8CF-A077-4CA9-E7C03759DEC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C1DAA4A8-683B-12D4-CD7E-E00B983269A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5B511AF4-5BAE-5763-FFB7-9BA9B12AC5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D189EE5C-2DBD-57A5-C7B1-6756448798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5754" y="2384474"/>
            <a:ext cx="9987523" cy="3728613"/>
          </a:xfrm>
          <a:prstGeom prst="round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algn="just">
              <a:lnSpc>
                <a:spcPct val="150000"/>
              </a:lnSpc>
              <a:buFont typeface="Avenir Next LT Pro" panose="020B0504020202020204" pitchFamily="34" charset="0"/>
              <a:buChar char="+"/>
            </a:pPr>
            <a:r>
              <a:rPr lang="en-US" dirty="0" err="1">
                <a:ea typeface="+mn-lt"/>
                <a:cs typeface="+mn-lt"/>
              </a:rPr>
              <a:t>MobileNet</a:t>
            </a:r>
            <a:r>
              <a:rPr lang="en-US" dirty="0">
                <a:ea typeface="+mn-lt"/>
                <a:cs typeface="+mn-lt"/>
              </a:rPr>
              <a:t> is a family of convolutional neural network (CNN) architectures designed for image classification, object detection, and other computer vision tasks.</a:t>
            </a:r>
            <a:endParaRPr lang="en-US" dirty="0"/>
          </a:p>
          <a:p>
            <a:pPr indent="-228600" algn="just">
              <a:lnSpc>
                <a:spcPct val="150000"/>
              </a:lnSpc>
              <a:buChar char="+"/>
            </a:pPr>
            <a:r>
              <a:rPr lang="en-US" dirty="0">
                <a:ea typeface="+mn-lt"/>
                <a:cs typeface="+mn-lt"/>
              </a:rPr>
              <a:t>They are designed for small size, low latency, and low power consumption, making them suitable for on-device inference and edge computing on resource-constrained devices like mobile phones and embedded systems.</a:t>
            </a:r>
            <a:endParaRPr lang="en-US" dirty="0"/>
          </a:p>
          <a:p>
            <a:pPr indent="-228600" algn="just">
              <a:lnSpc>
                <a:spcPct val="150000"/>
              </a:lnSpc>
              <a:buChar char="+"/>
            </a:pPr>
            <a:r>
              <a:rPr lang="en-US" dirty="0">
                <a:ea typeface="+mn-lt"/>
                <a:cs typeface="+mn-lt"/>
              </a:rPr>
              <a:t>They were originally designed to be run efficiently on mobile devices with TensorFlow Lite.</a:t>
            </a:r>
            <a:endParaRPr lang="en-US" dirty="0"/>
          </a:p>
          <a:p>
            <a:pPr indent="-228600" algn="just">
              <a:lnSpc>
                <a:spcPct val="150000"/>
              </a:lnSpc>
              <a:buChar char="+"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A8210D-D6C2-7A7D-8EA1-1D3141B6D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6000" y="6356350"/>
            <a:ext cx="1447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73B850FF-6169-4056-8077-06FFA93A5366}" type="slidenum">
              <a:rPr lang="en-US" cap="all" smtClean="0">
                <a:cs typeface="Segoe UI Semilight" panose="020B0402040204020203" pitchFamily="34" charset="0"/>
              </a:rPr>
              <a:pPr>
                <a:spcAft>
                  <a:spcPts val="600"/>
                </a:spcAft>
              </a:pPr>
              <a:t>12</a:t>
            </a:fld>
            <a:endParaRPr lang="en-US" cap="all">
              <a:cs typeface="Segoe UI Semilight" panose="020B04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47083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F5F6B4-76C6-EC6C-5853-378EA217E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 101">
            <a:extLst>
              <a:ext uri="{FF2B5EF4-FFF2-40B4-BE49-F238E27FC236}">
                <a16:creationId xmlns:a16="http://schemas.microsoft.com/office/drawing/2014/main" id="{C101DE4E-1229-1333-A057-7620E604A6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03" name="Freeform: Shape 102">
            <a:extLst>
              <a:ext uri="{FF2B5EF4-FFF2-40B4-BE49-F238E27FC236}">
                <a16:creationId xmlns:a16="http://schemas.microsoft.com/office/drawing/2014/main" id="{ECA65E61-59D2-AAC4-9D66-FFF85CFED3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692844" y="-3086"/>
            <a:ext cx="1326111" cy="59760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rPr>
              <a:t> </a:t>
            </a:r>
          </a:p>
        </p:txBody>
      </p:sp>
      <p:sp>
        <p:nvSpPr>
          <p:cNvPr id="104" name="Freeform: Shape 103">
            <a:extLst>
              <a:ext uri="{FF2B5EF4-FFF2-40B4-BE49-F238E27FC236}">
                <a16:creationId xmlns:a16="http://schemas.microsoft.com/office/drawing/2014/main" id="{CF15E19D-16E2-F287-BBB6-470A643395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9256" y="6172200"/>
            <a:ext cx="1482102" cy="67936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rPr>
              <a:t> </a:t>
            </a:r>
          </a:p>
        </p:txBody>
      </p:sp>
      <p:sp>
        <p:nvSpPr>
          <p:cNvPr id="105" name="Freeform: Shape 104">
            <a:extLst>
              <a:ext uri="{FF2B5EF4-FFF2-40B4-BE49-F238E27FC236}">
                <a16:creationId xmlns:a16="http://schemas.microsoft.com/office/drawing/2014/main" id="{9778873F-D208-7DD4-9CBD-8190E5210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7352" y="5197178"/>
            <a:ext cx="4211600" cy="1660822"/>
          </a:xfrm>
          <a:custGeom>
            <a:avLst/>
            <a:gdLst>
              <a:gd name="connsiteX0" fmla="*/ 4211600 w 4211600"/>
              <a:gd name="connsiteY0" fmla="*/ 0 h 1660822"/>
              <a:gd name="connsiteX1" fmla="*/ 4211600 w 4211600"/>
              <a:gd name="connsiteY1" fmla="*/ 58430 h 1660822"/>
              <a:gd name="connsiteX2" fmla="*/ 4136524 w 4211600"/>
              <a:gd name="connsiteY2" fmla="*/ 208808 h 1660822"/>
              <a:gd name="connsiteX3" fmla="*/ 3973354 w 4211600"/>
              <a:gd name="connsiteY3" fmla="*/ 437313 h 1660822"/>
              <a:gd name="connsiteX4" fmla="*/ 3884746 w 4211600"/>
              <a:gd name="connsiteY4" fmla="*/ 553613 h 1660822"/>
              <a:gd name="connsiteX5" fmla="*/ 3849435 w 4211600"/>
              <a:gd name="connsiteY5" fmla="*/ 603143 h 1660822"/>
              <a:gd name="connsiteX6" fmla="*/ 3661849 w 4211600"/>
              <a:gd name="connsiteY6" fmla="*/ 819075 h 1660822"/>
              <a:gd name="connsiteX7" fmla="*/ 3402589 w 4211600"/>
              <a:gd name="connsiteY7" fmla="*/ 952996 h 1660822"/>
              <a:gd name="connsiteX8" fmla="*/ 3130202 w 4211600"/>
              <a:gd name="connsiteY8" fmla="*/ 1023386 h 1660822"/>
              <a:gd name="connsiteX9" fmla="*/ 2914657 w 4211600"/>
              <a:gd name="connsiteY9" fmla="*/ 1068058 h 1660822"/>
              <a:gd name="connsiteX10" fmla="*/ 2582149 w 4211600"/>
              <a:gd name="connsiteY10" fmla="*/ 1138924 h 1660822"/>
              <a:gd name="connsiteX11" fmla="*/ 2483958 w 4211600"/>
              <a:gd name="connsiteY11" fmla="*/ 1162356 h 1660822"/>
              <a:gd name="connsiteX12" fmla="*/ 2123750 w 4211600"/>
              <a:gd name="connsiteY12" fmla="*/ 1238651 h 1660822"/>
              <a:gd name="connsiteX13" fmla="*/ 1761444 w 4211600"/>
              <a:gd name="connsiteY13" fmla="*/ 1273417 h 1660822"/>
              <a:gd name="connsiteX14" fmla="*/ 1608382 w 4211600"/>
              <a:gd name="connsiteY14" fmla="*/ 1284466 h 1660822"/>
              <a:gd name="connsiteX15" fmla="*/ 999942 w 4211600"/>
              <a:gd name="connsiteY15" fmla="*/ 1354284 h 1660822"/>
              <a:gd name="connsiteX16" fmla="*/ 484705 w 4211600"/>
              <a:gd name="connsiteY16" fmla="*/ 1450487 h 1660822"/>
              <a:gd name="connsiteX17" fmla="*/ 113310 w 4211600"/>
              <a:gd name="connsiteY17" fmla="*/ 1613700 h 1660822"/>
              <a:gd name="connsiteX18" fmla="*/ 39668 w 4211600"/>
              <a:gd name="connsiteY18" fmla="*/ 1660822 h 1660822"/>
              <a:gd name="connsiteX19" fmla="*/ 0 w 4211600"/>
              <a:gd name="connsiteY19" fmla="*/ 1660822 h 1660822"/>
              <a:gd name="connsiteX20" fmla="*/ 96701 w 4211600"/>
              <a:gd name="connsiteY20" fmla="*/ 1598934 h 1660822"/>
              <a:gd name="connsiteX21" fmla="*/ 474335 w 4211600"/>
              <a:gd name="connsiteY21" fmla="*/ 1433056 h 1660822"/>
              <a:gd name="connsiteX22" fmla="*/ 994299 w 4211600"/>
              <a:gd name="connsiteY22" fmla="*/ 1335806 h 1660822"/>
              <a:gd name="connsiteX23" fmla="*/ 1605231 w 4211600"/>
              <a:gd name="connsiteY23" fmla="*/ 1265702 h 1660822"/>
              <a:gd name="connsiteX24" fmla="*/ 1758819 w 4211600"/>
              <a:gd name="connsiteY24" fmla="*/ 1254558 h 1660822"/>
              <a:gd name="connsiteX25" fmla="*/ 2118106 w 4211600"/>
              <a:gd name="connsiteY25" fmla="*/ 1220077 h 1660822"/>
              <a:gd name="connsiteX26" fmla="*/ 2475557 w 4211600"/>
              <a:gd name="connsiteY26" fmla="*/ 1144353 h 1660822"/>
              <a:gd name="connsiteX27" fmla="*/ 2573878 w 4211600"/>
              <a:gd name="connsiteY27" fmla="*/ 1120827 h 1660822"/>
              <a:gd name="connsiteX28" fmla="*/ 2907437 w 4211600"/>
              <a:gd name="connsiteY28" fmla="*/ 1049675 h 1660822"/>
              <a:gd name="connsiteX29" fmla="*/ 3122589 w 4211600"/>
              <a:gd name="connsiteY29" fmla="*/ 1005098 h 1660822"/>
              <a:gd name="connsiteX30" fmla="*/ 3391169 w 4211600"/>
              <a:gd name="connsiteY30" fmla="*/ 935756 h 1660822"/>
              <a:gd name="connsiteX31" fmla="*/ 3642290 w 4211600"/>
              <a:gd name="connsiteY31" fmla="*/ 806216 h 1660822"/>
              <a:gd name="connsiteX32" fmla="*/ 3825937 w 4211600"/>
              <a:gd name="connsiteY32" fmla="*/ 594475 h 1660822"/>
              <a:gd name="connsiteX33" fmla="*/ 3861381 w 4211600"/>
              <a:gd name="connsiteY33" fmla="*/ 544755 h 1660822"/>
              <a:gd name="connsiteX34" fmla="*/ 3950381 w 4211600"/>
              <a:gd name="connsiteY34" fmla="*/ 427978 h 1660822"/>
              <a:gd name="connsiteX35" fmla="*/ 4112370 w 4211600"/>
              <a:gd name="connsiteY35" fmla="*/ 201378 h 1660822"/>
              <a:gd name="connsiteX36" fmla="*/ 4195989 w 4211600"/>
              <a:gd name="connsiteY36" fmla="*/ 33834 h 1660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211600" h="1660822">
                <a:moveTo>
                  <a:pt x="4211600" y="0"/>
                </a:moveTo>
                <a:lnTo>
                  <a:pt x="4211600" y="58430"/>
                </a:lnTo>
                <a:lnTo>
                  <a:pt x="4136524" y="208808"/>
                </a:lnTo>
                <a:cubicBezTo>
                  <a:pt x="4089791" y="287770"/>
                  <a:pt x="4030588" y="363780"/>
                  <a:pt x="3973354" y="437313"/>
                </a:cubicBezTo>
                <a:cubicBezTo>
                  <a:pt x="3943819" y="475222"/>
                  <a:pt x="3913231" y="514465"/>
                  <a:pt x="3884746" y="553613"/>
                </a:cubicBezTo>
                <a:cubicBezTo>
                  <a:pt x="3872801" y="569996"/>
                  <a:pt x="3861119" y="586569"/>
                  <a:pt x="3849435" y="603143"/>
                </a:cubicBezTo>
                <a:cubicBezTo>
                  <a:pt x="3796665" y="678009"/>
                  <a:pt x="3742187" y="755352"/>
                  <a:pt x="3661849" y="819075"/>
                </a:cubicBezTo>
                <a:cubicBezTo>
                  <a:pt x="3596214" y="871176"/>
                  <a:pt x="3509050" y="916230"/>
                  <a:pt x="3402589" y="952996"/>
                </a:cubicBezTo>
                <a:cubicBezTo>
                  <a:pt x="3312406" y="984048"/>
                  <a:pt x="3215660" y="1005003"/>
                  <a:pt x="3130202" y="1023386"/>
                </a:cubicBezTo>
                <a:cubicBezTo>
                  <a:pt x="3058529" y="1038816"/>
                  <a:pt x="2985412" y="1053675"/>
                  <a:pt x="2914657" y="1068058"/>
                </a:cubicBezTo>
                <a:cubicBezTo>
                  <a:pt x="2805176" y="1090251"/>
                  <a:pt x="2692021" y="1113207"/>
                  <a:pt x="2582149" y="1138924"/>
                </a:cubicBezTo>
                <a:cubicBezTo>
                  <a:pt x="2549330" y="1146639"/>
                  <a:pt x="2516644" y="1154450"/>
                  <a:pt x="2483958" y="1162356"/>
                </a:cubicBezTo>
                <a:cubicBezTo>
                  <a:pt x="2367257" y="1190550"/>
                  <a:pt x="2246621" y="1219601"/>
                  <a:pt x="2123750" y="1238651"/>
                </a:cubicBezTo>
                <a:cubicBezTo>
                  <a:pt x="2004294" y="1257129"/>
                  <a:pt x="1880769" y="1265416"/>
                  <a:pt x="1761444" y="1273417"/>
                </a:cubicBezTo>
                <a:cubicBezTo>
                  <a:pt x="1711167" y="1276751"/>
                  <a:pt x="1659184" y="1280275"/>
                  <a:pt x="1608382" y="1284466"/>
                </a:cubicBezTo>
                <a:cubicBezTo>
                  <a:pt x="1408589" y="1300944"/>
                  <a:pt x="1214570" y="1325805"/>
                  <a:pt x="999942" y="1354284"/>
                </a:cubicBezTo>
                <a:cubicBezTo>
                  <a:pt x="826403" y="1377240"/>
                  <a:pt x="647744" y="1400957"/>
                  <a:pt x="484705" y="1450487"/>
                </a:cubicBezTo>
                <a:cubicBezTo>
                  <a:pt x="355831" y="1489635"/>
                  <a:pt x="231387" y="1544374"/>
                  <a:pt x="113310" y="1613700"/>
                </a:cubicBezTo>
                <a:lnTo>
                  <a:pt x="39668" y="1660822"/>
                </a:lnTo>
                <a:lnTo>
                  <a:pt x="0" y="1660822"/>
                </a:lnTo>
                <a:lnTo>
                  <a:pt x="96701" y="1598934"/>
                </a:lnTo>
                <a:cubicBezTo>
                  <a:pt x="216635" y="1528533"/>
                  <a:pt x="343196" y="1472919"/>
                  <a:pt x="474335" y="1433056"/>
                </a:cubicBezTo>
                <a:cubicBezTo>
                  <a:pt x="639999" y="1382669"/>
                  <a:pt x="820102" y="1358856"/>
                  <a:pt x="994299" y="1335806"/>
                </a:cubicBezTo>
                <a:cubicBezTo>
                  <a:pt x="1210239" y="1307231"/>
                  <a:pt x="1404650" y="1282275"/>
                  <a:pt x="1605231" y="1265702"/>
                </a:cubicBezTo>
                <a:cubicBezTo>
                  <a:pt x="1656428" y="1261511"/>
                  <a:pt x="1708411" y="1257987"/>
                  <a:pt x="1758819" y="1254558"/>
                </a:cubicBezTo>
                <a:cubicBezTo>
                  <a:pt x="1877487" y="1246557"/>
                  <a:pt x="2000094" y="1238365"/>
                  <a:pt x="2118106" y="1220077"/>
                </a:cubicBezTo>
                <a:cubicBezTo>
                  <a:pt x="2239531" y="1201313"/>
                  <a:pt x="2359513" y="1172357"/>
                  <a:pt x="2475557" y="1144353"/>
                </a:cubicBezTo>
                <a:cubicBezTo>
                  <a:pt x="2508243" y="1136448"/>
                  <a:pt x="2541060" y="1128542"/>
                  <a:pt x="2573878" y="1120827"/>
                </a:cubicBezTo>
                <a:cubicBezTo>
                  <a:pt x="2684276" y="1094919"/>
                  <a:pt x="2797694" y="1071963"/>
                  <a:pt x="2907437" y="1049675"/>
                </a:cubicBezTo>
                <a:cubicBezTo>
                  <a:pt x="2978061" y="1035387"/>
                  <a:pt x="3051178" y="1020528"/>
                  <a:pt x="3122589" y="1005098"/>
                </a:cubicBezTo>
                <a:cubicBezTo>
                  <a:pt x="3206997" y="986810"/>
                  <a:pt x="3302823" y="966141"/>
                  <a:pt x="3391169" y="935756"/>
                </a:cubicBezTo>
                <a:cubicBezTo>
                  <a:pt x="3494479" y="900132"/>
                  <a:pt x="3578886" y="856508"/>
                  <a:pt x="3642290" y="806216"/>
                </a:cubicBezTo>
                <a:cubicBezTo>
                  <a:pt x="3720133" y="744303"/>
                  <a:pt x="3773953" y="668103"/>
                  <a:pt x="3825937" y="594475"/>
                </a:cubicBezTo>
                <a:cubicBezTo>
                  <a:pt x="3837621" y="577902"/>
                  <a:pt x="3849435" y="561233"/>
                  <a:pt x="3861381" y="544755"/>
                </a:cubicBezTo>
                <a:cubicBezTo>
                  <a:pt x="3889997" y="505416"/>
                  <a:pt x="3920715" y="465983"/>
                  <a:pt x="3950381" y="427978"/>
                </a:cubicBezTo>
                <a:cubicBezTo>
                  <a:pt x="4007353" y="354921"/>
                  <a:pt x="4066163" y="279388"/>
                  <a:pt x="4112370" y="201378"/>
                </a:cubicBezTo>
                <a:cubicBezTo>
                  <a:pt x="4144662" y="146800"/>
                  <a:pt x="4170785" y="89364"/>
                  <a:pt x="4195989" y="3383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06" name="Graphic 141">
            <a:extLst>
              <a:ext uri="{FF2B5EF4-FFF2-40B4-BE49-F238E27FC236}">
                <a16:creationId xmlns:a16="http://schemas.microsoft.com/office/drawing/2014/main" id="{5440C5D7-ADDD-8371-7CEC-C371F7D69F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15178"/>
            <a:ext cx="2198951" cy="3331254"/>
            <a:chOff x="4473129" y="923925"/>
            <a:chExt cx="3308947" cy="5012817"/>
          </a:xfrm>
          <a:noFill/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147A0E66-A5AF-6FB2-1657-3FE1896AE6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85988" y="924020"/>
              <a:ext cx="3296088" cy="5012722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3C86A1C5-47C5-F460-D393-2528A15CD6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923925"/>
              <a:ext cx="2977477" cy="462714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3C3FDDF2-DA53-1296-8FCB-4469C1220D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94561" y="923925"/>
              <a:ext cx="2356712" cy="4118991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BFEDFA1E-EB26-2EC5-1B7C-57D85DB6D7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923925"/>
              <a:ext cx="2059193" cy="3980116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7AD504E1-3693-AC12-DD48-D6106E7A49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85131" y="1719357"/>
              <a:ext cx="743796" cy="2867501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D64F8A97-8CEE-FF00-3AF0-4FF7B5D97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1912731"/>
              <a:ext cx="597294" cy="2543540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13DCF5A8-AC92-A9E6-5270-C1F3936202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91417" y="2227197"/>
              <a:ext cx="389425" cy="2011236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07" name="Graphic 157">
            <a:extLst>
              <a:ext uri="{FF2B5EF4-FFF2-40B4-BE49-F238E27FC236}">
                <a16:creationId xmlns:a16="http://schemas.microsoft.com/office/drawing/2014/main" id="{D9E57C0C-96F2-8441-6FCD-A9CB61AD39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610600" y="3276600"/>
            <a:ext cx="3529260" cy="3581398"/>
            <a:chOff x="4114800" y="1423987"/>
            <a:chExt cx="3961542" cy="4007547"/>
          </a:xfrm>
          <a:noFill/>
        </p:grpSpPr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D64DEB8D-1F60-643E-5F5C-DF769ABD2F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114800" y="1423987"/>
              <a:ext cx="3946874" cy="3989641"/>
            </a:xfrm>
            <a:custGeom>
              <a:avLst/>
              <a:gdLst>
                <a:gd name="connsiteX0" fmla="*/ 0 w 3946874"/>
                <a:gd name="connsiteY0" fmla="*/ 3989641 h 3989641"/>
                <a:gd name="connsiteX1" fmla="*/ 79439 w 3946874"/>
                <a:gd name="connsiteY1" fmla="*/ 3891153 h 3989641"/>
                <a:gd name="connsiteX2" fmla="*/ 297371 w 3946874"/>
                <a:gd name="connsiteY2" fmla="*/ 3626930 h 3989641"/>
                <a:gd name="connsiteX3" fmla="*/ 454343 w 3946874"/>
                <a:gd name="connsiteY3" fmla="*/ 3440335 h 3989641"/>
                <a:gd name="connsiteX4" fmla="*/ 622363 w 3946874"/>
                <a:gd name="connsiteY4" fmla="*/ 3290697 h 3989641"/>
                <a:gd name="connsiteX5" fmla="*/ 927068 w 3946874"/>
                <a:gd name="connsiteY5" fmla="*/ 3087434 h 3989641"/>
                <a:gd name="connsiteX6" fmla="*/ 1176338 w 3946874"/>
                <a:gd name="connsiteY6" fmla="*/ 2915603 h 3989641"/>
                <a:gd name="connsiteX7" fmla="*/ 1394270 w 3946874"/>
                <a:gd name="connsiteY7" fmla="*/ 2780729 h 3989641"/>
                <a:gd name="connsiteX8" fmla="*/ 1601057 w 3946874"/>
                <a:gd name="connsiteY8" fmla="*/ 2723483 h 3989641"/>
                <a:gd name="connsiteX9" fmla="*/ 1756220 w 3946874"/>
                <a:gd name="connsiteY9" fmla="*/ 2743772 h 3989641"/>
                <a:gd name="connsiteX10" fmla="*/ 1889189 w 3946874"/>
                <a:gd name="connsiteY10" fmla="*/ 2765965 h 3989641"/>
                <a:gd name="connsiteX11" fmla="*/ 2007394 w 3946874"/>
                <a:gd name="connsiteY11" fmla="*/ 2765965 h 3989641"/>
                <a:gd name="connsiteX12" fmla="*/ 2184654 w 3946874"/>
                <a:gd name="connsiteY12" fmla="*/ 2671763 h 3989641"/>
                <a:gd name="connsiteX13" fmla="*/ 2372773 w 3946874"/>
                <a:gd name="connsiteY13" fmla="*/ 2538984 h 3989641"/>
                <a:gd name="connsiteX14" fmla="*/ 2439543 w 3946874"/>
                <a:gd name="connsiteY14" fmla="*/ 2510504 h 3989641"/>
                <a:gd name="connsiteX15" fmla="*/ 2650617 w 3946874"/>
                <a:gd name="connsiteY15" fmla="*/ 2434781 h 3989641"/>
                <a:gd name="connsiteX16" fmla="*/ 2785110 w 3946874"/>
                <a:gd name="connsiteY16" fmla="*/ 2383060 h 3989641"/>
                <a:gd name="connsiteX17" fmla="*/ 2897315 w 3946874"/>
                <a:gd name="connsiteY17" fmla="*/ 2318861 h 3989641"/>
                <a:gd name="connsiteX18" fmla="*/ 2997994 w 3946874"/>
                <a:gd name="connsiteY18" fmla="*/ 2226183 h 3989641"/>
                <a:gd name="connsiteX19" fmla="*/ 3061240 w 3946874"/>
                <a:gd name="connsiteY19" fmla="*/ 2141506 h 3989641"/>
                <a:gd name="connsiteX20" fmla="*/ 3152108 w 3946874"/>
                <a:gd name="connsiteY20" fmla="*/ 2005203 h 3989641"/>
                <a:gd name="connsiteX21" fmla="*/ 3274124 w 3946874"/>
                <a:gd name="connsiteY21" fmla="*/ 1871567 h 3989641"/>
                <a:gd name="connsiteX22" fmla="*/ 3388138 w 3946874"/>
                <a:gd name="connsiteY22" fmla="*/ 1770888 h 3989641"/>
                <a:gd name="connsiteX23" fmla="*/ 3466529 w 3946874"/>
                <a:gd name="connsiteY23" fmla="*/ 1679162 h 3989641"/>
                <a:gd name="connsiteX24" fmla="*/ 3538633 w 3946874"/>
                <a:gd name="connsiteY24" fmla="*/ 1551718 h 3989641"/>
                <a:gd name="connsiteX25" fmla="*/ 3588544 w 3946874"/>
                <a:gd name="connsiteY25" fmla="*/ 1376172 h 3989641"/>
                <a:gd name="connsiteX26" fmla="*/ 3597402 w 3946874"/>
                <a:gd name="connsiteY26" fmla="*/ 1293305 h 3989641"/>
                <a:gd name="connsiteX27" fmla="*/ 3721227 w 3946874"/>
                <a:gd name="connsiteY27" fmla="*/ 880491 h 3989641"/>
                <a:gd name="connsiteX28" fmla="*/ 3761137 w 3946874"/>
                <a:gd name="connsiteY28" fmla="*/ 463677 h 3989641"/>
                <a:gd name="connsiteX29" fmla="*/ 3946874 w 3946874"/>
                <a:gd name="connsiteY29" fmla="*/ 0 h 3989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946874" h="3989641">
                  <a:moveTo>
                    <a:pt x="0" y="3989641"/>
                  </a:moveTo>
                  <a:cubicBezTo>
                    <a:pt x="19050" y="3957257"/>
                    <a:pt x="50959" y="3916013"/>
                    <a:pt x="79439" y="3891153"/>
                  </a:cubicBezTo>
                  <a:cubicBezTo>
                    <a:pt x="165544" y="3815906"/>
                    <a:pt x="227933" y="3717989"/>
                    <a:pt x="297371" y="3626930"/>
                  </a:cubicBezTo>
                  <a:cubicBezTo>
                    <a:pt x="346615" y="3562255"/>
                    <a:pt x="398050" y="3499009"/>
                    <a:pt x="454343" y="3440335"/>
                  </a:cubicBezTo>
                  <a:cubicBezTo>
                    <a:pt x="506349" y="3386042"/>
                    <a:pt x="562642" y="3336227"/>
                    <a:pt x="622363" y="3290697"/>
                  </a:cubicBezTo>
                  <a:cubicBezTo>
                    <a:pt x="719519" y="3216688"/>
                    <a:pt x="824960" y="3154585"/>
                    <a:pt x="927068" y="3087434"/>
                  </a:cubicBezTo>
                  <a:cubicBezTo>
                    <a:pt x="1011365" y="3031998"/>
                    <a:pt x="1093565" y="2973324"/>
                    <a:pt x="1176338" y="2915603"/>
                  </a:cubicBezTo>
                  <a:cubicBezTo>
                    <a:pt x="1246537" y="2866644"/>
                    <a:pt x="1317308" y="2818066"/>
                    <a:pt x="1394270" y="2780729"/>
                  </a:cubicBezTo>
                  <a:cubicBezTo>
                    <a:pt x="1459421" y="2749106"/>
                    <a:pt x="1528763" y="2724436"/>
                    <a:pt x="1601057" y="2723483"/>
                  </a:cubicBezTo>
                  <a:cubicBezTo>
                    <a:pt x="1653350" y="2722721"/>
                    <a:pt x="1704785" y="2733485"/>
                    <a:pt x="1756220" y="2743772"/>
                  </a:cubicBezTo>
                  <a:cubicBezTo>
                    <a:pt x="1800320" y="2752630"/>
                    <a:pt x="1844612" y="2760250"/>
                    <a:pt x="1889189" y="2765965"/>
                  </a:cubicBezTo>
                  <a:cubicBezTo>
                    <a:pt x="1928622" y="2771013"/>
                    <a:pt x="1968437" y="2773299"/>
                    <a:pt x="2007394" y="2765965"/>
                  </a:cubicBezTo>
                  <a:cubicBezTo>
                    <a:pt x="2073878" y="2753487"/>
                    <a:pt x="2130647" y="2712911"/>
                    <a:pt x="2184654" y="2671763"/>
                  </a:cubicBezTo>
                  <a:cubicBezTo>
                    <a:pt x="2245900" y="2625090"/>
                    <a:pt x="2304002" y="2573465"/>
                    <a:pt x="2372773" y="2538984"/>
                  </a:cubicBezTo>
                  <a:cubicBezTo>
                    <a:pt x="2394395" y="2528126"/>
                    <a:pt x="2416874" y="2518982"/>
                    <a:pt x="2439543" y="2510504"/>
                  </a:cubicBezTo>
                  <a:cubicBezTo>
                    <a:pt x="2509552" y="2484215"/>
                    <a:pt x="2580037" y="2459450"/>
                    <a:pt x="2650617" y="2434781"/>
                  </a:cubicBezTo>
                  <a:cubicBezTo>
                    <a:pt x="2695956" y="2418874"/>
                    <a:pt x="2741295" y="2402872"/>
                    <a:pt x="2785110" y="2383060"/>
                  </a:cubicBezTo>
                  <a:cubicBezTo>
                    <a:pt x="2824448" y="2365248"/>
                    <a:pt x="2862358" y="2344198"/>
                    <a:pt x="2897315" y="2318861"/>
                  </a:cubicBezTo>
                  <a:cubicBezTo>
                    <a:pt x="2934367" y="2292096"/>
                    <a:pt x="2968085" y="2260854"/>
                    <a:pt x="2997994" y="2226183"/>
                  </a:cubicBezTo>
                  <a:cubicBezTo>
                    <a:pt x="3020949" y="2199513"/>
                    <a:pt x="3041714" y="2170938"/>
                    <a:pt x="3061240" y="2141506"/>
                  </a:cubicBezTo>
                  <a:cubicBezTo>
                    <a:pt x="3091529" y="2095976"/>
                    <a:pt x="3119533" y="2049018"/>
                    <a:pt x="3152108" y="2005203"/>
                  </a:cubicBezTo>
                  <a:cubicBezTo>
                    <a:pt x="3188113" y="1956626"/>
                    <a:pt x="3229261" y="1912144"/>
                    <a:pt x="3274124" y="1871567"/>
                  </a:cubicBezTo>
                  <a:cubicBezTo>
                    <a:pt x="3311747" y="1837563"/>
                    <a:pt x="3351848" y="1806321"/>
                    <a:pt x="3388138" y="1770888"/>
                  </a:cubicBezTo>
                  <a:cubicBezTo>
                    <a:pt x="3416999" y="1742694"/>
                    <a:pt x="3443002" y="1711833"/>
                    <a:pt x="3466529" y="1679162"/>
                  </a:cubicBezTo>
                  <a:cubicBezTo>
                    <a:pt x="3495008" y="1639348"/>
                    <a:pt x="3519392" y="1596771"/>
                    <a:pt x="3538633" y="1551718"/>
                  </a:cubicBezTo>
                  <a:cubicBezTo>
                    <a:pt x="3562731" y="1495616"/>
                    <a:pt x="3578924" y="1436465"/>
                    <a:pt x="3588544" y="1376172"/>
                  </a:cubicBezTo>
                  <a:cubicBezTo>
                    <a:pt x="3592925" y="1348740"/>
                    <a:pt x="3595688" y="1321022"/>
                    <a:pt x="3597402" y="1293305"/>
                  </a:cubicBezTo>
                  <a:cubicBezTo>
                    <a:pt x="3605974" y="1155859"/>
                    <a:pt x="3717703" y="1018127"/>
                    <a:pt x="3721227" y="880491"/>
                  </a:cubicBezTo>
                  <a:cubicBezTo>
                    <a:pt x="3724751" y="740855"/>
                    <a:pt x="3743135" y="602171"/>
                    <a:pt x="3761137" y="463677"/>
                  </a:cubicBezTo>
                  <a:cubicBezTo>
                    <a:pt x="3776186" y="347758"/>
                    <a:pt x="3934968" y="116205"/>
                    <a:pt x="3946874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526AAD1A-0833-943C-ECB3-5DED10159D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95978" y="2441733"/>
              <a:ext cx="3665410" cy="2985611"/>
            </a:xfrm>
            <a:custGeom>
              <a:avLst/>
              <a:gdLst>
                <a:gd name="connsiteX0" fmla="*/ 0 w 3665410"/>
                <a:gd name="connsiteY0" fmla="*/ 2985611 h 2985611"/>
                <a:gd name="connsiteX1" fmla="*/ 166211 w 3665410"/>
                <a:gd name="connsiteY1" fmla="*/ 2699766 h 2985611"/>
                <a:gd name="connsiteX2" fmla="*/ 397002 w 3665410"/>
                <a:gd name="connsiteY2" fmla="*/ 2414969 h 2985611"/>
                <a:gd name="connsiteX3" fmla="*/ 620173 w 3665410"/>
                <a:gd name="connsiteY3" fmla="*/ 2237899 h 2985611"/>
                <a:gd name="connsiteX4" fmla="*/ 823341 w 3665410"/>
                <a:gd name="connsiteY4" fmla="*/ 2085499 h 2985611"/>
                <a:gd name="connsiteX5" fmla="*/ 1089565 w 3665410"/>
                <a:gd name="connsiteY5" fmla="*/ 1911477 h 2985611"/>
                <a:gd name="connsiteX6" fmla="*/ 1145000 w 3665410"/>
                <a:gd name="connsiteY6" fmla="*/ 1886807 h 2985611"/>
                <a:gd name="connsiteX7" fmla="*/ 1375791 w 3665410"/>
                <a:gd name="connsiteY7" fmla="*/ 1842135 h 2985611"/>
                <a:gd name="connsiteX8" fmla="*/ 1486567 w 3665410"/>
                <a:gd name="connsiteY8" fmla="*/ 1857566 h 2985611"/>
                <a:gd name="connsiteX9" fmla="*/ 1568101 w 3665410"/>
                <a:gd name="connsiteY9" fmla="*/ 1871377 h 2985611"/>
                <a:gd name="connsiteX10" fmla="*/ 1810607 w 3665410"/>
                <a:gd name="connsiteY10" fmla="*/ 1871377 h 2985611"/>
                <a:gd name="connsiteX11" fmla="*/ 1997964 w 3665410"/>
                <a:gd name="connsiteY11" fmla="*/ 1790605 h 2985611"/>
                <a:gd name="connsiteX12" fmla="*/ 2109883 w 3665410"/>
                <a:gd name="connsiteY12" fmla="*/ 1702784 h 2985611"/>
                <a:gd name="connsiteX13" fmla="*/ 2321433 w 3665410"/>
                <a:gd name="connsiteY13" fmla="*/ 1552384 h 2985611"/>
                <a:gd name="connsiteX14" fmla="*/ 2558891 w 3665410"/>
                <a:gd name="connsiteY14" fmla="*/ 1453420 h 2985611"/>
                <a:gd name="connsiteX15" fmla="*/ 2709767 w 3665410"/>
                <a:gd name="connsiteY15" fmla="*/ 1377887 h 2985611"/>
                <a:gd name="connsiteX16" fmla="*/ 2885408 w 3665410"/>
                <a:gd name="connsiteY16" fmla="*/ 1237393 h 2985611"/>
                <a:gd name="connsiteX17" fmla="*/ 3017711 w 3665410"/>
                <a:gd name="connsiteY17" fmla="*/ 1072229 h 2985611"/>
                <a:gd name="connsiteX18" fmla="*/ 3150680 w 3665410"/>
                <a:gd name="connsiteY18" fmla="*/ 921830 h 2985611"/>
                <a:gd name="connsiteX19" fmla="*/ 3255169 w 3665410"/>
                <a:gd name="connsiteY19" fmla="*/ 801815 h 2985611"/>
                <a:gd name="connsiteX20" fmla="*/ 3339275 w 3665410"/>
                <a:gd name="connsiteY20" fmla="*/ 694182 h 2985611"/>
                <a:gd name="connsiteX21" fmla="*/ 3409188 w 3665410"/>
                <a:gd name="connsiteY21" fmla="*/ 546926 h 2985611"/>
                <a:gd name="connsiteX22" fmla="*/ 3464243 w 3665410"/>
                <a:gd name="connsiteY22" fmla="*/ 347663 h 2985611"/>
                <a:gd name="connsiteX23" fmla="*/ 3665411 w 3665410"/>
                <a:gd name="connsiteY23" fmla="*/ 0 h 29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665410" h="2985611">
                  <a:moveTo>
                    <a:pt x="0" y="2985611"/>
                  </a:moveTo>
                  <a:cubicBezTo>
                    <a:pt x="0" y="2985611"/>
                    <a:pt x="86773" y="2802827"/>
                    <a:pt x="166211" y="2699766"/>
                  </a:cubicBezTo>
                  <a:cubicBezTo>
                    <a:pt x="240983" y="2602706"/>
                    <a:pt x="309182" y="2500122"/>
                    <a:pt x="397002" y="2414969"/>
                  </a:cubicBezTo>
                  <a:cubicBezTo>
                    <a:pt x="465296" y="2348865"/>
                    <a:pt x="543592" y="2294477"/>
                    <a:pt x="620173" y="2237899"/>
                  </a:cubicBezTo>
                  <a:cubicBezTo>
                    <a:pt x="688277" y="2187607"/>
                    <a:pt x="755333" y="2135886"/>
                    <a:pt x="823341" y="2085499"/>
                  </a:cubicBezTo>
                  <a:cubicBezTo>
                    <a:pt x="908685" y="2022253"/>
                    <a:pt x="994791" y="1959197"/>
                    <a:pt x="1089565" y="1911477"/>
                  </a:cubicBezTo>
                  <a:cubicBezTo>
                    <a:pt x="1107662" y="1902428"/>
                    <a:pt x="1126141" y="1894141"/>
                    <a:pt x="1145000" y="1886807"/>
                  </a:cubicBezTo>
                  <a:cubicBezTo>
                    <a:pt x="1218819" y="1858232"/>
                    <a:pt x="1296924" y="1838611"/>
                    <a:pt x="1375791" y="1842135"/>
                  </a:cubicBezTo>
                  <a:cubicBezTo>
                    <a:pt x="1413129" y="1843754"/>
                    <a:pt x="1449896" y="1850422"/>
                    <a:pt x="1486567" y="1857566"/>
                  </a:cubicBezTo>
                  <a:cubicBezTo>
                    <a:pt x="1513618" y="1862804"/>
                    <a:pt x="1540859" y="1867376"/>
                    <a:pt x="1568101" y="1871377"/>
                  </a:cubicBezTo>
                  <a:cubicBezTo>
                    <a:pt x="1648778" y="1883188"/>
                    <a:pt x="1730978" y="1887665"/>
                    <a:pt x="1810607" y="1871377"/>
                  </a:cubicBezTo>
                  <a:cubicBezTo>
                    <a:pt x="1877854" y="1857661"/>
                    <a:pt x="1941100" y="1829086"/>
                    <a:pt x="1997964" y="1790605"/>
                  </a:cubicBezTo>
                  <a:cubicBezTo>
                    <a:pt x="2037302" y="1764030"/>
                    <a:pt x="2073497" y="1733264"/>
                    <a:pt x="2109883" y="1702784"/>
                  </a:cubicBezTo>
                  <a:cubicBezTo>
                    <a:pt x="2176367" y="1647063"/>
                    <a:pt x="2244852" y="1593151"/>
                    <a:pt x="2321433" y="1552384"/>
                  </a:cubicBezTo>
                  <a:cubicBezTo>
                    <a:pt x="2397157" y="1512094"/>
                    <a:pt x="2479548" y="1486281"/>
                    <a:pt x="2558891" y="1453420"/>
                  </a:cubicBezTo>
                  <a:cubicBezTo>
                    <a:pt x="2610898" y="1431798"/>
                    <a:pt x="2661571" y="1407033"/>
                    <a:pt x="2709767" y="1377887"/>
                  </a:cubicBezTo>
                  <a:cubicBezTo>
                    <a:pt x="2774252" y="1338929"/>
                    <a:pt x="2834069" y="1292447"/>
                    <a:pt x="2885408" y="1237393"/>
                  </a:cubicBezTo>
                  <a:cubicBezTo>
                    <a:pt x="2933605" y="1185767"/>
                    <a:pt x="2973324" y="1127093"/>
                    <a:pt x="3017711" y="1072229"/>
                  </a:cubicBezTo>
                  <a:cubicBezTo>
                    <a:pt x="3059811" y="1020223"/>
                    <a:pt x="3105912" y="971645"/>
                    <a:pt x="3150680" y="921830"/>
                  </a:cubicBezTo>
                  <a:cubicBezTo>
                    <a:pt x="3186113" y="882396"/>
                    <a:pt x="3220593" y="842010"/>
                    <a:pt x="3255169" y="801815"/>
                  </a:cubicBezTo>
                  <a:cubicBezTo>
                    <a:pt x="3284887" y="767239"/>
                    <a:pt x="3314605" y="732473"/>
                    <a:pt x="3339275" y="694182"/>
                  </a:cubicBezTo>
                  <a:cubicBezTo>
                    <a:pt x="3368707" y="648367"/>
                    <a:pt x="3390138" y="597980"/>
                    <a:pt x="3409188" y="546926"/>
                  </a:cubicBezTo>
                  <a:cubicBezTo>
                    <a:pt x="3433382" y="482156"/>
                    <a:pt x="3453384" y="415861"/>
                    <a:pt x="3464243" y="347663"/>
                  </a:cubicBezTo>
                  <a:cubicBezTo>
                    <a:pt x="3476244" y="272224"/>
                    <a:pt x="3661696" y="76295"/>
                    <a:pt x="366541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3373261B-1039-04CF-58CB-6090AE3D1F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90402" y="5229700"/>
              <a:ext cx="285940" cy="199072"/>
            </a:xfrm>
            <a:custGeom>
              <a:avLst/>
              <a:gdLst>
                <a:gd name="connsiteX0" fmla="*/ 0 w 285940"/>
                <a:gd name="connsiteY0" fmla="*/ 199073 h 199072"/>
                <a:gd name="connsiteX1" fmla="*/ 285940 w 285940"/>
                <a:gd name="connsiteY1" fmla="*/ 0 h 199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85940" h="199072">
                  <a:moveTo>
                    <a:pt x="0" y="199073"/>
                  </a:moveTo>
                  <a:cubicBezTo>
                    <a:pt x="0" y="199073"/>
                    <a:pt x="242125" y="39243"/>
                    <a:pt x="28594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E35A06FF-848B-6DAA-4744-1F6CC560D7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393114" y="5049773"/>
              <a:ext cx="655796" cy="381190"/>
            </a:xfrm>
            <a:custGeom>
              <a:avLst/>
              <a:gdLst>
                <a:gd name="connsiteX0" fmla="*/ 0 w 655796"/>
                <a:gd name="connsiteY0" fmla="*/ 381190 h 381190"/>
                <a:gd name="connsiteX1" fmla="*/ 655796 w 655796"/>
                <a:gd name="connsiteY1" fmla="*/ 0 h 381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5796" h="381190">
                  <a:moveTo>
                    <a:pt x="0" y="381190"/>
                  </a:moveTo>
                  <a:cubicBezTo>
                    <a:pt x="0" y="381190"/>
                    <a:pt x="461105" y="172117"/>
                    <a:pt x="65579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03008B9E-72D4-CECF-B3A5-D757DCA45D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154072" y="3867816"/>
              <a:ext cx="2907315" cy="1544764"/>
            </a:xfrm>
            <a:custGeom>
              <a:avLst/>
              <a:gdLst>
                <a:gd name="connsiteX0" fmla="*/ 0 w 2907315"/>
                <a:gd name="connsiteY0" fmla="*/ 1544764 h 1544764"/>
                <a:gd name="connsiteX1" fmla="*/ 201644 w 2907315"/>
                <a:gd name="connsiteY1" fmla="*/ 1352550 h 1544764"/>
                <a:gd name="connsiteX2" fmla="*/ 423196 w 2907315"/>
                <a:gd name="connsiteY2" fmla="*/ 1196054 h 1544764"/>
                <a:gd name="connsiteX3" fmla="*/ 782193 w 2907315"/>
                <a:gd name="connsiteY3" fmla="*/ 1099947 h 1544764"/>
                <a:gd name="connsiteX4" fmla="*/ 1052513 w 2907315"/>
                <a:gd name="connsiteY4" fmla="*/ 1042321 h 1544764"/>
                <a:gd name="connsiteX5" fmla="*/ 1311783 w 2907315"/>
                <a:gd name="connsiteY5" fmla="*/ 1056037 h 1544764"/>
                <a:gd name="connsiteX6" fmla="*/ 1484662 w 2907315"/>
                <a:gd name="connsiteY6" fmla="*/ 1083469 h 1544764"/>
                <a:gd name="connsiteX7" fmla="*/ 1788224 w 2907315"/>
                <a:gd name="connsiteY7" fmla="*/ 1023080 h 1544764"/>
                <a:gd name="connsiteX8" fmla="*/ 2269045 w 2907315"/>
                <a:gd name="connsiteY8" fmla="*/ 734758 h 1544764"/>
                <a:gd name="connsiteX9" fmla="*/ 2534984 w 2907315"/>
                <a:gd name="connsiteY9" fmla="*/ 572738 h 1544764"/>
                <a:gd name="connsiteX10" fmla="*/ 2907316 w 2907315"/>
                <a:gd name="connsiteY10" fmla="*/ 0 h 1544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7315" h="1544764">
                  <a:moveTo>
                    <a:pt x="0" y="1544764"/>
                  </a:moveTo>
                  <a:cubicBezTo>
                    <a:pt x="0" y="1544764"/>
                    <a:pt x="98012" y="1443990"/>
                    <a:pt x="201644" y="1352550"/>
                  </a:cubicBezTo>
                  <a:cubicBezTo>
                    <a:pt x="271272" y="1291209"/>
                    <a:pt x="343662" y="1234249"/>
                    <a:pt x="423196" y="1196054"/>
                  </a:cubicBezTo>
                  <a:cubicBezTo>
                    <a:pt x="537591" y="1141095"/>
                    <a:pt x="661226" y="1127189"/>
                    <a:pt x="782193" y="1099947"/>
                  </a:cubicBezTo>
                  <a:cubicBezTo>
                    <a:pt x="872300" y="1079659"/>
                    <a:pt x="961358" y="1051370"/>
                    <a:pt x="1052513" y="1042321"/>
                  </a:cubicBezTo>
                  <a:cubicBezTo>
                    <a:pt x="1139000" y="1033653"/>
                    <a:pt x="1225868" y="1040321"/>
                    <a:pt x="1311783" y="1056037"/>
                  </a:cubicBezTo>
                  <a:cubicBezTo>
                    <a:pt x="1369314" y="1066609"/>
                    <a:pt x="1426559" y="1079373"/>
                    <a:pt x="1484662" y="1083469"/>
                  </a:cubicBezTo>
                  <a:cubicBezTo>
                    <a:pt x="1587913" y="1090803"/>
                    <a:pt x="1690402" y="1064800"/>
                    <a:pt x="1788224" y="1023080"/>
                  </a:cubicBezTo>
                  <a:cubicBezTo>
                    <a:pt x="1956721" y="951262"/>
                    <a:pt x="2106549" y="825722"/>
                    <a:pt x="2269045" y="734758"/>
                  </a:cubicBezTo>
                  <a:cubicBezTo>
                    <a:pt x="2359438" y="684181"/>
                    <a:pt x="2452497" y="640556"/>
                    <a:pt x="2534984" y="572738"/>
                  </a:cubicBezTo>
                  <a:cubicBezTo>
                    <a:pt x="2673001" y="459391"/>
                    <a:pt x="2847023" y="191453"/>
                    <a:pt x="290731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C0D795B4-B4EE-2F42-F96F-A60C5CAEEB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07946" y="3479100"/>
              <a:ext cx="3168300" cy="1952434"/>
            </a:xfrm>
            <a:custGeom>
              <a:avLst/>
              <a:gdLst>
                <a:gd name="connsiteX0" fmla="*/ 0 w 3168300"/>
                <a:gd name="connsiteY0" fmla="*/ 1952435 h 1952434"/>
                <a:gd name="connsiteX1" fmla="*/ 202121 w 3168300"/>
                <a:gd name="connsiteY1" fmla="*/ 1687068 h 1952434"/>
                <a:gd name="connsiteX2" fmla="*/ 545116 w 3168300"/>
                <a:gd name="connsiteY2" fmla="*/ 1450277 h 1952434"/>
                <a:gd name="connsiteX3" fmla="*/ 906780 w 3168300"/>
                <a:gd name="connsiteY3" fmla="*/ 1354455 h 1952434"/>
                <a:gd name="connsiteX4" fmla="*/ 1332262 w 3168300"/>
                <a:gd name="connsiteY4" fmla="*/ 1285304 h 1952434"/>
                <a:gd name="connsiteX5" fmla="*/ 1691259 w 3168300"/>
                <a:gd name="connsiteY5" fmla="*/ 1240060 h 1952434"/>
                <a:gd name="connsiteX6" fmla="*/ 2010346 w 3168300"/>
                <a:gd name="connsiteY6" fmla="*/ 1141667 h 1952434"/>
                <a:gd name="connsiteX7" fmla="*/ 2393252 w 3168300"/>
                <a:gd name="connsiteY7" fmla="*/ 1027271 h 1952434"/>
                <a:gd name="connsiteX8" fmla="*/ 2582037 w 3168300"/>
                <a:gd name="connsiteY8" fmla="*/ 958120 h 1952434"/>
                <a:gd name="connsiteX9" fmla="*/ 2760155 w 3168300"/>
                <a:gd name="connsiteY9" fmla="*/ 827723 h 1952434"/>
                <a:gd name="connsiteX10" fmla="*/ 2914364 w 3168300"/>
                <a:gd name="connsiteY10" fmla="*/ 567023 h 1952434"/>
                <a:gd name="connsiteX11" fmla="*/ 3168301 w 3168300"/>
                <a:gd name="connsiteY11" fmla="*/ 0 h 1952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68300" h="1952434">
                  <a:moveTo>
                    <a:pt x="0" y="1952435"/>
                  </a:moveTo>
                  <a:cubicBezTo>
                    <a:pt x="0" y="1952435"/>
                    <a:pt x="91059" y="1796415"/>
                    <a:pt x="202121" y="1687068"/>
                  </a:cubicBezTo>
                  <a:cubicBezTo>
                    <a:pt x="301943" y="1588675"/>
                    <a:pt x="416528" y="1505617"/>
                    <a:pt x="545116" y="1450277"/>
                  </a:cubicBezTo>
                  <a:cubicBezTo>
                    <a:pt x="659987" y="1400747"/>
                    <a:pt x="783622" y="1377601"/>
                    <a:pt x="906780" y="1354455"/>
                  </a:cubicBezTo>
                  <a:cubicBezTo>
                    <a:pt x="1048036" y="1327976"/>
                    <a:pt x="1189482" y="1301972"/>
                    <a:pt x="1332262" y="1285304"/>
                  </a:cubicBezTo>
                  <a:cubicBezTo>
                    <a:pt x="1452182" y="1271302"/>
                    <a:pt x="1573340" y="1265873"/>
                    <a:pt x="1691259" y="1240060"/>
                  </a:cubicBezTo>
                  <a:cubicBezTo>
                    <a:pt x="1800035" y="1216247"/>
                    <a:pt x="1904619" y="1176718"/>
                    <a:pt x="2010346" y="1141667"/>
                  </a:cubicBezTo>
                  <a:cubicBezTo>
                    <a:pt x="2136743" y="1099661"/>
                    <a:pt x="2265902" y="1066229"/>
                    <a:pt x="2393252" y="1027271"/>
                  </a:cubicBezTo>
                  <a:cubicBezTo>
                    <a:pt x="2457450" y="1007650"/>
                    <a:pt x="2521744" y="987552"/>
                    <a:pt x="2582037" y="958120"/>
                  </a:cubicBezTo>
                  <a:cubicBezTo>
                    <a:pt x="2648807" y="925449"/>
                    <a:pt x="2710815" y="883349"/>
                    <a:pt x="2760155" y="827723"/>
                  </a:cubicBezTo>
                  <a:cubicBezTo>
                    <a:pt x="2827496" y="751904"/>
                    <a:pt x="2867978" y="657511"/>
                    <a:pt x="2914364" y="567023"/>
                  </a:cubicBezTo>
                  <a:cubicBezTo>
                    <a:pt x="2972753" y="453200"/>
                    <a:pt x="3119152" y="118015"/>
                    <a:pt x="316830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A496C774-3D85-910C-54D8-4EC9DAE90B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04778" y="2976752"/>
              <a:ext cx="3356800" cy="2452020"/>
            </a:xfrm>
            <a:custGeom>
              <a:avLst/>
              <a:gdLst>
                <a:gd name="connsiteX0" fmla="*/ 0 w 3356800"/>
                <a:gd name="connsiteY0" fmla="*/ 2452021 h 2452020"/>
                <a:gd name="connsiteX1" fmla="*/ 130874 w 3356800"/>
                <a:gd name="connsiteY1" fmla="*/ 2247710 h 2452020"/>
                <a:gd name="connsiteX2" fmla="*/ 437197 w 3356800"/>
                <a:gd name="connsiteY2" fmla="*/ 1941195 h 2452020"/>
                <a:gd name="connsiteX3" fmla="*/ 737140 w 3356800"/>
                <a:gd name="connsiteY3" fmla="*/ 1736884 h 2452020"/>
                <a:gd name="connsiteX4" fmla="*/ 1031843 w 3356800"/>
                <a:gd name="connsiteY4" fmla="*/ 1685068 h 2452020"/>
                <a:gd name="connsiteX5" fmla="*/ 1287304 w 3356800"/>
                <a:gd name="connsiteY5" fmla="*/ 1655826 h 2452020"/>
                <a:gd name="connsiteX6" fmla="*/ 1471994 w 3356800"/>
                <a:gd name="connsiteY6" fmla="*/ 1634300 h 2452020"/>
                <a:gd name="connsiteX7" fmla="*/ 1898237 w 3356800"/>
                <a:gd name="connsiteY7" fmla="*/ 1512665 h 2452020"/>
                <a:gd name="connsiteX8" fmla="*/ 2229136 w 3356800"/>
                <a:gd name="connsiteY8" fmla="*/ 1355598 h 2452020"/>
                <a:gd name="connsiteX9" fmla="*/ 2512314 w 3356800"/>
                <a:gd name="connsiteY9" fmla="*/ 1238631 h 2452020"/>
                <a:gd name="connsiteX10" fmla="*/ 2758535 w 3356800"/>
                <a:gd name="connsiteY10" fmla="*/ 1096994 h 2452020"/>
                <a:gd name="connsiteX11" fmla="*/ 2935510 w 3356800"/>
                <a:gd name="connsiteY11" fmla="*/ 919925 h 2452020"/>
                <a:gd name="connsiteX12" fmla="*/ 3081719 w 3356800"/>
                <a:gd name="connsiteY12" fmla="*/ 687419 h 2452020"/>
                <a:gd name="connsiteX13" fmla="*/ 3356800 w 3356800"/>
                <a:gd name="connsiteY13" fmla="*/ 0 h 2452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356800" h="2452020">
                  <a:moveTo>
                    <a:pt x="0" y="2452021"/>
                  </a:moveTo>
                  <a:cubicBezTo>
                    <a:pt x="0" y="2452021"/>
                    <a:pt x="57150" y="2344198"/>
                    <a:pt x="130874" y="2247710"/>
                  </a:cubicBezTo>
                  <a:cubicBezTo>
                    <a:pt x="218694" y="2132648"/>
                    <a:pt x="328136" y="2036635"/>
                    <a:pt x="437197" y="1941195"/>
                  </a:cubicBezTo>
                  <a:cubicBezTo>
                    <a:pt x="529304" y="1860709"/>
                    <a:pt x="623030" y="1779556"/>
                    <a:pt x="737140" y="1736884"/>
                  </a:cubicBezTo>
                  <a:cubicBezTo>
                    <a:pt x="830866" y="1701736"/>
                    <a:pt x="932021" y="1695450"/>
                    <a:pt x="1031843" y="1685068"/>
                  </a:cubicBezTo>
                  <a:cubicBezTo>
                    <a:pt x="1117092" y="1676210"/>
                    <a:pt x="1202055" y="1665160"/>
                    <a:pt x="1287304" y="1655826"/>
                  </a:cubicBezTo>
                  <a:cubicBezTo>
                    <a:pt x="1348931" y="1649063"/>
                    <a:pt x="1410653" y="1643539"/>
                    <a:pt x="1471994" y="1634300"/>
                  </a:cubicBezTo>
                  <a:cubicBezTo>
                    <a:pt x="1618679" y="1612011"/>
                    <a:pt x="1761935" y="1571149"/>
                    <a:pt x="1898237" y="1512665"/>
                  </a:cubicBezTo>
                  <a:cubicBezTo>
                    <a:pt x="2010442" y="1464564"/>
                    <a:pt x="2117503" y="1405128"/>
                    <a:pt x="2229136" y="1355598"/>
                  </a:cubicBezTo>
                  <a:cubicBezTo>
                    <a:pt x="2322481" y="1314164"/>
                    <a:pt x="2418969" y="1280160"/>
                    <a:pt x="2512314" y="1238631"/>
                  </a:cubicBezTo>
                  <a:cubicBezTo>
                    <a:pt x="2599087" y="1199960"/>
                    <a:pt x="2683193" y="1154811"/>
                    <a:pt x="2758535" y="1096994"/>
                  </a:cubicBezTo>
                  <a:cubicBezTo>
                    <a:pt x="2825020" y="1046035"/>
                    <a:pt x="2883789" y="985837"/>
                    <a:pt x="2935510" y="919925"/>
                  </a:cubicBezTo>
                  <a:cubicBezTo>
                    <a:pt x="2992184" y="847725"/>
                    <a:pt x="3039904" y="769144"/>
                    <a:pt x="3081719" y="687419"/>
                  </a:cubicBezTo>
                  <a:cubicBezTo>
                    <a:pt x="3138297" y="576739"/>
                    <a:pt x="3314129" y="116776"/>
                    <a:pt x="335680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 useBgFill="1">
        <p:nvSpPr>
          <p:cNvPr id="108" name="Rectangle 107">
            <a:extLst>
              <a:ext uri="{FF2B5EF4-FFF2-40B4-BE49-F238E27FC236}">
                <a16:creationId xmlns:a16="http://schemas.microsoft.com/office/drawing/2014/main" id="{24377B79-97DE-69D8-3921-D9EBE032F0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5F949CDF-F335-BFBA-3BB4-D9690B26C3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110" name="Top Left">
            <a:extLst>
              <a:ext uri="{FF2B5EF4-FFF2-40B4-BE49-F238E27FC236}">
                <a16:creationId xmlns:a16="http://schemas.microsoft.com/office/drawing/2014/main" id="{33300AD9-1151-6983-4797-3DE896D88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-3086"/>
            <a:ext cx="2198951" cy="3349518"/>
            <a:chOff x="10849" y="-3086"/>
            <a:chExt cx="2198951" cy="3349518"/>
          </a:xfrm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7559FF7A-4879-B797-DF17-6E76BDF222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2DC0B9CC-E002-30B6-A6A9-8FD6A4E0C4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1FAC6620-9FAB-FB51-BA91-BC1AC5E51D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044893B4-6A24-7721-DD10-6233944F11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E2034A05-15B7-6A31-57DB-C876DB377D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0B336C28-6E0E-79DD-0767-1349EB1FC3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F8FAD58D-C043-44EC-963D-4F7A43C9B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7FFE23BE-3B5B-56BC-A622-F3BB08EB74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2" name="Title 11">
            <a:extLst>
              <a:ext uri="{FF2B5EF4-FFF2-40B4-BE49-F238E27FC236}">
                <a16:creationId xmlns:a16="http://schemas.microsoft.com/office/drawing/2014/main" id="{A5953455-58D0-8E6F-9F24-6E34F7C11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1" y="559813"/>
            <a:ext cx="9988166" cy="166457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kern="1200" dirty="0">
                <a:latin typeface="+mj-lt"/>
                <a:ea typeface="+mj-ea"/>
                <a:cs typeface="+mj-cs"/>
              </a:rPr>
              <a:t>What </a:t>
            </a:r>
            <a:r>
              <a:rPr lang="en-US" dirty="0"/>
              <a:t>is </a:t>
            </a:r>
            <a:r>
              <a:rPr lang="en-US" dirty="0" err="1"/>
              <a:t>MobileNet</a:t>
            </a:r>
            <a:r>
              <a:rPr lang="en-US" kern="1200" dirty="0">
                <a:latin typeface="+mj-lt"/>
                <a:ea typeface="+mj-ea"/>
                <a:cs typeface="+mj-cs"/>
              </a:rPr>
              <a:t>?</a:t>
            </a:r>
          </a:p>
        </p:txBody>
      </p:sp>
      <p:grpSp>
        <p:nvGrpSpPr>
          <p:cNvPr id="111" name="Bottom Right">
            <a:extLst>
              <a:ext uri="{FF2B5EF4-FFF2-40B4-BE49-F238E27FC236}">
                <a16:creationId xmlns:a16="http://schemas.microsoft.com/office/drawing/2014/main" id="{3258C5F3-E767-B94A-8DA7-F73FB9DBF5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14044430-26B1-95EB-4E63-35FF1CFA2B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39256" y="6178637"/>
              <a:ext cx="1482102" cy="67936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grpSp>
          <p:nvGrpSpPr>
            <p:cNvPr id="60" name="Graphic 157">
              <a:extLst>
                <a:ext uri="{FF2B5EF4-FFF2-40B4-BE49-F238E27FC236}">
                  <a16:creationId xmlns:a16="http://schemas.microsoft.com/office/drawing/2014/main" id="{322420D8-C0B8-A2B5-5E17-435FB5DD10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5E2CA6C6-BE61-5EBC-87DE-56C239F798D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4AA7239E-5A18-A17B-977B-590EB83BA5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D712C1F4-7EB8-45ED-011B-26FD531C421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41D94518-0714-E9B4-9102-B9E83FBEB1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7041E034-A424-EA09-9499-1C17AE36640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08521A26-8C91-1AD9-29F2-98FE15644E9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4DADB1A6-6EBA-40FC-46F7-BA39F172627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345C4337-AAA6-5B30-5F72-CA428E126D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47754D34-0640-8B91-337A-7922DF0A1D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5754" y="2384474"/>
            <a:ext cx="9987523" cy="3728613"/>
          </a:xfrm>
          <a:prstGeom prst="round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algn="just">
              <a:lnSpc>
                <a:spcPct val="150000"/>
              </a:lnSpc>
              <a:buFont typeface="Avenir Next LT Pro" panose="020B0504020202020204" pitchFamily="34" charset="0"/>
              <a:buChar char="+"/>
            </a:pPr>
            <a:r>
              <a:rPr lang="en-US" dirty="0">
                <a:ea typeface="+mn-lt"/>
                <a:cs typeface="+mn-lt"/>
              </a:rPr>
              <a:t>The need for efficient deep learning models on mobile devices led researchers at Google to develop </a:t>
            </a:r>
            <a:r>
              <a:rPr lang="en-US" err="1">
                <a:ea typeface="+mn-lt"/>
                <a:cs typeface="+mn-lt"/>
              </a:rPr>
              <a:t>MobileNet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pPr indent="-228600" algn="just">
              <a:lnSpc>
                <a:spcPct val="150000"/>
              </a:lnSpc>
              <a:buChar char="+"/>
            </a:pPr>
            <a:r>
              <a:rPr lang="en-US" dirty="0">
                <a:ea typeface="+mn-lt"/>
                <a:cs typeface="+mn-lt"/>
              </a:rPr>
              <a:t>As of 2025, the family has four versions, each improving upon the previous one in terms of performance and efficiency.</a:t>
            </a:r>
            <a:endParaRPr lang="en-US" dirty="0"/>
          </a:p>
          <a:p>
            <a:pPr indent="-228600" algn="just">
              <a:lnSpc>
                <a:spcPct val="150000"/>
              </a:lnSpc>
              <a:buChar char="+"/>
            </a:pPr>
            <a:endParaRPr lang="en-US" dirty="0"/>
          </a:p>
          <a:p>
            <a:pPr marL="457200" lvl="1" indent="0" algn="just">
              <a:lnSpc>
                <a:spcPct val="150000"/>
              </a:lnSpc>
              <a:buNone/>
            </a:pPr>
            <a:endParaRPr lang="en-US" dirty="0"/>
          </a:p>
          <a:p>
            <a:pPr indent="-228600" algn="just">
              <a:lnSpc>
                <a:spcPct val="150000"/>
              </a:lnSpc>
              <a:buChar char="+"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200FC7-F4B5-A07C-FB40-E7F328585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6000" y="6356350"/>
            <a:ext cx="1447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73B850FF-6169-4056-8077-06FFA93A5366}" type="slidenum">
              <a:rPr lang="en-US" cap="all" smtClean="0">
                <a:cs typeface="Segoe UI Semilight" panose="020B0402040204020203" pitchFamily="34" charset="0"/>
              </a:rPr>
              <a:pPr>
                <a:spcAft>
                  <a:spcPts val="600"/>
                </a:spcAft>
              </a:pPr>
              <a:t>13</a:t>
            </a:fld>
            <a:endParaRPr lang="en-US" cap="all">
              <a:cs typeface="Segoe UI Semilight" panose="020B04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079275-D4F4-6605-7210-90DFDB621C38}"/>
              </a:ext>
            </a:extLst>
          </p:cNvPr>
          <p:cNvSpPr txBox="1"/>
          <p:nvPr/>
        </p:nvSpPr>
        <p:spPr>
          <a:xfrm>
            <a:off x="1832795" y="4410821"/>
            <a:ext cx="4249436" cy="170758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just">
              <a:lnSpc>
                <a:spcPct val="150000"/>
              </a:lnSpc>
              <a:buFont typeface="Courier New"/>
              <a:buChar char="o"/>
            </a:pPr>
            <a:r>
              <a:rPr lang="en-US" dirty="0">
                <a:solidFill>
                  <a:schemeClr val="accent1"/>
                </a:solidFill>
              </a:rPr>
              <a:t>MobileNetV1 (17 April, 2017)</a:t>
            </a:r>
          </a:p>
          <a:p>
            <a:pPr marL="285750" indent="-285750" algn="just">
              <a:lnSpc>
                <a:spcPct val="150000"/>
              </a:lnSpc>
              <a:buFont typeface="Courier New"/>
              <a:buChar char="o"/>
            </a:pPr>
            <a:r>
              <a:rPr lang="en-US" dirty="0">
                <a:solidFill>
                  <a:schemeClr val="accent1"/>
                </a:solidFill>
              </a:rPr>
              <a:t>MobileNetV2 (21 March, 2019)</a:t>
            </a:r>
          </a:p>
          <a:p>
            <a:pPr marL="285750" indent="-285750" algn="just">
              <a:lnSpc>
                <a:spcPct val="150000"/>
              </a:lnSpc>
              <a:buFont typeface="Courier New"/>
              <a:buChar char="o"/>
            </a:pPr>
            <a:r>
              <a:rPr lang="en-US" dirty="0">
                <a:solidFill>
                  <a:schemeClr val="accent1"/>
                </a:solidFill>
              </a:rPr>
              <a:t>MobileNetV3 (20 November, 2019)</a:t>
            </a:r>
          </a:p>
          <a:p>
            <a:pPr marL="285750" indent="-285750" algn="just">
              <a:lnSpc>
                <a:spcPct val="150000"/>
              </a:lnSpc>
              <a:buFont typeface="Courier New"/>
              <a:buChar char="o"/>
            </a:pPr>
            <a:r>
              <a:rPr lang="en-US" dirty="0">
                <a:solidFill>
                  <a:schemeClr val="accent1"/>
                </a:solidFill>
              </a:rPr>
              <a:t>MobileNetV4 (29 September, 2024)</a:t>
            </a:r>
          </a:p>
        </p:txBody>
      </p:sp>
    </p:spTree>
    <p:extLst>
      <p:ext uri="{BB962C8B-B14F-4D97-AF65-F5344CB8AC3E}">
        <p14:creationId xmlns:p14="http://schemas.microsoft.com/office/powerpoint/2010/main" val="18651744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078780-E668-460D-5FDC-4A0807E18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Rectangle 472">
            <a:extLst>
              <a:ext uri="{FF2B5EF4-FFF2-40B4-BE49-F238E27FC236}">
                <a16:creationId xmlns:a16="http://schemas.microsoft.com/office/drawing/2014/main" id="{F4069BF4-3A7D-829D-BE13-86AD16FCA5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475" name="Freeform: Shape 474">
            <a:extLst>
              <a:ext uri="{FF2B5EF4-FFF2-40B4-BE49-F238E27FC236}">
                <a16:creationId xmlns:a16="http://schemas.microsoft.com/office/drawing/2014/main" id="{D2E8A4C7-93DC-8423-3866-F1F4DDBBF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692844" y="-3086"/>
            <a:ext cx="1326111" cy="59760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rPr>
              <a:t> </a:t>
            </a:r>
          </a:p>
        </p:txBody>
      </p:sp>
      <p:sp>
        <p:nvSpPr>
          <p:cNvPr id="477" name="Freeform: Shape 476">
            <a:extLst>
              <a:ext uri="{FF2B5EF4-FFF2-40B4-BE49-F238E27FC236}">
                <a16:creationId xmlns:a16="http://schemas.microsoft.com/office/drawing/2014/main" id="{48B61648-7D2C-4717-40D6-0FDFA50F68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9256" y="6172200"/>
            <a:ext cx="1482102" cy="67936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rPr>
              <a:t> </a:t>
            </a:r>
          </a:p>
        </p:txBody>
      </p:sp>
      <p:sp>
        <p:nvSpPr>
          <p:cNvPr id="479" name="Freeform: Shape 478">
            <a:extLst>
              <a:ext uri="{FF2B5EF4-FFF2-40B4-BE49-F238E27FC236}">
                <a16:creationId xmlns:a16="http://schemas.microsoft.com/office/drawing/2014/main" id="{D12A3A7D-8DA4-E4B2-3ABD-336538FBEF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7352" y="5197178"/>
            <a:ext cx="4211600" cy="1660822"/>
          </a:xfrm>
          <a:custGeom>
            <a:avLst/>
            <a:gdLst>
              <a:gd name="connsiteX0" fmla="*/ 4211600 w 4211600"/>
              <a:gd name="connsiteY0" fmla="*/ 0 h 1660822"/>
              <a:gd name="connsiteX1" fmla="*/ 4211600 w 4211600"/>
              <a:gd name="connsiteY1" fmla="*/ 58430 h 1660822"/>
              <a:gd name="connsiteX2" fmla="*/ 4136524 w 4211600"/>
              <a:gd name="connsiteY2" fmla="*/ 208808 h 1660822"/>
              <a:gd name="connsiteX3" fmla="*/ 3973354 w 4211600"/>
              <a:gd name="connsiteY3" fmla="*/ 437313 h 1660822"/>
              <a:gd name="connsiteX4" fmla="*/ 3884746 w 4211600"/>
              <a:gd name="connsiteY4" fmla="*/ 553613 h 1660822"/>
              <a:gd name="connsiteX5" fmla="*/ 3849435 w 4211600"/>
              <a:gd name="connsiteY5" fmla="*/ 603143 h 1660822"/>
              <a:gd name="connsiteX6" fmla="*/ 3661849 w 4211600"/>
              <a:gd name="connsiteY6" fmla="*/ 819075 h 1660822"/>
              <a:gd name="connsiteX7" fmla="*/ 3402589 w 4211600"/>
              <a:gd name="connsiteY7" fmla="*/ 952996 h 1660822"/>
              <a:gd name="connsiteX8" fmla="*/ 3130202 w 4211600"/>
              <a:gd name="connsiteY8" fmla="*/ 1023386 h 1660822"/>
              <a:gd name="connsiteX9" fmla="*/ 2914657 w 4211600"/>
              <a:gd name="connsiteY9" fmla="*/ 1068058 h 1660822"/>
              <a:gd name="connsiteX10" fmla="*/ 2582149 w 4211600"/>
              <a:gd name="connsiteY10" fmla="*/ 1138924 h 1660822"/>
              <a:gd name="connsiteX11" fmla="*/ 2483958 w 4211600"/>
              <a:gd name="connsiteY11" fmla="*/ 1162356 h 1660822"/>
              <a:gd name="connsiteX12" fmla="*/ 2123750 w 4211600"/>
              <a:gd name="connsiteY12" fmla="*/ 1238651 h 1660822"/>
              <a:gd name="connsiteX13" fmla="*/ 1761444 w 4211600"/>
              <a:gd name="connsiteY13" fmla="*/ 1273417 h 1660822"/>
              <a:gd name="connsiteX14" fmla="*/ 1608382 w 4211600"/>
              <a:gd name="connsiteY14" fmla="*/ 1284466 h 1660822"/>
              <a:gd name="connsiteX15" fmla="*/ 999942 w 4211600"/>
              <a:gd name="connsiteY15" fmla="*/ 1354284 h 1660822"/>
              <a:gd name="connsiteX16" fmla="*/ 484705 w 4211600"/>
              <a:gd name="connsiteY16" fmla="*/ 1450487 h 1660822"/>
              <a:gd name="connsiteX17" fmla="*/ 113310 w 4211600"/>
              <a:gd name="connsiteY17" fmla="*/ 1613700 h 1660822"/>
              <a:gd name="connsiteX18" fmla="*/ 39668 w 4211600"/>
              <a:gd name="connsiteY18" fmla="*/ 1660822 h 1660822"/>
              <a:gd name="connsiteX19" fmla="*/ 0 w 4211600"/>
              <a:gd name="connsiteY19" fmla="*/ 1660822 h 1660822"/>
              <a:gd name="connsiteX20" fmla="*/ 96701 w 4211600"/>
              <a:gd name="connsiteY20" fmla="*/ 1598934 h 1660822"/>
              <a:gd name="connsiteX21" fmla="*/ 474335 w 4211600"/>
              <a:gd name="connsiteY21" fmla="*/ 1433056 h 1660822"/>
              <a:gd name="connsiteX22" fmla="*/ 994299 w 4211600"/>
              <a:gd name="connsiteY22" fmla="*/ 1335806 h 1660822"/>
              <a:gd name="connsiteX23" fmla="*/ 1605231 w 4211600"/>
              <a:gd name="connsiteY23" fmla="*/ 1265702 h 1660822"/>
              <a:gd name="connsiteX24" fmla="*/ 1758819 w 4211600"/>
              <a:gd name="connsiteY24" fmla="*/ 1254558 h 1660822"/>
              <a:gd name="connsiteX25" fmla="*/ 2118106 w 4211600"/>
              <a:gd name="connsiteY25" fmla="*/ 1220077 h 1660822"/>
              <a:gd name="connsiteX26" fmla="*/ 2475557 w 4211600"/>
              <a:gd name="connsiteY26" fmla="*/ 1144353 h 1660822"/>
              <a:gd name="connsiteX27" fmla="*/ 2573878 w 4211600"/>
              <a:gd name="connsiteY27" fmla="*/ 1120827 h 1660822"/>
              <a:gd name="connsiteX28" fmla="*/ 2907437 w 4211600"/>
              <a:gd name="connsiteY28" fmla="*/ 1049675 h 1660822"/>
              <a:gd name="connsiteX29" fmla="*/ 3122589 w 4211600"/>
              <a:gd name="connsiteY29" fmla="*/ 1005098 h 1660822"/>
              <a:gd name="connsiteX30" fmla="*/ 3391169 w 4211600"/>
              <a:gd name="connsiteY30" fmla="*/ 935756 h 1660822"/>
              <a:gd name="connsiteX31" fmla="*/ 3642290 w 4211600"/>
              <a:gd name="connsiteY31" fmla="*/ 806216 h 1660822"/>
              <a:gd name="connsiteX32" fmla="*/ 3825937 w 4211600"/>
              <a:gd name="connsiteY32" fmla="*/ 594475 h 1660822"/>
              <a:gd name="connsiteX33" fmla="*/ 3861381 w 4211600"/>
              <a:gd name="connsiteY33" fmla="*/ 544755 h 1660822"/>
              <a:gd name="connsiteX34" fmla="*/ 3950381 w 4211600"/>
              <a:gd name="connsiteY34" fmla="*/ 427978 h 1660822"/>
              <a:gd name="connsiteX35" fmla="*/ 4112370 w 4211600"/>
              <a:gd name="connsiteY35" fmla="*/ 201378 h 1660822"/>
              <a:gd name="connsiteX36" fmla="*/ 4195989 w 4211600"/>
              <a:gd name="connsiteY36" fmla="*/ 33834 h 1660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211600" h="1660822">
                <a:moveTo>
                  <a:pt x="4211600" y="0"/>
                </a:moveTo>
                <a:lnTo>
                  <a:pt x="4211600" y="58430"/>
                </a:lnTo>
                <a:lnTo>
                  <a:pt x="4136524" y="208808"/>
                </a:lnTo>
                <a:cubicBezTo>
                  <a:pt x="4089791" y="287770"/>
                  <a:pt x="4030588" y="363780"/>
                  <a:pt x="3973354" y="437313"/>
                </a:cubicBezTo>
                <a:cubicBezTo>
                  <a:pt x="3943819" y="475222"/>
                  <a:pt x="3913231" y="514465"/>
                  <a:pt x="3884746" y="553613"/>
                </a:cubicBezTo>
                <a:cubicBezTo>
                  <a:pt x="3872801" y="569996"/>
                  <a:pt x="3861119" y="586569"/>
                  <a:pt x="3849435" y="603143"/>
                </a:cubicBezTo>
                <a:cubicBezTo>
                  <a:pt x="3796665" y="678009"/>
                  <a:pt x="3742187" y="755352"/>
                  <a:pt x="3661849" y="819075"/>
                </a:cubicBezTo>
                <a:cubicBezTo>
                  <a:pt x="3596214" y="871176"/>
                  <a:pt x="3509050" y="916230"/>
                  <a:pt x="3402589" y="952996"/>
                </a:cubicBezTo>
                <a:cubicBezTo>
                  <a:pt x="3312406" y="984048"/>
                  <a:pt x="3215660" y="1005003"/>
                  <a:pt x="3130202" y="1023386"/>
                </a:cubicBezTo>
                <a:cubicBezTo>
                  <a:pt x="3058529" y="1038816"/>
                  <a:pt x="2985412" y="1053675"/>
                  <a:pt x="2914657" y="1068058"/>
                </a:cubicBezTo>
                <a:cubicBezTo>
                  <a:pt x="2805176" y="1090251"/>
                  <a:pt x="2692021" y="1113207"/>
                  <a:pt x="2582149" y="1138924"/>
                </a:cubicBezTo>
                <a:cubicBezTo>
                  <a:pt x="2549330" y="1146639"/>
                  <a:pt x="2516644" y="1154450"/>
                  <a:pt x="2483958" y="1162356"/>
                </a:cubicBezTo>
                <a:cubicBezTo>
                  <a:pt x="2367257" y="1190550"/>
                  <a:pt x="2246621" y="1219601"/>
                  <a:pt x="2123750" y="1238651"/>
                </a:cubicBezTo>
                <a:cubicBezTo>
                  <a:pt x="2004294" y="1257129"/>
                  <a:pt x="1880769" y="1265416"/>
                  <a:pt x="1761444" y="1273417"/>
                </a:cubicBezTo>
                <a:cubicBezTo>
                  <a:pt x="1711167" y="1276751"/>
                  <a:pt x="1659184" y="1280275"/>
                  <a:pt x="1608382" y="1284466"/>
                </a:cubicBezTo>
                <a:cubicBezTo>
                  <a:pt x="1408589" y="1300944"/>
                  <a:pt x="1214570" y="1325805"/>
                  <a:pt x="999942" y="1354284"/>
                </a:cubicBezTo>
                <a:cubicBezTo>
                  <a:pt x="826403" y="1377240"/>
                  <a:pt x="647744" y="1400957"/>
                  <a:pt x="484705" y="1450487"/>
                </a:cubicBezTo>
                <a:cubicBezTo>
                  <a:pt x="355831" y="1489635"/>
                  <a:pt x="231387" y="1544374"/>
                  <a:pt x="113310" y="1613700"/>
                </a:cubicBezTo>
                <a:lnTo>
                  <a:pt x="39668" y="1660822"/>
                </a:lnTo>
                <a:lnTo>
                  <a:pt x="0" y="1660822"/>
                </a:lnTo>
                <a:lnTo>
                  <a:pt x="96701" y="1598934"/>
                </a:lnTo>
                <a:cubicBezTo>
                  <a:pt x="216635" y="1528533"/>
                  <a:pt x="343196" y="1472919"/>
                  <a:pt x="474335" y="1433056"/>
                </a:cubicBezTo>
                <a:cubicBezTo>
                  <a:pt x="639999" y="1382669"/>
                  <a:pt x="820102" y="1358856"/>
                  <a:pt x="994299" y="1335806"/>
                </a:cubicBezTo>
                <a:cubicBezTo>
                  <a:pt x="1210239" y="1307231"/>
                  <a:pt x="1404650" y="1282275"/>
                  <a:pt x="1605231" y="1265702"/>
                </a:cubicBezTo>
                <a:cubicBezTo>
                  <a:pt x="1656428" y="1261511"/>
                  <a:pt x="1708411" y="1257987"/>
                  <a:pt x="1758819" y="1254558"/>
                </a:cubicBezTo>
                <a:cubicBezTo>
                  <a:pt x="1877487" y="1246557"/>
                  <a:pt x="2000094" y="1238365"/>
                  <a:pt x="2118106" y="1220077"/>
                </a:cubicBezTo>
                <a:cubicBezTo>
                  <a:pt x="2239531" y="1201313"/>
                  <a:pt x="2359513" y="1172357"/>
                  <a:pt x="2475557" y="1144353"/>
                </a:cubicBezTo>
                <a:cubicBezTo>
                  <a:pt x="2508243" y="1136448"/>
                  <a:pt x="2541060" y="1128542"/>
                  <a:pt x="2573878" y="1120827"/>
                </a:cubicBezTo>
                <a:cubicBezTo>
                  <a:pt x="2684276" y="1094919"/>
                  <a:pt x="2797694" y="1071963"/>
                  <a:pt x="2907437" y="1049675"/>
                </a:cubicBezTo>
                <a:cubicBezTo>
                  <a:pt x="2978061" y="1035387"/>
                  <a:pt x="3051178" y="1020528"/>
                  <a:pt x="3122589" y="1005098"/>
                </a:cubicBezTo>
                <a:cubicBezTo>
                  <a:pt x="3206997" y="986810"/>
                  <a:pt x="3302823" y="966141"/>
                  <a:pt x="3391169" y="935756"/>
                </a:cubicBezTo>
                <a:cubicBezTo>
                  <a:pt x="3494479" y="900132"/>
                  <a:pt x="3578886" y="856508"/>
                  <a:pt x="3642290" y="806216"/>
                </a:cubicBezTo>
                <a:cubicBezTo>
                  <a:pt x="3720133" y="744303"/>
                  <a:pt x="3773953" y="668103"/>
                  <a:pt x="3825937" y="594475"/>
                </a:cubicBezTo>
                <a:cubicBezTo>
                  <a:pt x="3837621" y="577902"/>
                  <a:pt x="3849435" y="561233"/>
                  <a:pt x="3861381" y="544755"/>
                </a:cubicBezTo>
                <a:cubicBezTo>
                  <a:pt x="3889997" y="505416"/>
                  <a:pt x="3920715" y="465983"/>
                  <a:pt x="3950381" y="427978"/>
                </a:cubicBezTo>
                <a:cubicBezTo>
                  <a:pt x="4007353" y="354921"/>
                  <a:pt x="4066163" y="279388"/>
                  <a:pt x="4112370" y="201378"/>
                </a:cubicBezTo>
                <a:cubicBezTo>
                  <a:pt x="4144662" y="146800"/>
                  <a:pt x="4170785" y="89364"/>
                  <a:pt x="4195989" y="3383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481" name="Graphic 141">
            <a:extLst>
              <a:ext uri="{FF2B5EF4-FFF2-40B4-BE49-F238E27FC236}">
                <a16:creationId xmlns:a16="http://schemas.microsoft.com/office/drawing/2014/main" id="{1AFE3592-7046-22A0-5017-21972AC87E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15178"/>
            <a:ext cx="2198951" cy="3331254"/>
            <a:chOff x="4473129" y="923925"/>
            <a:chExt cx="3308947" cy="5012817"/>
          </a:xfrm>
          <a:noFill/>
        </p:grpSpPr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39389B7D-6417-C574-F4BB-32721D617B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85988" y="924020"/>
              <a:ext cx="3296088" cy="5012722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341CDBDA-C2BE-B885-58DB-884830125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923925"/>
              <a:ext cx="2977477" cy="462714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4DEBA0E0-964B-291B-724A-0D388E344C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94561" y="923925"/>
              <a:ext cx="2356712" cy="4118991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E6B674CC-EE7C-3B28-ABD5-3B6F36BBD6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923925"/>
              <a:ext cx="2059193" cy="3980116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8A15043D-B8E8-E963-BD38-CA43F05FEC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85131" y="1719357"/>
              <a:ext cx="743796" cy="2867501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135E8509-55A9-45B8-915C-3B6E337057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1912731"/>
              <a:ext cx="597294" cy="2543540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CF5CDA10-5552-1CBF-4619-8705E872DD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91417" y="2227197"/>
              <a:ext cx="389425" cy="2011236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490" name="Graphic 157">
            <a:extLst>
              <a:ext uri="{FF2B5EF4-FFF2-40B4-BE49-F238E27FC236}">
                <a16:creationId xmlns:a16="http://schemas.microsoft.com/office/drawing/2014/main" id="{C0744365-3BE2-4E1C-87DC-8A95D5F68E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610600" y="3276600"/>
            <a:ext cx="3529260" cy="3581398"/>
            <a:chOff x="4114800" y="1423987"/>
            <a:chExt cx="3961542" cy="4007547"/>
          </a:xfrm>
          <a:noFill/>
        </p:grpSpPr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74AE8E1D-0CEA-E123-0334-B713443E25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114800" y="1423987"/>
              <a:ext cx="3946874" cy="3989641"/>
            </a:xfrm>
            <a:custGeom>
              <a:avLst/>
              <a:gdLst>
                <a:gd name="connsiteX0" fmla="*/ 0 w 3946874"/>
                <a:gd name="connsiteY0" fmla="*/ 3989641 h 3989641"/>
                <a:gd name="connsiteX1" fmla="*/ 79439 w 3946874"/>
                <a:gd name="connsiteY1" fmla="*/ 3891153 h 3989641"/>
                <a:gd name="connsiteX2" fmla="*/ 297371 w 3946874"/>
                <a:gd name="connsiteY2" fmla="*/ 3626930 h 3989641"/>
                <a:gd name="connsiteX3" fmla="*/ 454343 w 3946874"/>
                <a:gd name="connsiteY3" fmla="*/ 3440335 h 3989641"/>
                <a:gd name="connsiteX4" fmla="*/ 622363 w 3946874"/>
                <a:gd name="connsiteY4" fmla="*/ 3290697 h 3989641"/>
                <a:gd name="connsiteX5" fmla="*/ 927068 w 3946874"/>
                <a:gd name="connsiteY5" fmla="*/ 3087434 h 3989641"/>
                <a:gd name="connsiteX6" fmla="*/ 1176338 w 3946874"/>
                <a:gd name="connsiteY6" fmla="*/ 2915603 h 3989641"/>
                <a:gd name="connsiteX7" fmla="*/ 1394270 w 3946874"/>
                <a:gd name="connsiteY7" fmla="*/ 2780729 h 3989641"/>
                <a:gd name="connsiteX8" fmla="*/ 1601057 w 3946874"/>
                <a:gd name="connsiteY8" fmla="*/ 2723483 h 3989641"/>
                <a:gd name="connsiteX9" fmla="*/ 1756220 w 3946874"/>
                <a:gd name="connsiteY9" fmla="*/ 2743772 h 3989641"/>
                <a:gd name="connsiteX10" fmla="*/ 1889189 w 3946874"/>
                <a:gd name="connsiteY10" fmla="*/ 2765965 h 3989641"/>
                <a:gd name="connsiteX11" fmla="*/ 2007394 w 3946874"/>
                <a:gd name="connsiteY11" fmla="*/ 2765965 h 3989641"/>
                <a:gd name="connsiteX12" fmla="*/ 2184654 w 3946874"/>
                <a:gd name="connsiteY12" fmla="*/ 2671763 h 3989641"/>
                <a:gd name="connsiteX13" fmla="*/ 2372773 w 3946874"/>
                <a:gd name="connsiteY13" fmla="*/ 2538984 h 3989641"/>
                <a:gd name="connsiteX14" fmla="*/ 2439543 w 3946874"/>
                <a:gd name="connsiteY14" fmla="*/ 2510504 h 3989641"/>
                <a:gd name="connsiteX15" fmla="*/ 2650617 w 3946874"/>
                <a:gd name="connsiteY15" fmla="*/ 2434781 h 3989641"/>
                <a:gd name="connsiteX16" fmla="*/ 2785110 w 3946874"/>
                <a:gd name="connsiteY16" fmla="*/ 2383060 h 3989641"/>
                <a:gd name="connsiteX17" fmla="*/ 2897315 w 3946874"/>
                <a:gd name="connsiteY17" fmla="*/ 2318861 h 3989641"/>
                <a:gd name="connsiteX18" fmla="*/ 2997994 w 3946874"/>
                <a:gd name="connsiteY18" fmla="*/ 2226183 h 3989641"/>
                <a:gd name="connsiteX19" fmla="*/ 3061240 w 3946874"/>
                <a:gd name="connsiteY19" fmla="*/ 2141506 h 3989641"/>
                <a:gd name="connsiteX20" fmla="*/ 3152108 w 3946874"/>
                <a:gd name="connsiteY20" fmla="*/ 2005203 h 3989641"/>
                <a:gd name="connsiteX21" fmla="*/ 3274124 w 3946874"/>
                <a:gd name="connsiteY21" fmla="*/ 1871567 h 3989641"/>
                <a:gd name="connsiteX22" fmla="*/ 3388138 w 3946874"/>
                <a:gd name="connsiteY22" fmla="*/ 1770888 h 3989641"/>
                <a:gd name="connsiteX23" fmla="*/ 3466529 w 3946874"/>
                <a:gd name="connsiteY23" fmla="*/ 1679162 h 3989641"/>
                <a:gd name="connsiteX24" fmla="*/ 3538633 w 3946874"/>
                <a:gd name="connsiteY24" fmla="*/ 1551718 h 3989641"/>
                <a:gd name="connsiteX25" fmla="*/ 3588544 w 3946874"/>
                <a:gd name="connsiteY25" fmla="*/ 1376172 h 3989641"/>
                <a:gd name="connsiteX26" fmla="*/ 3597402 w 3946874"/>
                <a:gd name="connsiteY26" fmla="*/ 1293305 h 3989641"/>
                <a:gd name="connsiteX27" fmla="*/ 3721227 w 3946874"/>
                <a:gd name="connsiteY27" fmla="*/ 880491 h 3989641"/>
                <a:gd name="connsiteX28" fmla="*/ 3761137 w 3946874"/>
                <a:gd name="connsiteY28" fmla="*/ 463677 h 3989641"/>
                <a:gd name="connsiteX29" fmla="*/ 3946874 w 3946874"/>
                <a:gd name="connsiteY29" fmla="*/ 0 h 3989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946874" h="3989641">
                  <a:moveTo>
                    <a:pt x="0" y="3989641"/>
                  </a:moveTo>
                  <a:cubicBezTo>
                    <a:pt x="19050" y="3957257"/>
                    <a:pt x="50959" y="3916013"/>
                    <a:pt x="79439" y="3891153"/>
                  </a:cubicBezTo>
                  <a:cubicBezTo>
                    <a:pt x="165544" y="3815906"/>
                    <a:pt x="227933" y="3717989"/>
                    <a:pt x="297371" y="3626930"/>
                  </a:cubicBezTo>
                  <a:cubicBezTo>
                    <a:pt x="346615" y="3562255"/>
                    <a:pt x="398050" y="3499009"/>
                    <a:pt x="454343" y="3440335"/>
                  </a:cubicBezTo>
                  <a:cubicBezTo>
                    <a:pt x="506349" y="3386042"/>
                    <a:pt x="562642" y="3336227"/>
                    <a:pt x="622363" y="3290697"/>
                  </a:cubicBezTo>
                  <a:cubicBezTo>
                    <a:pt x="719519" y="3216688"/>
                    <a:pt x="824960" y="3154585"/>
                    <a:pt x="927068" y="3087434"/>
                  </a:cubicBezTo>
                  <a:cubicBezTo>
                    <a:pt x="1011365" y="3031998"/>
                    <a:pt x="1093565" y="2973324"/>
                    <a:pt x="1176338" y="2915603"/>
                  </a:cubicBezTo>
                  <a:cubicBezTo>
                    <a:pt x="1246537" y="2866644"/>
                    <a:pt x="1317308" y="2818066"/>
                    <a:pt x="1394270" y="2780729"/>
                  </a:cubicBezTo>
                  <a:cubicBezTo>
                    <a:pt x="1459421" y="2749106"/>
                    <a:pt x="1528763" y="2724436"/>
                    <a:pt x="1601057" y="2723483"/>
                  </a:cubicBezTo>
                  <a:cubicBezTo>
                    <a:pt x="1653350" y="2722721"/>
                    <a:pt x="1704785" y="2733485"/>
                    <a:pt x="1756220" y="2743772"/>
                  </a:cubicBezTo>
                  <a:cubicBezTo>
                    <a:pt x="1800320" y="2752630"/>
                    <a:pt x="1844612" y="2760250"/>
                    <a:pt x="1889189" y="2765965"/>
                  </a:cubicBezTo>
                  <a:cubicBezTo>
                    <a:pt x="1928622" y="2771013"/>
                    <a:pt x="1968437" y="2773299"/>
                    <a:pt x="2007394" y="2765965"/>
                  </a:cubicBezTo>
                  <a:cubicBezTo>
                    <a:pt x="2073878" y="2753487"/>
                    <a:pt x="2130647" y="2712911"/>
                    <a:pt x="2184654" y="2671763"/>
                  </a:cubicBezTo>
                  <a:cubicBezTo>
                    <a:pt x="2245900" y="2625090"/>
                    <a:pt x="2304002" y="2573465"/>
                    <a:pt x="2372773" y="2538984"/>
                  </a:cubicBezTo>
                  <a:cubicBezTo>
                    <a:pt x="2394395" y="2528126"/>
                    <a:pt x="2416874" y="2518982"/>
                    <a:pt x="2439543" y="2510504"/>
                  </a:cubicBezTo>
                  <a:cubicBezTo>
                    <a:pt x="2509552" y="2484215"/>
                    <a:pt x="2580037" y="2459450"/>
                    <a:pt x="2650617" y="2434781"/>
                  </a:cubicBezTo>
                  <a:cubicBezTo>
                    <a:pt x="2695956" y="2418874"/>
                    <a:pt x="2741295" y="2402872"/>
                    <a:pt x="2785110" y="2383060"/>
                  </a:cubicBezTo>
                  <a:cubicBezTo>
                    <a:pt x="2824448" y="2365248"/>
                    <a:pt x="2862358" y="2344198"/>
                    <a:pt x="2897315" y="2318861"/>
                  </a:cubicBezTo>
                  <a:cubicBezTo>
                    <a:pt x="2934367" y="2292096"/>
                    <a:pt x="2968085" y="2260854"/>
                    <a:pt x="2997994" y="2226183"/>
                  </a:cubicBezTo>
                  <a:cubicBezTo>
                    <a:pt x="3020949" y="2199513"/>
                    <a:pt x="3041714" y="2170938"/>
                    <a:pt x="3061240" y="2141506"/>
                  </a:cubicBezTo>
                  <a:cubicBezTo>
                    <a:pt x="3091529" y="2095976"/>
                    <a:pt x="3119533" y="2049018"/>
                    <a:pt x="3152108" y="2005203"/>
                  </a:cubicBezTo>
                  <a:cubicBezTo>
                    <a:pt x="3188113" y="1956626"/>
                    <a:pt x="3229261" y="1912144"/>
                    <a:pt x="3274124" y="1871567"/>
                  </a:cubicBezTo>
                  <a:cubicBezTo>
                    <a:pt x="3311747" y="1837563"/>
                    <a:pt x="3351848" y="1806321"/>
                    <a:pt x="3388138" y="1770888"/>
                  </a:cubicBezTo>
                  <a:cubicBezTo>
                    <a:pt x="3416999" y="1742694"/>
                    <a:pt x="3443002" y="1711833"/>
                    <a:pt x="3466529" y="1679162"/>
                  </a:cubicBezTo>
                  <a:cubicBezTo>
                    <a:pt x="3495008" y="1639348"/>
                    <a:pt x="3519392" y="1596771"/>
                    <a:pt x="3538633" y="1551718"/>
                  </a:cubicBezTo>
                  <a:cubicBezTo>
                    <a:pt x="3562731" y="1495616"/>
                    <a:pt x="3578924" y="1436465"/>
                    <a:pt x="3588544" y="1376172"/>
                  </a:cubicBezTo>
                  <a:cubicBezTo>
                    <a:pt x="3592925" y="1348740"/>
                    <a:pt x="3595688" y="1321022"/>
                    <a:pt x="3597402" y="1293305"/>
                  </a:cubicBezTo>
                  <a:cubicBezTo>
                    <a:pt x="3605974" y="1155859"/>
                    <a:pt x="3717703" y="1018127"/>
                    <a:pt x="3721227" y="880491"/>
                  </a:cubicBezTo>
                  <a:cubicBezTo>
                    <a:pt x="3724751" y="740855"/>
                    <a:pt x="3743135" y="602171"/>
                    <a:pt x="3761137" y="463677"/>
                  </a:cubicBezTo>
                  <a:cubicBezTo>
                    <a:pt x="3776186" y="347758"/>
                    <a:pt x="3934968" y="116205"/>
                    <a:pt x="3946874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E42C8ED7-4AA9-D866-CB47-5D09549D11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95978" y="2441733"/>
              <a:ext cx="3665410" cy="2985611"/>
            </a:xfrm>
            <a:custGeom>
              <a:avLst/>
              <a:gdLst>
                <a:gd name="connsiteX0" fmla="*/ 0 w 3665410"/>
                <a:gd name="connsiteY0" fmla="*/ 2985611 h 2985611"/>
                <a:gd name="connsiteX1" fmla="*/ 166211 w 3665410"/>
                <a:gd name="connsiteY1" fmla="*/ 2699766 h 2985611"/>
                <a:gd name="connsiteX2" fmla="*/ 397002 w 3665410"/>
                <a:gd name="connsiteY2" fmla="*/ 2414969 h 2985611"/>
                <a:gd name="connsiteX3" fmla="*/ 620173 w 3665410"/>
                <a:gd name="connsiteY3" fmla="*/ 2237899 h 2985611"/>
                <a:gd name="connsiteX4" fmla="*/ 823341 w 3665410"/>
                <a:gd name="connsiteY4" fmla="*/ 2085499 h 2985611"/>
                <a:gd name="connsiteX5" fmla="*/ 1089565 w 3665410"/>
                <a:gd name="connsiteY5" fmla="*/ 1911477 h 2985611"/>
                <a:gd name="connsiteX6" fmla="*/ 1145000 w 3665410"/>
                <a:gd name="connsiteY6" fmla="*/ 1886807 h 2985611"/>
                <a:gd name="connsiteX7" fmla="*/ 1375791 w 3665410"/>
                <a:gd name="connsiteY7" fmla="*/ 1842135 h 2985611"/>
                <a:gd name="connsiteX8" fmla="*/ 1486567 w 3665410"/>
                <a:gd name="connsiteY8" fmla="*/ 1857566 h 2985611"/>
                <a:gd name="connsiteX9" fmla="*/ 1568101 w 3665410"/>
                <a:gd name="connsiteY9" fmla="*/ 1871377 h 2985611"/>
                <a:gd name="connsiteX10" fmla="*/ 1810607 w 3665410"/>
                <a:gd name="connsiteY10" fmla="*/ 1871377 h 2985611"/>
                <a:gd name="connsiteX11" fmla="*/ 1997964 w 3665410"/>
                <a:gd name="connsiteY11" fmla="*/ 1790605 h 2985611"/>
                <a:gd name="connsiteX12" fmla="*/ 2109883 w 3665410"/>
                <a:gd name="connsiteY12" fmla="*/ 1702784 h 2985611"/>
                <a:gd name="connsiteX13" fmla="*/ 2321433 w 3665410"/>
                <a:gd name="connsiteY13" fmla="*/ 1552384 h 2985611"/>
                <a:gd name="connsiteX14" fmla="*/ 2558891 w 3665410"/>
                <a:gd name="connsiteY14" fmla="*/ 1453420 h 2985611"/>
                <a:gd name="connsiteX15" fmla="*/ 2709767 w 3665410"/>
                <a:gd name="connsiteY15" fmla="*/ 1377887 h 2985611"/>
                <a:gd name="connsiteX16" fmla="*/ 2885408 w 3665410"/>
                <a:gd name="connsiteY16" fmla="*/ 1237393 h 2985611"/>
                <a:gd name="connsiteX17" fmla="*/ 3017711 w 3665410"/>
                <a:gd name="connsiteY17" fmla="*/ 1072229 h 2985611"/>
                <a:gd name="connsiteX18" fmla="*/ 3150680 w 3665410"/>
                <a:gd name="connsiteY18" fmla="*/ 921830 h 2985611"/>
                <a:gd name="connsiteX19" fmla="*/ 3255169 w 3665410"/>
                <a:gd name="connsiteY19" fmla="*/ 801815 h 2985611"/>
                <a:gd name="connsiteX20" fmla="*/ 3339275 w 3665410"/>
                <a:gd name="connsiteY20" fmla="*/ 694182 h 2985611"/>
                <a:gd name="connsiteX21" fmla="*/ 3409188 w 3665410"/>
                <a:gd name="connsiteY21" fmla="*/ 546926 h 2985611"/>
                <a:gd name="connsiteX22" fmla="*/ 3464243 w 3665410"/>
                <a:gd name="connsiteY22" fmla="*/ 347663 h 2985611"/>
                <a:gd name="connsiteX23" fmla="*/ 3665411 w 3665410"/>
                <a:gd name="connsiteY23" fmla="*/ 0 h 29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665410" h="2985611">
                  <a:moveTo>
                    <a:pt x="0" y="2985611"/>
                  </a:moveTo>
                  <a:cubicBezTo>
                    <a:pt x="0" y="2985611"/>
                    <a:pt x="86773" y="2802827"/>
                    <a:pt x="166211" y="2699766"/>
                  </a:cubicBezTo>
                  <a:cubicBezTo>
                    <a:pt x="240983" y="2602706"/>
                    <a:pt x="309182" y="2500122"/>
                    <a:pt x="397002" y="2414969"/>
                  </a:cubicBezTo>
                  <a:cubicBezTo>
                    <a:pt x="465296" y="2348865"/>
                    <a:pt x="543592" y="2294477"/>
                    <a:pt x="620173" y="2237899"/>
                  </a:cubicBezTo>
                  <a:cubicBezTo>
                    <a:pt x="688277" y="2187607"/>
                    <a:pt x="755333" y="2135886"/>
                    <a:pt x="823341" y="2085499"/>
                  </a:cubicBezTo>
                  <a:cubicBezTo>
                    <a:pt x="908685" y="2022253"/>
                    <a:pt x="994791" y="1959197"/>
                    <a:pt x="1089565" y="1911477"/>
                  </a:cubicBezTo>
                  <a:cubicBezTo>
                    <a:pt x="1107662" y="1902428"/>
                    <a:pt x="1126141" y="1894141"/>
                    <a:pt x="1145000" y="1886807"/>
                  </a:cubicBezTo>
                  <a:cubicBezTo>
                    <a:pt x="1218819" y="1858232"/>
                    <a:pt x="1296924" y="1838611"/>
                    <a:pt x="1375791" y="1842135"/>
                  </a:cubicBezTo>
                  <a:cubicBezTo>
                    <a:pt x="1413129" y="1843754"/>
                    <a:pt x="1449896" y="1850422"/>
                    <a:pt x="1486567" y="1857566"/>
                  </a:cubicBezTo>
                  <a:cubicBezTo>
                    <a:pt x="1513618" y="1862804"/>
                    <a:pt x="1540859" y="1867376"/>
                    <a:pt x="1568101" y="1871377"/>
                  </a:cubicBezTo>
                  <a:cubicBezTo>
                    <a:pt x="1648778" y="1883188"/>
                    <a:pt x="1730978" y="1887665"/>
                    <a:pt x="1810607" y="1871377"/>
                  </a:cubicBezTo>
                  <a:cubicBezTo>
                    <a:pt x="1877854" y="1857661"/>
                    <a:pt x="1941100" y="1829086"/>
                    <a:pt x="1997964" y="1790605"/>
                  </a:cubicBezTo>
                  <a:cubicBezTo>
                    <a:pt x="2037302" y="1764030"/>
                    <a:pt x="2073497" y="1733264"/>
                    <a:pt x="2109883" y="1702784"/>
                  </a:cubicBezTo>
                  <a:cubicBezTo>
                    <a:pt x="2176367" y="1647063"/>
                    <a:pt x="2244852" y="1593151"/>
                    <a:pt x="2321433" y="1552384"/>
                  </a:cubicBezTo>
                  <a:cubicBezTo>
                    <a:pt x="2397157" y="1512094"/>
                    <a:pt x="2479548" y="1486281"/>
                    <a:pt x="2558891" y="1453420"/>
                  </a:cubicBezTo>
                  <a:cubicBezTo>
                    <a:pt x="2610898" y="1431798"/>
                    <a:pt x="2661571" y="1407033"/>
                    <a:pt x="2709767" y="1377887"/>
                  </a:cubicBezTo>
                  <a:cubicBezTo>
                    <a:pt x="2774252" y="1338929"/>
                    <a:pt x="2834069" y="1292447"/>
                    <a:pt x="2885408" y="1237393"/>
                  </a:cubicBezTo>
                  <a:cubicBezTo>
                    <a:pt x="2933605" y="1185767"/>
                    <a:pt x="2973324" y="1127093"/>
                    <a:pt x="3017711" y="1072229"/>
                  </a:cubicBezTo>
                  <a:cubicBezTo>
                    <a:pt x="3059811" y="1020223"/>
                    <a:pt x="3105912" y="971645"/>
                    <a:pt x="3150680" y="921830"/>
                  </a:cubicBezTo>
                  <a:cubicBezTo>
                    <a:pt x="3186113" y="882396"/>
                    <a:pt x="3220593" y="842010"/>
                    <a:pt x="3255169" y="801815"/>
                  </a:cubicBezTo>
                  <a:cubicBezTo>
                    <a:pt x="3284887" y="767239"/>
                    <a:pt x="3314605" y="732473"/>
                    <a:pt x="3339275" y="694182"/>
                  </a:cubicBezTo>
                  <a:cubicBezTo>
                    <a:pt x="3368707" y="648367"/>
                    <a:pt x="3390138" y="597980"/>
                    <a:pt x="3409188" y="546926"/>
                  </a:cubicBezTo>
                  <a:cubicBezTo>
                    <a:pt x="3433382" y="482156"/>
                    <a:pt x="3453384" y="415861"/>
                    <a:pt x="3464243" y="347663"/>
                  </a:cubicBezTo>
                  <a:cubicBezTo>
                    <a:pt x="3476244" y="272224"/>
                    <a:pt x="3661696" y="76295"/>
                    <a:pt x="366541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18CFC06C-8A79-D096-C471-63D757127D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90402" y="5229700"/>
              <a:ext cx="285940" cy="199072"/>
            </a:xfrm>
            <a:custGeom>
              <a:avLst/>
              <a:gdLst>
                <a:gd name="connsiteX0" fmla="*/ 0 w 285940"/>
                <a:gd name="connsiteY0" fmla="*/ 199073 h 199072"/>
                <a:gd name="connsiteX1" fmla="*/ 285940 w 285940"/>
                <a:gd name="connsiteY1" fmla="*/ 0 h 199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85940" h="199072">
                  <a:moveTo>
                    <a:pt x="0" y="199073"/>
                  </a:moveTo>
                  <a:cubicBezTo>
                    <a:pt x="0" y="199073"/>
                    <a:pt x="242125" y="39243"/>
                    <a:pt x="28594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31E39EBA-81D7-A883-6D06-1D0951828B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393114" y="5049773"/>
              <a:ext cx="655796" cy="381190"/>
            </a:xfrm>
            <a:custGeom>
              <a:avLst/>
              <a:gdLst>
                <a:gd name="connsiteX0" fmla="*/ 0 w 655796"/>
                <a:gd name="connsiteY0" fmla="*/ 381190 h 381190"/>
                <a:gd name="connsiteX1" fmla="*/ 655796 w 655796"/>
                <a:gd name="connsiteY1" fmla="*/ 0 h 381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5796" h="381190">
                  <a:moveTo>
                    <a:pt x="0" y="381190"/>
                  </a:moveTo>
                  <a:cubicBezTo>
                    <a:pt x="0" y="381190"/>
                    <a:pt x="461105" y="172117"/>
                    <a:pt x="65579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5D4F4829-57FB-E511-444E-6E8993CA06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154072" y="3867816"/>
              <a:ext cx="2907315" cy="1544764"/>
            </a:xfrm>
            <a:custGeom>
              <a:avLst/>
              <a:gdLst>
                <a:gd name="connsiteX0" fmla="*/ 0 w 2907315"/>
                <a:gd name="connsiteY0" fmla="*/ 1544764 h 1544764"/>
                <a:gd name="connsiteX1" fmla="*/ 201644 w 2907315"/>
                <a:gd name="connsiteY1" fmla="*/ 1352550 h 1544764"/>
                <a:gd name="connsiteX2" fmla="*/ 423196 w 2907315"/>
                <a:gd name="connsiteY2" fmla="*/ 1196054 h 1544764"/>
                <a:gd name="connsiteX3" fmla="*/ 782193 w 2907315"/>
                <a:gd name="connsiteY3" fmla="*/ 1099947 h 1544764"/>
                <a:gd name="connsiteX4" fmla="*/ 1052513 w 2907315"/>
                <a:gd name="connsiteY4" fmla="*/ 1042321 h 1544764"/>
                <a:gd name="connsiteX5" fmla="*/ 1311783 w 2907315"/>
                <a:gd name="connsiteY5" fmla="*/ 1056037 h 1544764"/>
                <a:gd name="connsiteX6" fmla="*/ 1484662 w 2907315"/>
                <a:gd name="connsiteY6" fmla="*/ 1083469 h 1544764"/>
                <a:gd name="connsiteX7" fmla="*/ 1788224 w 2907315"/>
                <a:gd name="connsiteY7" fmla="*/ 1023080 h 1544764"/>
                <a:gd name="connsiteX8" fmla="*/ 2269045 w 2907315"/>
                <a:gd name="connsiteY8" fmla="*/ 734758 h 1544764"/>
                <a:gd name="connsiteX9" fmla="*/ 2534984 w 2907315"/>
                <a:gd name="connsiteY9" fmla="*/ 572738 h 1544764"/>
                <a:gd name="connsiteX10" fmla="*/ 2907316 w 2907315"/>
                <a:gd name="connsiteY10" fmla="*/ 0 h 1544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7315" h="1544764">
                  <a:moveTo>
                    <a:pt x="0" y="1544764"/>
                  </a:moveTo>
                  <a:cubicBezTo>
                    <a:pt x="0" y="1544764"/>
                    <a:pt x="98012" y="1443990"/>
                    <a:pt x="201644" y="1352550"/>
                  </a:cubicBezTo>
                  <a:cubicBezTo>
                    <a:pt x="271272" y="1291209"/>
                    <a:pt x="343662" y="1234249"/>
                    <a:pt x="423196" y="1196054"/>
                  </a:cubicBezTo>
                  <a:cubicBezTo>
                    <a:pt x="537591" y="1141095"/>
                    <a:pt x="661226" y="1127189"/>
                    <a:pt x="782193" y="1099947"/>
                  </a:cubicBezTo>
                  <a:cubicBezTo>
                    <a:pt x="872300" y="1079659"/>
                    <a:pt x="961358" y="1051370"/>
                    <a:pt x="1052513" y="1042321"/>
                  </a:cubicBezTo>
                  <a:cubicBezTo>
                    <a:pt x="1139000" y="1033653"/>
                    <a:pt x="1225868" y="1040321"/>
                    <a:pt x="1311783" y="1056037"/>
                  </a:cubicBezTo>
                  <a:cubicBezTo>
                    <a:pt x="1369314" y="1066609"/>
                    <a:pt x="1426559" y="1079373"/>
                    <a:pt x="1484662" y="1083469"/>
                  </a:cubicBezTo>
                  <a:cubicBezTo>
                    <a:pt x="1587913" y="1090803"/>
                    <a:pt x="1690402" y="1064800"/>
                    <a:pt x="1788224" y="1023080"/>
                  </a:cubicBezTo>
                  <a:cubicBezTo>
                    <a:pt x="1956721" y="951262"/>
                    <a:pt x="2106549" y="825722"/>
                    <a:pt x="2269045" y="734758"/>
                  </a:cubicBezTo>
                  <a:cubicBezTo>
                    <a:pt x="2359438" y="684181"/>
                    <a:pt x="2452497" y="640556"/>
                    <a:pt x="2534984" y="572738"/>
                  </a:cubicBezTo>
                  <a:cubicBezTo>
                    <a:pt x="2673001" y="459391"/>
                    <a:pt x="2847023" y="191453"/>
                    <a:pt x="290731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23113D16-A04B-1683-496D-80D5366266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07946" y="3479100"/>
              <a:ext cx="3168300" cy="1952434"/>
            </a:xfrm>
            <a:custGeom>
              <a:avLst/>
              <a:gdLst>
                <a:gd name="connsiteX0" fmla="*/ 0 w 3168300"/>
                <a:gd name="connsiteY0" fmla="*/ 1952435 h 1952434"/>
                <a:gd name="connsiteX1" fmla="*/ 202121 w 3168300"/>
                <a:gd name="connsiteY1" fmla="*/ 1687068 h 1952434"/>
                <a:gd name="connsiteX2" fmla="*/ 545116 w 3168300"/>
                <a:gd name="connsiteY2" fmla="*/ 1450277 h 1952434"/>
                <a:gd name="connsiteX3" fmla="*/ 906780 w 3168300"/>
                <a:gd name="connsiteY3" fmla="*/ 1354455 h 1952434"/>
                <a:gd name="connsiteX4" fmla="*/ 1332262 w 3168300"/>
                <a:gd name="connsiteY4" fmla="*/ 1285304 h 1952434"/>
                <a:gd name="connsiteX5" fmla="*/ 1691259 w 3168300"/>
                <a:gd name="connsiteY5" fmla="*/ 1240060 h 1952434"/>
                <a:gd name="connsiteX6" fmla="*/ 2010346 w 3168300"/>
                <a:gd name="connsiteY6" fmla="*/ 1141667 h 1952434"/>
                <a:gd name="connsiteX7" fmla="*/ 2393252 w 3168300"/>
                <a:gd name="connsiteY7" fmla="*/ 1027271 h 1952434"/>
                <a:gd name="connsiteX8" fmla="*/ 2582037 w 3168300"/>
                <a:gd name="connsiteY8" fmla="*/ 958120 h 1952434"/>
                <a:gd name="connsiteX9" fmla="*/ 2760155 w 3168300"/>
                <a:gd name="connsiteY9" fmla="*/ 827723 h 1952434"/>
                <a:gd name="connsiteX10" fmla="*/ 2914364 w 3168300"/>
                <a:gd name="connsiteY10" fmla="*/ 567023 h 1952434"/>
                <a:gd name="connsiteX11" fmla="*/ 3168301 w 3168300"/>
                <a:gd name="connsiteY11" fmla="*/ 0 h 1952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68300" h="1952434">
                  <a:moveTo>
                    <a:pt x="0" y="1952435"/>
                  </a:moveTo>
                  <a:cubicBezTo>
                    <a:pt x="0" y="1952435"/>
                    <a:pt x="91059" y="1796415"/>
                    <a:pt x="202121" y="1687068"/>
                  </a:cubicBezTo>
                  <a:cubicBezTo>
                    <a:pt x="301943" y="1588675"/>
                    <a:pt x="416528" y="1505617"/>
                    <a:pt x="545116" y="1450277"/>
                  </a:cubicBezTo>
                  <a:cubicBezTo>
                    <a:pt x="659987" y="1400747"/>
                    <a:pt x="783622" y="1377601"/>
                    <a:pt x="906780" y="1354455"/>
                  </a:cubicBezTo>
                  <a:cubicBezTo>
                    <a:pt x="1048036" y="1327976"/>
                    <a:pt x="1189482" y="1301972"/>
                    <a:pt x="1332262" y="1285304"/>
                  </a:cubicBezTo>
                  <a:cubicBezTo>
                    <a:pt x="1452182" y="1271302"/>
                    <a:pt x="1573340" y="1265873"/>
                    <a:pt x="1691259" y="1240060"/>
                  </a:cubicBezTo>
                  <a:cubicBezTo>
                    <a:pt x="1800035" y="1216247"/>
                    <a:pt x="1904619" y="1176718"/>
                    <a:pt x="2010346" y="1141667"/>
                  </a:cubicBezTo>
                  <a:cubicBezTo>
                    <a:pt x="2136743" y="1099661"/>
                    <a:pt x="2265902" y="1066229"/>
                    <a:pt x="2393252" y="1027271"/>
                  </a:cubicBezTo>
                  <a:cubicBezTo>
                    <a:pt x="2457450" y="1007650"/>
                    <a:pt x="2521744" y="987552"/>
                    <a:pt x="2582037" y="958120"/>
                  </a:cubicBezTo>
                  <a:cubicBezTo>
                    <a:pt x="2648807" y="925449"/>
                    <a:pt x="2710815" y="883349"/>
                    <a:pt x="2760155" y="827723"/>
                  </a:cubicBezTo>
                  <a:cubicBezTo>
                    <a:pt x="2827496" y="751904"/>
                    <a:pt x="2867978" y="657511"/>
                    <a:pt x="2914364" y="567023"/>
                  </a:cubicBezTo>
                  <a:cubicBezTo>
                    <a:pt x="2972753" y="453200"/>
                    <a:pt x="3119152" y="118015"/>
                    <a:pt x="316830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F3CF3AC3-B517-DDC6-C415-F928460A7D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04778" y="2976752"/>
              <a:ext cx="3356800" cy="2452020"/>
            </a:xfrm>
            <a:custGeom>
              <a:avLst/>
              <a:gdLst>
                <a:gd name="connsiteX0" fmla="*/ 0 w 3356800"/>
                <a:gd name="connsiteY0" fmla="*/ 2452021 h 2452020"/>
                <a:gd name="connsiteX1" fmla="*/ 130874 w 3356800"/>
                <a:gd name="connsiteY1" fmla="*/ 2247710 h 2452020"/>
                <a:gd name="connsiteX2" fmla="*/ 437197 w 3356800"/>
                <a:gd name="connsiteY2" fmla="*/ 1941195 h 2452020"/>
                <a:gd name="connsiteX3" fmla="*/ 737140 w 3356800"/>
                <a:gd name="connsiteY3" fmla="*/ 1736884 h 2452020"/>
                <a:gd name="connsiteX4" fmla="*/ 1031843 w 3356800"/>
                <a:gd name="connsiteY4" fmla="*/ 1685068 h 2452020"/>
                <a:gd name="connsiteX5" fmla="*/ 1287304 w 3356800"/>
                <a:gd name="connsiteY5" fmla="*/ 1655826 h 2452020"/>
                <a:gd name="connsiteX6" fmla="*/ 1471994 w 3356800"/>
                <a:gd name="connsiteY6" fmla="*/ 1634300 h 2452020"/>
                <a:gd name="connsiteX7" fmla="*/ 1898237 w 3356800"/>
                <a:gd name="connsiteY7" fmla="*/ 1512665 h 2452020"/>
                <a:gd name="connsiteX8" fmla="*/ 2229136 w 3356800"/>
                <a:gd name="connsiteY8" fmla="*/ 1355598 h 2452020"/>
                <a:gd name="connsiteX9" fmla="*/ 2512314 w 3356800"/>
                <a:gd name="connsiteY9" fmla="*/ 1238631 h 2452020"/>
                <a:gd name="connsiteX10" fmla="*/ 2758535 w 3356800"/>
                <a:gd name="connsiteY10" fmla="*/ 1096994 h 2452020"/>
                <a:gd name="connsiteX11" fmla="*/ 2935510 w 3356800"/>
                <a:gd name="connsiteY11" fmla="*/ 919925 h 2452020"/>
                <a:gd name="connsiteX12" fmla="*/ 3081719 w 3356800"/>
                <a:gd name="connsiteY12" fmla="*/ 687419 h 2452020"/>
                <a:gd name="connsiteX13" fmla="*/ 3356800 w 3356800"/>
                <a:gd name="connsiteY13" fmla="*/ 0 h 2452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356800" h="2452020">
                  <a:moveTo>
                    <a:pt x="0" y="2452021"/>
                  </a:moveTo>
                  <a:cubicBezTo>
                    <a:pt x="0" y="2452021"/>
                    <a:pt x="57150" y="2344198"/>
                    <a:pt x="130874" y="2247710"/>
                  </a:cubicBezTo>
                  <a:cubicBezTo>
                    <a:pt x="218694" y="2132648"/>
                    <a:pt x="328136" y="2036635"/>
                    <a:pt x="437197" y="1941195"/>
                  </a:cubicBezTo>
                  <a:cubicBezTo>
                    <a:pt x="529304" y="1860709"/>
                    <a:pt x="623030" y="1779556"/>
                    <a:pt x="737140" y="1736884"/>
                  </a:cubicBezTo>
                  <a:cubicBezTo>
                    <a:pt x="830866" y="1701736"/>
                    <a:pt x="932021" y="1695450"/>
                    <a:pt x="1031843" y="1685068"/>
                  </a:cubicBezTo>
                  <a:cubicBezTo>
                    <a:pt x="1117092" y="1676210"/>
                    <a:pt x="1202055" y="1665160"/>
                    <a:pt x="1287304" y="1655826"/>
                  </a:cubicBezTo>
                  <a:cubicBezTo>
                    <a:pt x="1348931" y="1649063"/>
                    <a:pt x="1410653" y="1643539"/>
                    <a:pt x="1471994" y="1634300"/>
                  </a:cubicBezTo>
                  <a:cubicBezTo>
                    <a:pt x="1618679" y="1612011"/>
                    <a:pt x="1761935" y="1571149"/>
                    <a:pt x="1898237" y="1512665"/>
                  </a:cubicBezTo>
                  <a:cubicBezTo>
                    <a:pt x="2010442" y="1464564"/>
                    <a:pt x="2117503" y="1405128"/>
                    <a:pt x="2229136" y="1355598"/>
                  </a:cubicBezTo>
                  <a:cubicBezTo>
                    <a:pt x="2322481" y="1314164"/>
                    <a:pt x="2418969" y="1280160"/>
                    <a:pt x="2512314" y="1238631"/>
                  </a:cubicBezTo>
                  <a:cubicBezTo>
                    <a:pt x="2599087" y="1199960"/>
                    <a:pt x="2683193" y="1154811"/>
                    <a:pt x="2758535" y="1096994"/>
                  </a:cubicBezTo>
                  <a:cubicBezTo>
                    <a:pt x="2825020" y="1046035"/>
                    <a:pt x="2883789" y="985837"/>
                    <a:pt x="2935510" y="919925"/>
                  </a:cubicBezTo>
                  <a:cubicBezTo>
                    <a:pt x="2992184" y="847725"/>
                    <a:pt x="3039904" y="769144"/>
                    <a:pt x="3081719" y="687419"/>
                  </a:cubicBezTo>
                  <a:cubicBezTo>
                    <a:pt x="3138297" y="576739"/>
                    <a:pt x="3314129" y="116776"/>
                    <a:pt x="335680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 useBgFill="1">
        <p:nvSpPr>
          <p:cNvPr id="499" name="Rectangle 498">
            <a:extLst>
              <a:ext uri="{FF2B5EF4-FFF2-40B4-BE49-F238E27FC236}">
                <a16:creationId xmlns:a16="http://schemas.microsoft.com/office/drawing/2014/main" id="{8988A7E2-4DEC-6339-97F3-04E4908FA0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501" name="Rectangle 500">
            <a:extLst>
              <a:ext uri="{FF2B5EF4-FFF2-40B4-BE49-F238E27FC236}">
                <a16:creationId xmlns:a16="http://schemas.microsoft.com/office/drawing/2014/main" id="{6D570143-36B5-C625-D6FC-5EBF28CF6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503" name="Top Left">
            <a:extLst>
              <a:ext uri="{FF2B5EF4-FFF2-40B4-BE49-F238E27FC236}">
                <a16:creationId xmlns:a16="http://schemas.microsoft.com/office/drawing/2014/main" id="{1975B46F-5B07-07B8-9D5A-E2BBBE1337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-3086"/>
            <a:ext cx="2198951" cy="3349518"/>
            <a:chOff x="10849" y="-3086"/>
            <a:chExt cx="2198951" cy="3349518"/>
          </a:xfrm>
        </p:grpSpPr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F04EFC66-EDCA-496A-6CAE-2AC6407CBB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AFF32625-9E38-E893-9669-7C4D4A64C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DD7DC5D1-720C-A42B-F281-134DA9994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8BBD5923-76CF-8E70-FBDD-48C7AD690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85824164-2F43-C3AF-1B70-1F16C20C3B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8870785F-0541-EF4D-8B5E-AA8F60664C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43655FB5-54D3-62BA-0FF7-84DC16D972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03DC333F-A1A4-3F3A-A09A-232FBA24FB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513" name="Bottom Right">
            <a:extLst>
              <a:ext uri="{FF2B5EF4-FFF2-40B4-BE49-F238E27FC236}">
                <a16:creationId xmlns:a16="http://schemas.microsoft.com/office/drawing/2014/main" id="{88375AF1-D8F9-C536-2460-8B5BA3CA55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sp>
          <p:nvSpPr>
            <p:cNvPr id="514" name="Freeform: Shape 513">
              <a:extLst>
                <a:ext uri="{FF2B5EF4-FFF2-40B4-BE49-F238E27FC236}">
                  <a16:creationId xmlns:a16="http://schemas.microsoft.com/office/drawing/2014/main" id="{81744CB3-C1B4-F79C-0C27-6147A7FF8B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39256" y="6178637"/>
              <a:ext cx="1482102" cy="67936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grpSp>
          <p:nvGrpSpPr>
            <p:cNvPr id="515" name="Graphic 157">
              <a:extLst>
                <a:ext uri="{FF2B5EF4-FFF2-40B4-BE49-F238E27FC236}">
                  <a16:creationId xmlns:a16="http://schemas.microsoft.com/office/drawing/2014/main" id="{0F685DB7-DAA2-5C30-4644-0623FB417D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517" name="Freeform: Shape 516">
                <a:extLst>
                  <a:ext uri="{FF2B5EF4-FFF2-40B4-BE49-F238E27FC236}">
                    <a16:creationId xmlns:a16="http://schemas.microsoft.com/office/drawing/2014/main" id="{C52C9734-7E1A-92A2-E86C-704FDFC808F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18" name="Freeform: Shape 517">
                <a:extLst>
                  <a:ext uri="{FF2B5EF4-FFF2-40B4-BE49-F238E27FC236}">
                    <a16:creationId xmlns:a16="http://schemas.microsoft.com/office/drawing/2014/main" id="{645614BB-551B-9CE3-433D-BFA45DD7587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19" name="Freeform: Shape 518">
                <a:extLst>
                  <a:ext uri="{FF2B5EF4-FFF2-40B4-BE49-F238E27FC236}">
                    <a16:creationId xmlns:a16="http://schemas.microsoft.com/office/drawing/2014/main" id="{5DE3A6A4-82EB-5A52-9FA0-8E508E296AC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20" name="Freeform: Shape 519">
                <a:extLst>
                  <a:ext uri="{FF2B5EF4-FFF2-40B4-BE49-F238E27FC236}">
                    <a16:creationId xmlns:a16="http://schemas.microsoft.com/office/drawing/2014/main" id="{C9E52B56-8541-1B88-0938-3FA05E20BCB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21" name="Freeform: Shape 520">
                <a:extLst>
                  <a:ext uri="{FF2B5EF4-FFF2-40B4-BE49-F238E27FC236}">
                    <a16:creationId xmlns:a16="http://schemas.microsoft.com/office/drawing/2014/main" id="{66D0EE33-25E5-D684-5391-EFD2997E44E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22" name="Freeform: Shape 521">
                <a:extLst>
                  <a:ext uri="{FF2B5EF4-FFF2-40B4-BE49-F238E27FC236}">
                    <a16:creationId xmlns:a16="http://schemas.microsoft.com/office/drawing/2014/main" id="{CC5B6F50-F8F6-6786-F89E-E96F7448942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23" name="Freeform: Shape 522">
                <a:extLst>
                  <a:ext uri="{FF2B5EF4-FFF2-40B4-BE49-F238E27FC236}">
                    <a16:creationId xmlns:a16="http://schemas.microsoft.com/office/drawing/2014/main" id="{8820C36D-07D0-743E-E57D-132AECCBD1E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516" name="Freeform: Shape 515">
              <a:extLst>
                <a:ext uri="{FF2B5EF4-FFF2-40B4-BE49-F238E27FC236}">
                  <a16:creationId xmlns:a16="http://schemas.microsoft.com/office/drawing/2014/main" id="{AA5131EA-FD00-0279-44E0-F635E23A3E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642362AE-A2E7-EDDB-83C8-68F1A83F40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6275" y="744909"/>
            <a:ext cx="10190071" cy="314585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dirty="0"/>
              <a:t>MobileNetV1</a:t>
            </a:r>
            <a:endParaRPr lang="en-US" sz="5400" kern="1200" dirty="0">
              <a:latin typeface="+mj-lt"/>
              <a:ea typeface="+mj-ea"/>
              <a:cs typeface="+mj-cs"/>
            </a:endParaRPr>
          </a:p>
        </p:txBody>
      </p:sp>
      <p:grpSp>
        <p:nvGrpSpPr>
          <p:cNvPr id="525" name="Cross">
            <a:extLst>
              <a:ext uri="{FF2B5EF4-FFF2-40B4-BE49-F238E27FC236}">
                <a16:creationId xmlns:a16="http://schemas.microsoft.com/office/drawing/2014/main" id="{31B8DC74-165D-8710-1CA7-E268ED4221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23216" y="3924272"/>
            <a:ext cx="118872" cy="118872"/>
            <a:chOff x="1175347" y="3733800"/>
            <a:chExt cx="118872" cy="118872"/>
          </a:xfrm>
        </p:grpSpPr>
        <p:cxnSp>
          <p:nvCxnSpPr>
            <p:cNvPr id="526" name="Straight Connector 525">
              <a:extLst>
                <a:ext uri="{FF2B5EF4-FFF2-40B4-BE49-F238E27FC236}">
                  <a16:creationId xmlns:a16="http://schemas.microsoft.com/office/drawing/2014/main" id="{C7553AEA-41CF-9A51-2208-70AB1EFF30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34783" y="3733800"/>
              <a:ext cx="0" cy="118872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527" name="Straight Connector 526">
              <a:extLst>
                <a:ext uri="{FF2B5EF4-FFF2-40B4-BE49-F238E27FC236}">
                  <a16:creationId xmlns:a16="http://schemas.microsoft.com/office/drawing/2014/main" id="{40B09494-952D-7BC3-6A2E-ED276DC109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347" y="3793236"/>
              <a:ext cx="11887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231715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AC7858-93C0-E21B-CA18-E0F36553C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 101">
            <a:extLst>
              <a:ext uri="{FF2B5EF4-FFF2-40B4-BE49-F238E27FC236}">
                <a16:creationId xmlns:a16="http://schemas.microsoft.com/office/drawing/2014/main" id="{8BC32347-8E8B-7E4F-F806-6D6AC6AB7D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03" name="Freeform: Shape 102">
            <a:extLst>
              <a:ext uri="{FF2B5EF4-FFF2-40B4-BE49-F238E27FC236}">
                <a16:creationId xmlns:a16="http://schemas.microsoft.com/office/drawing/2014/main" id="{1836FD3D-A321-F37A-9BE8-7F20C596D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692844" y="-3086"/>
            <a:ext cx="1326111" cy="59760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rPr>
              <a:t> </a:t>
            </a:r>
          </a:p>
        </p:txBody>
      </p:sp>
      <p:sp>
        <p:nvSpPr>
          <p:cNvPr id="104" name="Freeform: Shape 103">
            <a:extLst>
              <a:ext uri="{FF2B5EF4-FFF2-40B4-BE49-F238E27FC236}">
                <a16:creationId xmlns:a16="http://schemas.microsoft.com/office/drawing/2014/main" id="{3929AC26-1F82-AB94-4273-1575BEDFE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9256" y="6172200"/>
            <a:ext cx="1482102" cy="67936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rPr>
              <a:t> </a:t>
            </a:r>
          </a:p>
        </p:txBody>
      </p:sp>
      <p:sp>
        <p:nvSpPr>
          <p:cNvPr id="105" name="Freeform: Shape 104">
            <a:extLst>
              <a:ext uri="{FF2B5EF4-FFF2-40B4-BE49-F238E27FC236}">
                <a16:creationId xmlns:a16="http://schemas.microsoft.com/office/drawing/2014/main" id="{63C6735D-908C-6EA0-AF30-2984687E7F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7352" y="5197178"/>
            <a:ext cx="4211600" cy="1660822"/>
          </a:xfrm>
          <a:custGeom>
            <a:avLst/>
            <a:gdLst>
              <a:gd name="connsiteX0" fmla="*/ 4211600 w 4211600"/>
              <a:gd name="connsiteY0" fmla="*/ 0 h 1660822"/>
              <a:gd name="connsiteX1" fmla="*/ 4211600 w 4211600"/>
              <a:gd name="connsiteY1" fmla="*/ 58430 h 1660822"/>
              <a:gd name="connsiteX2" fmla="*/ 4136524 w 4211600"/>
              <a:gd name="connsiteY2" fmla="*/ 208808 h 1660822"/>
              <a:gd name="connsiteX3" fmla="*/ 3973354 w 4211600"/>
              <a:gd name="connsiteY3" fmla="*/ 437313 h 1660822"/>
              <a:gd name="connsiteX4" fmla="*/ 3884746 w 4211600"/>
              <a:gd name="connsiteY4" fmla="*/ 553613 h 1660822"/>
              <a:gd name="connsiteX5" fmla="*/ 3849435 w 4211600"/>
              <a:gd name="connsiteY5" fmla="*/ 603143 h 1660822"/>
              <a:gd name="connsiteX6" fmla="*/ 3661849 w 4211600"/>
              <a:gd name="connsiteY6" fmla="*/ 819075 h 1660822"/>
              <a:gd name="connsiteX7" fmla="*/ 3402589 w 4211600"/>
              <a:gd name="connsiteY7" fmla="*/ 952996 h 1660822"/>
              <a:gd name="connsiteX8" fmla="*/ 3130202 w 4211600"/>
              <a:gd name="connsiteY8" fmla="*/ 1023386 h 1660822"/>
              <a:gd name="connsiteX9" fmla="*/ 2914657 w 4211600"/>
              <a:gd name="connsiteY9" fmla="*/ 1068058 h 1660822"/>
              <a:gd name="connsiteX10" fmla="*/ 2582149 w 4211600"/>
              <a:gd name="connsiteY10" fmla="*/ 1138924 h 1660822"/>
              <a:gd name="connsiteX11" fmla="*/ 2483958 w 4211600"/>
              <a:gd name="connsiteY11" fmla="*/ 1162356 h 1660822"/>
              <a:gd name="connsiteX12" fmla="*/ 2123750 w 4211600"/>
              <a:gd name="connsiteY12" fmla="*/ 1238651 h 1660822"/>
              <a:gd name="connsiteX13" fmla="*/ 1761444 w 4211600"/>
              <a:gd name="connsiteY13" fmla="*/ 1273417 h 1660822"/>
              <a:gd name="connsiteX14" fmla="*/ 1608382 w 4211600"/>
              <a:gd name="connsiteY14" fmla="*/ 1284466 h 1660822"/>
              <a:gd name="connsiteX15" fmla="*/ 999942 w 4211600"/>
              <a:gd name="connsiteY15" fmla="*/ 1354284 h 1660822"/>
              <a:gd name="connsiteX16" fmla="*/ 484705 w 4211600"/>
              <a:gd name="connsiteY16" fmla="*/ 1450487 h 1660822"/>
              <a:gd name="connsiteX17" fmla="*/ 113310 w 4211600"/>
              <a:gd name="connsiteY17" fmla="*/ 1613700 h 1660822"/>
              <a:gd name="connsiteX18" fmla="*/ 39668 w 4211600"/>
              <a:gd name="connsiteY18" fmla="*/ 1660822 h 1660822"/>
              <a:gd name="connsiteX19" fmla="*/ 0 w 4211600"/>
              <a:gd name="connsiteY19" fmla="*/ 1660822 h 1660822"/>
              <a:gd name="connsiteX20" fmla="*/ 96701 w 4211600"/>
              <a:gd name="connsiteY20" fmla="*/ 1598934 h 1660822"/>
              <a:gd name="connsiteX21" fmla="*/ 474335 w 4211600"/>
              <a:gd name="connsiteY21" fmla="*/ 1433056 h 1660822"/>
              <a:gd name="connsiteX22" fmla="*/ 994299 w 4211600"/>
              <a:gd name="connsiteY22" fmla="*/ 1335806 h 1660822"/>
              <a:gd name="connsiteX23" fmla="*/ 1605231 w 4211600"/>
              <a:gd name="connsiteY23" fmla="*/ 1265702 h 1660822"/>
              <a:gd name="connsiteX24" fmla="*/ 1758819 w 4211600"/>
              <a:gd name="connsiteY24" fmla="*/ 1254558 h 1660822"/>
              <a:gd name="connsiteX25" fmla="*/ 2118106 w 4211600"/>
              <a:gd name="connsiteY25" fmla="*/ 1220077 h 1660822"/>
              <a:gd name="connsiteX26" fmla="*/ 2475557 w 4211600"/>
              <a:gd name="connsiteY26" fmla="*/ 1144353 h 1660822"/>
              <a:gd name="connsiteX27" fmla="*/ 2573878 w 4211600"/>
              <a:gd name="connsiteY27" fmla="*/ 1120827 h 1660822"/>
              <a:gd name="connsiteX28" fmla="*/ 2907437 w 4211600"/>
              <a:gd name="connsiteY28" fmla="*/ 1049675 h 1660822"/>
              <a:gd name="connsiteX29" fmla="*/ 3122589 w 4211600"/>
              <a:gd name="connsiteY29" fmla="*/ 1005098 h 1660822"/>
              <a:gd name="connsiteX30" fmla="*/ 3391169 w 4211600"/>
              <a:gd name="connsiteY30" fmla="*/ 935756 h 1660822"/>
              <a:gd name="connsiteX31" fmla="*/ 3642290 w 4211600"/>
              <a:gd name="connsiteY31" fmla="*/ 806216 h 1660822"/>
              <a:gd name="connsiteX32" fmla="*/ 3825937 w 4211600"/>
              <a:gd name="connsiteY32" fmla="*/ 594475 h 1660822"/>
              <a:gd name="connsiteX33" fmla="*/ 3861381 w 4211600"/>
              <a:gd name="connsiteY33" fmla="*/ 544755 h 1660822"/>
              <a:gd name="connsiteX34" fmla="*/ 3950381 w 4211600"/>
              <a:gd name="connsiteY34" fmla="*/ 427978 h 1660822"/>
              <a:gd name="connsiteX35" fmla="*/ 4112370 w 4211600"/>
              <a:gd name="connsiteY35" fmla="*/ 201378 h 1660822"/>
              <a:gd name="connsiteX36" fmla="*/ 4195989 w 4211600"/>
              <a:gd name="connsiteY36" fmla="*/ 33834 h 1660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211600" h="1660822">
                <a:moveTo>
                  <a:pt x="4211600" y="0"/>
                </a:moveTo>
                <a:lnTo>
                  <a:pt x="4211600" y="58430"/>
                </a:lnTo>
                <a:lnTo>
                  <a:pt x="4136524" y="208808"/>
                </a:lnTo>
                <a:cubicBezTo>
                  <a:pt x="4089791" y="287770"/>
                  <a:pt x="4030588" y="363780"/>
                  <a:pt x="3973354" y="437313"/>
                </a:cubicBezTo>
                <a:cubicBezTo>
                  <a:pt x="3943819" y="475222"/>
                  <a:pt x="3913231" y="514465"/>
                  <a:pt x="3884746" y="553613"/>
                </a:cubicBezTo>
                <a:cubicBezTo>
                  <a:pt x="3872801" y="569996"/>
                  <a:pt x="3861119" y="586569"/>
                  <a:pt x="3849435" y="603143"/>
                </a:cubicBezTo>
                <a:cubicBezTo>
                  <a:pt x="3796665" y="678009"/>
                  <a:pt x="3742187" y="755352"/>
                  <a:pt x="3661849" y="819075"/>
                </a:cubicBezTo>
                <a:cubicBezTo>
                  <a:pt x="3596214" y="871176"/>
                  <a:pt x="3509050" y="916230"/>
                  <a:pt x="3402589" y="952996"/>
                </a:cubicBezTo>
                <a:cubicBezTo>
                  <a:pt x="3312406" y="984048"/>
                  <a:pt x="3215660" y="1005003"/>
                  <a:pt x="3130202" y="1023386"/>
                </a:cubicBezTo>
                <a:cubicBezTo>
                  <a:pt x="3058529" y="1038816"/>
                  <a:pt x="2985412" y="1053675"/>
                  <a:pt x="2914657" y="1068058"/>
                </a:cubicBezTo>
                <a:cubicBezTo>
                  <a:pt x="2805176" y="1090251"/>
                  <a:pt x="2692021" y="1113207"/>
                  <a:pt x="2582149" y="1138924"/>
                </a:cubicBezTo>
                <a:cubicBezTo>
                  <a:pt x="2549330" y="1146639"/>
                  <a:pt x="2516644" y="1154450"/>
                  <a:pt x="2483958" y="1162356"/>
                </a:cubicBezTo>
                <a:cubicBezTo>
                  <a:pt x="2367257" y="1190550"/>
                  <a:pt x="2246621" y="1219601"/>
                  <a:pt x="2123750" y="1238651"/>
                </a:cubicBezTo>
                <a:cubicBezTo>
                  <a:pt x="2004294" y="1257129"/>
                  <a:pt x="1880769" y="1265416"/>
                  <a:pt x="1761444" y="1273417"/>
                </a:cubicBezTo>
                <a:cubicBezTo>
                  <a:pt x="1711167" y="1276751"/>
                  <a:pt x="1659184" y="1280275"/>
                  <a:pt x="1608382" y="1284466"/>
                </a:cubicBezTo>
                <a:cubicBezTo>
                  <a:pt x="1408589" y="1300944"/>
                  <a:pt x="1214570" y="1325805"/>
                  <a:pt x="999942" y="1354284"/>
                </a:cubicBezTo>
                <a:cubicBezTo>
                  <a:pt x="826403" y="1377240"/>
                  <a:pt x="647744" y="1400957"/>
                  <a:pt x="484705" y="1450487"/>
                </a:cubicBezTo>
                <a:cubicBezTo>
                  <a:pt x="355831" y="1489635"/>
                  <a:pt x="231387" y="1544374"/>
                  <a:pt x="113310" y="1613700"/>
                </a:cubicBezTo>
                <a:lnTo>
                  <a:pt x="39668" y="1660822"/>
                </a:lnTo>
                <a:lnTo>
                  <a:pt x="0" y="1660822"/>
                </a:lnTo>
                <a:lnTo>
                  <a:pt x="96701" y="1598934"/>
                </a:lnTo>
                <a:cubicBezTo>
                  <a:pt x="216635" y="1528533"/>
                  <a:pt x="343196" y="1472919"/>
                  <a:pt x="474335" y="1433056"/>
                </a:cubicBezTo>
                <a:cubicBezTo>
                  <a:pt x="639999" y="1382669"/>
                  <a:pt x="820102" y="1358856"/>
                  <a:pt x="994299" y="1335806"/>
                </a:cubicBezTo>
                <a:cubicBezTo>
                  <a:pt x="1210239" y="1307231"/>
                  <a:pt x="1404650" y="1282275"/>
                  <a:pt x="1605231" y="1265702"/>
                </a:cubicBezTo>
                <a:cubicBezTo>
                  <a:pt x="1656428" y="1261511"/>
                  <a:pt x="1708411" y="1257987"/>
                  <a:pt x="1758819" y="1254558"/>
                </a:cubicBezTo>
                <a:cubicBezTo>
                  <a:pt x="1877487" y="1246557"/>
                  <a:pt x="2000094" y="1238365"/>
                  <a:pt x="2118106" y="1220077"/>
                </a:cubicBezTo>
                <a:cubicBezTo>
                  <a:pt x="2239531" y="1201313"/>
                  <a:pt x="2359513" y="1172357"/>
                  <a:pt x="2475557" y="1144353"/>
                </a:cubicBezTo>
                <a:cubicBezTo>
                  <a:pt x="2508243" y="1136448"/>
                  <a:pt x="2541060" y="1128542"/>
                  <a:pt x="2573878" y="1120827"/>
                </a:cubicBezTo>
                <a:cubicBezTo>
                  <a:pt x="2684276" y="1094919"/>
                  <a:pt x="2797694" y="1071963"/>
                  <a:pt x="2907437" y="1049675"/>
                </a:cubicBezTo>
                <a:cubicBezTo>
                  <a:pt x="2978061" y="1035387"/>
                  <a:pt x="3051178" y="1020528"/>
                  <a:pt x="3122589" y="1005098"/>
                </a:cubicBezTo>
                <a:cubicBezTo>
                  <a:pt x="3206997" y="986810"/>
                  <a:pt x="3302823" y="966141"/>
                  <a:pt x="3391169" y="935756"/>
                </a:cubicBezTo>
                <a:cubicBezTo>
                  <a:pt x="3494479" y="900132"/>
                  <a:pt x="3578886" y="856508"/>
                  <a:pt x="3642290" y="806216"/>
                </a:cubicBezTo>
                <a:cubicBezTo>
                  <a:pt x="3720133" y="744303"/>
                  <a:pt x="3773953" y="668103"/>
                  <a:pt x="3825937" y="594475"/>
                </a:cubicBezTo>
                <a:cubicBezTo>
                  <a:pt x="3837621" y="577902"/>
                  <a:pt x="3849435" y="561233"/>
                  <a:pt x="3861381" y="544755"/>
                </a:cubicBezTo>
                <a:cubicBezTo>
                  <a:pt x="3889997" y="505416"/>
                  <a:pt x="3920715" y="465983"/>
                  <a:pt x="3950381" y="427978"/>
                </a:cubicBezTo>
                <a:cubicBezTo>
                  <a:pt x="4007353" y="354921"/>
                  <a:pt x="4066163" y="279388"/>
                  <a:pt x="4112370" y="201378"/>
                </a:cubicBezTo>
                <a:cubicBezTo>
                  <a:pt x="4144662" y="146800"/>
                  <a:pt x="4170785" y="89364"/>
                  <a:pt x="4195989" y="3383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06" name="Graphic 141">
            <a:extLst>
              <a:ext uri="{FF2B5EF4-FFF2-40B4-BE49-F238E27FC236}">
                <a16:creationId xmlns:a16="http://schemas.microsoft.com/office/drawing/2014/main" id="{78DF3BEB-A9CA-46C4-804F-46E09868CC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15178"/>
            <a:ext cx="2198951" cy="3331254"/>
            <a:chOff x="4473129" y="923925"/>
            <a:chExt cx="3308947" cy="5012817"/>
          </a:xfrm>
          <a:noFill/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0FAC16AF-AC8A-1EDC-8D16-D8BA85019A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85988" y="924020"/>
              <a:ext cx="3296088" cy="5012722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BB50D7B-714B-9CC4-E59F-1E76ED99BB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923925"/>
              <a:ext cx="2977477" cy="462714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ECF83644-94F4-BC5C-DDD5-6109F740CD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94561" y="923925"/>
              <a:ext cx="2356712" cy="4118991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1F23382-2A8B-C40B-83E2-760BA0627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923925"/>
              <a:ext cx="2059193" cy="3980116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003069C3-1831-23BF-ED3B-7EBEAA71A3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85131" y="1719357"/>
              <a:ext cx="743796" cy="2867501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54D14786-8218-D6F6-2293-5C2A061928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1912731"/>
              <a:ext cx="597294" cy="2543540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03B31B6-7210-F6B1-9B23-E5C0363619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91417" y="2227197"/>
              <a:ext cx="389425" cy="2011236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07" name="Graphic 157">
            <a:extLst>
              <a:ext uri="{FF2B5EF4-FFF2-40B4-BE49-F238E27FC236}">
                <a16:creationId xmlns:a16="http://schemas.microsoft.com/office/drawing/2014/main" id="{878DAC50-2A88-7B8A-72AA-A0A7AEC79F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610600" y="3276600"/>
            <a:ext cx="3529260" cy="3581398"/>
            <a:chOff x="4114800" y="1423987"/>
            <a:chExt cx="3961542" cy="4007547"/>
          </a:xfrm>
          <a:noFill/>
        </p:grpSpPr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E95A0EBE-63A8-6DBB-5673-8FE0BF47C4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114800" y="1423987"/>
              <a:ext cx="3946874" cy="3989641"/>
            </a:xfrm>
            <a:custGeom>
              <a:avLst/>
              <a:gdLst>
                <a:gd name="connsiteX0" fmla="*/ 0 w 3946874"/>
                <a:gd name="connsiteY0" fmla="*/ 3989641 h 3989641"/>
                <a:gd name="connsiteX1" fmla="*/ 79439 w 3946874"/>
                <a:gd name="connsiteY1" fmla="*/ 3891153 h 3989641"/>
                <a:gd name="connsiteX2" fmla="*/ 297371 w 3946874"/>
                <a:gd name="connsiteY2" fmla="*/ 3626930 h 3989641"/>
                <a:gd name="connsiteX3" fmla="*/ 454343 w 3946874"/>
                <a:gd name="connsiteY3" fmla="*/ 3440335 h 3989641"/>
                <a:gd name="connsiteX4" fmla="*/ 622363 w 3946874"/>
                <a:gd name="connsiteY4" fmla="*/ 3290697 h 3989641"/>
                <a:gd name="connsiteX5" fmla="*/ 927068 w 3946874"/>
                <a:gd name="connsiteY5" fmla="*/ 3087434 h 3989641"/>
                <a:gd name="connsiteX6" fmla="*/ 1176338 w 3946874"/>
                <a:gd name="connsiteY6" fmla="*/ 2915603 h 3989641"/>
                <a:gd name="connsiteX7" fmla="*/ 1394270 w 3946874"/>
                <a:gd name="connsiteY7" fmla="*/ 2780729 h 3989641"/>
                <a:gd name="connsiteX8" fmla="*/ 1601057 w 3946874"/>
                <a:gd name="connsiteY8" fmla="*/ 2723483 h 3989641"/>
                <a:gd name="connsiteX9" fmla="*/ 1756220 w 3946874"/>
                <a:gd name="connsiteY9" fmla="*/ 2743772 h 3989641"/>
                <a:gd name="connsiteX10" fmla="*/ 1889189 w 3946874"/>
                <a:gd name="connsiteY10" fmla="*/ 2765965 h 3989641"/>
                <a:gd name="connsiteX11" fmla="*/ 2007394 w 3946874"/>
                <a:gd name="connsiteY11" fmla="*/ 2765965 h 3989641"/>
                <a:gd name="connsiteX12" fmla="*/ 2184654 w 3946874"/>
                <a:gd name="connsiteY12" fmla="*/ 2671763 h 3989641"/>
                <a:gd name="connsiteX13" fmla="*/ 2372773 w 3946874"/>
                <a:gd name="connsiteY13" fmla="*/ 2538984 h 3989641"/>
                <a:gd name="connsiteX14" fmla="*/ 2439543 w 3946874"/>
                <a:gd name="connsiteY14" fmla="*/ 2510504 h 3989641"/>
                <a:gd name="connsiteX15" fmla="*/ 2650617 w 3946874"/>
                <a:gd name="connsiteY15" fmla="*/ 2434781 h 3989641"/>
                <a:gd name="connsiteX16" fmla="*/ 2785110 w 3946874"/>
                <a:gd name="connsiteY16" fmla="*/ 2383060 h 3989641"/>
                <a:gd name="connsiteX17" fmla="*/ 2897315 w 3946874"/>
                <a:gd name="connsiteY17" fmla="*/ 2318861 h 3989641"/>
                <a:gd name="connsiteX18" fmla="*/ 2997994 w 3946874"/>
                <a:gd name="connsiteY18" fmla="*/ 2226183 h 3989641"/>
                <a:gd name="connsiteX19" fmla="*/ 3061240 w 3946874"/>
                <a:gd name="connsiteY19" fmla="*/ 2141506 h 3989641"/>
                <a:gd name="connsiteX20" fmla="*/ 3152108 w 3946874"/>
                <a:gd name="connsiteY20" fmla="*/ 2005203 h 3989641"/>
                <a:gd name="connsiteX21" fmla="*/ 3274124 w 3946874"/>
                <a:gd name="connsiteY21" fmla="*/ 1871567 h 3989641"/>
                <a:gd name="connsiteX22" fmla="*/ 3388138 w 3946874"/>
                <a:gd name="connsiteY22" fmla="*/ 1770888 h 3989641"/>
                <a:gd name="connsiteX23" fmla="*/ 3466529 w 3946874"/>
                <a:gd name="connsiteY23" fmla="*/ 1679162 h 3989641"/>
                <a:gd name="connsiteX24" fmla="*/ 3538633 w 3946874"/>
                <a:gd name="connsiteY24" fmla="*/ 1551718 h 3989641"/>
                <a:gd name="connsiteX25" fmla="*/ 3588544 w 3946874"/>
                <a:gd name="connsiteY25" fmla="*/ 1376172 h 3989641"/>
                <a:gd name="connsiteX26" fmla="*/ 3597402 w 3946874"/>
                <a:gd name="connsiteY26" fmla="*/ 1293305 h 3989641"/>
                <a:gd name="connsiteX27" fmla="*/ 3721227 w 3946874"/>
                <a:gd name="connsiteY27" fmla="*/ 880491 h 3989641"/>
                <a:gd name="connsiteX28" fmla="*/ 3761137 w 3946874"/>
                <a:gd name="connsiteY28" fmla="*/ 463677 h 3989641"/>
                <a:gd name="connsiteX29" fmla="*/ 3946874 w 3946874"/>
                <a:gd name="connsiteY29" fmla="*/ 0 h 3989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946874" h="3989641">
                  <a:moveTo>
                    <a:pt x="0" y="3989641"/>
                  </a:moveTo>
                  <a:cubicBezTo>
                    <a:pt x="19050" y="3957257"/>
                    <a:pt x="50959" y="3916013"/>
                    <a:pt x="79439" y="3891153"/>
                  </a:cubicBezTo>
                  <a:cubicBezTo>
                    <a:pt x="165544" y="3815906"/>
                    <a:pt x="227933" y="3717989"/>
                    <a:pt x="297371" y="3626930"/>
                  </a:cubicBezTo>
                  <a:cubicBezTo>
                    <a:pt x="346615" y="3562255"/>
                    <a:pt x="398050" y="3499009"/>
                    <a:pt x="454343" y="3440335"/>
                  </a:cubicBezTo>
                  <a:cubicBezTo>
                    <a:pt x="506349" y="3386042"/>
                    <a:pt x="562642" y="3336227"/>
                    <a:pt x="622363" y="3290697"/>
                  </a:cubicBezTo>
                  <a:cubicBezTo>
                    <a:pt x="719519" y="3216688"/>
                    <a:pt x="824960" y="3154585"/>
                    <a:pt x="927068" y="3087434"/>
                  </a:cubicBezTo>
                  <a:cubicBezTo>
                    <a:pt x="1011365" y="3031998"/>
                    <a:pt x="1093565" y="2973324"/>
                    <a:pt x="1176338" y="2915603"/>
                  </a:cubicBezTo>
                  <a:cubicBezTo>
                    <a:pt x="1246537" y="2866644"/>
                    <a:pt x="1317308" y="2818066"/>
                    <a:pt x="1394270" y="2780729"/>
                  </a:cubicBezTo>
                  <a:cubicBezTo>
                    <a:pt x="1459421" y="2749106"/>
                    <a:pt x="1528763" y="2724436"/>
                    <a:pt x="1601057" y="2723483"/>
                  </a:cubicBezTo>
                  <a:cubicBezTo>
                    <a:pt x="1653350" y="2722721"/>
                    <a:pt x="1704785" y="2733485"/>
                    <a:pt x="1756220" y="2743772"/>
                  </a:cubicBezTo>
                  <a:cubicBezTo>
                    <a:pt x="1800320" y="2752630"/>
                    <a:pt x="1844612" y="2760250"/>
                    <a:pt x="1889189" y="2765965"/>
                  </a:cubicBezTo>
                  <a:cubicBezTo>
                    <a:pt x="1928622" y="2771013"/>
                    <a:pt x="1968437" y="2773299"/>
                    <a:pt x="2007394" y="2765965"/>
                  </a:cubicBezTo>
                  <a:cubicBezTo>
                    <a:pt x="2073878" y="2753487"/>
                    <a:pt x="2130647" y="2712911"/>
                    <a:pt x="2184654" y="2671763"/>
                  </a:cubicBezTo>
                  <a:cubicBezTo>
                    <a:pt x="2245900" y="2625090"/>
                    <a:pt x="2304002" y="2573465"/>
                    <a:pt x="2372773" y="2538984"/>
                  </a:cubicBezTo>
                  <a:cubicBezTo>
                    <a:pt x="2394395" y="2528126"/>
                    <a:pt x="2416874" y="2518982"/>
                    <a:pt x="2439543" y="2510504"/>
                  </a:cubicBezTo>
                  <a:cubicBezTo>
                    <a:pt x="2509552" y="2484215"/>
                    <a:pt x="2580037" y="2459450"/>
                    <a:pt x="2650617" y="2434781"/>
                  </a:cubicBezTo>
                  <a:cubicBezTo>
                    <a:pt x="2695956" y="2418874"/>
                    <a:pt x="2741295" y="2402872"/>
                    <a:pt x="2785110" y="2383060"/>
                  </a:cubicBezTo>
                  <a:cubicBezTo>
                    <a:pt x="2824448" y="2365248"/>
                    <a:pt x="2862358" y="2344198"/>
                    <a:pt x="2897315" y="2318861"/>
                  </a:cubicBezTo>
                  <a:cubicBezTo>
                    <a:pt x="2934367" y="2292096"/>
                    <a:pt x="2968085" y="2260854"/>
                    <a:pt x="2997994" y="2226183"/>
                  </a:cubicBezTo>
                  <a:cubicBezTo>
                    <a:pt x="3020949" y="2199513"/>
                    <a:pt x="3041714" y="2170938"/>
                    <a:pt x="3061240" y="2141506"/>
                  </a:cubicBezTo>
                  <a:cubicBezTo>
                    <a:pt x="3091529" y="2095976"/>
                    <a:pt x="3119533" y="2049018"/>
                    <a:pt x="3152108" y="2005203"/>
                  </a:cubicBezTo>
                  <a:cubicBezTo>
                    <a:pt x="3188113" y="1956626"/>
                    <a:pt x="3229261" y="1912144"/>
                    <a:pt x="3274124" y="1871567"/>
                  </a:cubicBezTo>
                  <a:cubicBezTo>
                    <a:pt x="3311747" y="1837563"/>
                    <a:pt x="3351848" y="1806321"/>
                    <a:pt x="3388138" y="1770888"/>
                  </a:cubicBezTo>
                  <a:cubicBezTo>
                    <a:pt x="3416999" y="1742694"/>
                    <a:pt x="3443002" y="1711833"/>
                    <a:pt x="3466529" y="1679162"/>
                  </a:cubicBezTo>
                  <a:cubicBezTo>
                    <a:pt x="3495008" y="1639348"/>
                    <a:pt x="3519392" y="1596771"/>
                    <a:pt x="3538633" y="1551718"/>
                  </a:cubicBezTo>
                  <a:cubicBezTo>
                    <a:pt x="3562731" y="1495616"/>
                    <a:pt x="3578924" y="1436465"/>
                    <a:pt x="3588544" y="1376172"/>
                  </a:cubicBezTo>
                  <a:cubicBezTo>
                    <a:pt x="3592925" y="1348740"/>
                    <a:pt x="3595688" y="1321022"/>
                    <a:pt x="3597402" y="1293305"/>
                  </a:cubicBezTo>
                  <a:cubicBezTo>
                    <a:pt x="3605974" y="1155859"/>
                    <a:pt x="3717703" y="1018127"/>
                    <a:pt x="3721227" y="880491"/>
                  </a:cubicBezTo>
                  <a:cubicBezTo>
                    <a:pt x="3724751" y="740855"/>
                    <a:pt x="3743135" y="602171"/>
                    <a:pt x="3761137" y="463677"/>
                  </a:cubicBezTo>
                  <a:cubicBezTo>
                    <a:pt x="3776186" y="347758"/>
                    <a:pt x="3934968" y="116205"/>
                    <a:pt x="3946874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42DB2D78-CD72-F77D-F6D9-FF9AF70BC3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95978" y="2441733"/>
              <a:ext cx="3665410" cy="2985611"/>
            </a:xfrm>
            <a:custGeom>
              <a:avLst/>
              <a:gdLst>
                <a:gd name="connsiteX0" fmla="*/ 0 w 3665410"/>
                <a:gd name="connsiteY0" fmla="*/ 2985611 h 2985611"/>
                <a:gd name="connsiteX1" fmla="*/ 166211 w 3665410"/>
                <a:gd name="connsiteY1" fmla="*/ 2699766 h 2985611"/>
                <a:gd name="connsiteX2" fmla="*/ 397002 w 3665410"/>
                <a:gd name="connsiteY2" fmla="*/ 2414969 h 2985611"/>
                <a:gd name="connsiteX3" fmla="*/ 620173 w 3665410"/>
                <a:gd name="connsiteY3" fmla="*/ 2237899 h 2985611"/>
                <a:gd name="connsiteX4" fmla="*/ 823341 w 3665410"/>
                <a:gd name="connsiteY4" fmla="*/ 2085499 h 2985611"/>
                <a:gd name="connsiteX5" fmla="*/ 1089565 w 3665410"/>
                <a:gd name="connsiteY5" fmla="*/ 1911477 h 2985611"/>
                <a:gd name="connsiteX6" fmla="*/ 1145000 w 3665410"/>
                <a:gd name="connsiteY6" fmla="*/ 1886807 h 2985611"/>
                <a:gd name="connsiteX7" fmla="*/ 1375791 w 3665410"/>
                <a:gd name="connsiteY7" fmla="*/ 1842135 h 2985611"/>
                <a:gd name="connsiteX8" fmla="*/ 1486567 w 3665410"/>
                <a:gd name="connsiteY8" fmla="*/ 1857566 h 2985611"/>
                <a:gd name="connsiteX9" fmla="*/ 1568101 w 3665410"/>
                <a:gd name="connsiteY9" fmla="*/ 1871377 h 2985611"/>
                <a:gd name="connsiteX10" fmla="*/ 1810607 w 3665410"/>
                <a:gd name="connsiteY10" fmla="*/ 1871377 h 2985611"/>
                <a:gd name="connsiteX11" fmla="*/ 1997964 w 3665410"/>
                <a:gd name="connsiteY11" fmla="*/ 1790605 h 2985611"/>
                <a:gd name="connsiteX12" fmla="*/ 2109883 w 3665410"/>
                <a:gd name="connsiteY12" fmla="*/ 1702784 h 2985611"/>
                <a:gd name="connsiteX13" fmla="*/ 2321433 w 3665410"/>
                <a:gd name="connsiteY13" fmla="*/ 1552384 h 2985611"/>
                <a:gd name="connsiteX14" fmla="*/ 2558891 w 3665410"/>
                <a:gd name="connsiteY14" fmla="*/ 1453420 h 2985611"/>
                <a:gd name="connsiteX15" fmla="*/ 2709767 w 3665410"/>
                <a:gd name="connsiteY15" fmla="*/ 1377887 h 2985611"/>
                <a:gd name="connsiteX16" fmla="*/ 2885408 w 3665410"/>
                <a:gd name="connsiteY16" fmla="*/ 1237393 h 2985611"/>
                <a:gd name="connsiteX17" fmla="*/ 3017711 w 3665410"/>
                <a:gd name="connsiteY17" fmla="*/ 1072229 h 2985611"/>
                <a:gd name="connsiteX18" fmla="*/ 3150680 w 3665410"/>
                <a:gd name="connsiteY18" fmla="*/ 921830 h 2985611"/>
                <a:gd name="connsiteX19" fmla="*/ 3255169 w 3665410"/>
                <a:gd name="connsiteY19" fmla="*/ 801815 h 2985611"/>
                <a:gd name="connsiteX20" fmla="*/ 3339275 w 3665410"/>
                <a:gd name="connsiteY20" fmla="*/ 694182 h 2985611"/>
                <a:gd name="connsiteX21" fmla="*/ 3409188 w 3665410"/>
                <a:gd name="connsiteY21" fmla="*/ 546926 h 2985611"/>
                <a:gd name="connsiteX22" fmla="*/ 3464243 w 3665410"/>
                <a:gd name="connsiteY22" fmla="*/ 347663 h 2985611"/>
                <a:gd name="connsiteX23" fmla="*/ 3665411 w 3665410"/>
                <a:gd name="connsiteY23" fmla="*/ 0 h 29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665410" h="2985611">
                  <a:moveTo>
                    <a:pt x="0" y="2985611"/>
                  </a:moveTo>
                  <a:cubicBezTo>
                    <a:pt x="0" y="2985611"/>
                    <a:pt x="86773" y="2802827"/>
                    <a:pt x="166211" y="2699766"/>
                  </a:cubicBezTo>
                  <a:cubicBezTo>
                    <a:pt x="240983" y="2602706"/>
                    <a:pt x="309182" y="2500122"/>
                    <a:pt x="397002" y="2414969"/>
                  </a:cubicBezTo>
                  <a:cubicBezTo>
                    <a:pt x="465296" y="2348865"/>
                    <a:pt x="543592" y="2294477"/>
                    <a:pt x="620173" y="2237899"/>
                  </a:cubicBezTo>
                  <a:cubicBezTo>
                    <a:pt x="688277" y="2187607"/>
                    <a:pt x="755333" y="2135886"/>
                    <a:pt x="823341" y="2085499"/>
                  </a:cubicBezTo>
                  <a:cubicBezTo>
                    <a:pt x="908685" y="2022253"/>
                    <a:pt x="994791" y="1959197"/>
                    <a:pt x="1089565" y="1911477"/>
                  </a:cubicBezTo>
                  <a:cubicBezTo>
                    <a:pt x="1107662" y="1902428"/>
                    <a:pt x="1126141" y="1894141"/>
                    <a:pt x="1145000" y="1886807"/>
                  </a:cubicBezTo>
                  <a:cubicBezTo>
                    <a:pt x="1218819" y="1858232"/>
                    <a:pt x="1296924" y="1838611"/>
                    <a:pt x="1375791" y="1842135"/>
                  </a:cubicBezTo>
                  <a:cubicBezTo>
                    <a:pt x="1413129" y="1843754"/>
                    <a:pt x="1449896" y="1850422"/>
                    <a:pt x="1486567" y="1857566"/>
                  </a:cubicBezTo>
                  <a:cubicBezTo>
                    <a:pt x="1513618" y="1862804"/>
                    <a:pt x="1540859" y="1867376"/>
                    <a:pt x="1568101" y="1871377"/>
                  </a:cubicBezTo>
                  <a:cubicBezTo>
                    <a:pt x="1648778" y="1883188"/>
                    <a:pt x="1730978" y="1887665"/>
                    <a:pt x="1810607" y="1871377"/>
                  </a:cubicBezTo>
                  <a:cubicBezTo>
                    <a:pt x="1877854" y="1857661"/>
                    <a:pt x="1941100" y="1829086"/>
                    <a:pt x="1997964" y="1790605"/>
                  </a:cubicBezTo>
                  <a:cubicBezTo>
                    <a:pt x="2037302" y="1764030"/>
                    <a:pt x="2073497" y="1733264"/>
                    <a:pt x="2109883" y="1702784"/>
                  </a:cubicBezTo>
                  <a:cubicBezTo>
                    <a:pt x="2176367" y="1647063"/>
                    <a:pt x="2244852" y="1593151"/>
                    <a:pt x="2321433" y="1552384"/>
                  </a:cubicBezTo>
                  <a:cubicBezTo>
                    <a:pt x="2397157" y="1512094"/>
                    <a:pt x="2479548" y="1486281"/>
                    <a:pt x="2558891" y="1453420"/>
                  </a:cubicBezTo>
                  <a:cubicBezTo>
                    <a:pt x="2610898" y="1431798"/>
                    <a:pt x="2661571" y="1407033"/>
                    <a:pt x="2709767" y="1377887"/>
                  </a:cubicBezTo>
                  <a:cubicBezTo>
                    <a:pt x="2774252" y="1338929"/>
                    <a:pt x="2834069" y="1292447"/>
                    <a:pt x="2885408" y="1237393"/>
                  </a:cubicBezTo>
                  <a:cubicBezTo>
                    <a:pt x="2933605" y="1185767"/>
                    <a:pt x="2973324" y="1127093"/>
                    <a:pt x="3017711" y="1072229"/>
                  </a:cubicBezTo>
                  <a:cubicBezTo>
                    <a:pt x="3059811" y="1020223"/>
                    <a:pt x="3105912" y="971645"/>
                    <a:pt x="3150680" y="921830"/>
                  </a:cubicBezTo>
                  <a:cubicBezTo>
                    <a:pt x="3186113" y="882396"/>
                    <a:pt x="3220593" y="842010"/>
                    <a:pt x="3255169" y="801815"/>
                  </a:cubicBezTo>
                  <a:cubicBezTo>
                    <a:pt x="3284887" y="767239"/>
                    <a:pt x="3314605" y="732473"/>
                    <a:pt x="3339275" y="694182"/>
                  </a:cubicBezTo>
                  <a:cubicBezTo>
                    <a:pt x="3368707" y="648367"/>
                    <a:pt x="3390138" y="597980"/>
                    <a:pt x="3409188" y="546926"/>
                  </a:cubicBezTo>
                  <a:cubicBezTo>
                    <a:pt x="3433382" y="482156"/>
                    <a:pt x="3453384" y="415861"/>
                    <a:pt x="3464243" y="347663"/>
                  </a:cubicBezTo>
                  <a:cubicBezTo>
                    <a:pt x="3476244" y="272224"/>
                    <a:pt x="3661696" y="76295"/>
                    <a:pt x="366541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F0FBB765-F6C9-4DAC-AABA-E77AC32EDD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90402" y="5229700"/>
              <a:ext cx="285940" cy="199072"/>
            </a:xfrm>
            <a:custGeom>
              <a:avLst/>
              <a:gdLst>
                <a:gd name="connsiteX0" fmla="*/ 0 w 285940"/>
                <a:gd name="connsiteY0" fmla="*/ 199073 h 199072"/>
                <a:gd name="connsiteX1" fmla="*/ 285940 w 285940"/>
                <a:gd name="connsiteY1" fmla="*/ 0 h 199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85940" h="199072">
                  <a:moveTo>
                    <a:pt x="0" y="199073"/>
                  </a:moveTo>
                  <a:cubicBezTo>
                    <a:pt x="0" y="199073"/>
                    <a:pt x="242125" y="39243"/>
                    <a:pt x="28594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B55AFCA9-2AC6-C6B6-A4AD-D5D274E16F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393114" y="5049773"/>
              <a:ext cx="655796" cy="381190"/>
            </a:xfrm>
            <a:custGeom>
              <a:avLst/>
              <a:gdLst>
                <a:gd name="connsiteX0" fmla="*/ 0 w 655796"/>
                <a:gd name="connsiteY0" fmla="*/ 381190 h 381190"/>
                <a:gd name="connsiteX1" fmla="*/ 655796 w 655796"/>
                <a:gd name="connsiteY1" fmla="*/ 0 h 381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5796" h="381190">
                  <a:moveTo>
                    <a:pt x="0" y="381190"/>
                  </a:moveTo>
                  <a:cubicBezTo>
                    <a:pt x="0" y="381190"/>
                    <a:pt x="461105" y="172117"/>
                    <a:pt x="65579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F096D8EE-6F03-FAE4-0614-B81D4BCDF3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154072" y="3867816"/>
              <a:ext cx="2907315" cy="1544764"/>
            </a:xfrm>
            <a:custGeom>
              <a:avLst/>
              <a:gdLst>
                <a:gd name="connsiteX0" fmla="*/ 0 w 2907315"/>
                <a:gd name="connsiteY0" fmla="*/ 1544764 h 1544764"/>
                <a:gd name="connsiteX1" fmla="*/ 201644 w 2907315"/>
                <a:gd name="connsiteY1" fmla="*/ 1352550 h 1544764"/>
                <a:gd name="connsiteX2" fmla="*/ 423196 w 2907315"/>
                <a:gd name="connsiteY2" fmla="*/ 1196054 h 1544764"/>
                <a:gd name="connsiteX3" fmla="*/ 782193 w 2907315"/>
                <a:gd name="connsiteY3" fmla="*/ 1099947 h 1544764"/>
                <a:gd name="connsiteX4" fmla="*/ 1052513 w 2907315"/>
                <a:gd name="connsiteY4" fmla="*/ 1042321 h 1544764"/>
                <a:gd name="connsiteX5" fmla="*/ 1311783 w 2907315"/>
                <a:gd name="connsiteY5" fmla="*/ 1056037 h 1544764"/>
                <a:gd name="connsiteX6" fmla="*/ 1484662 w 2907315"/>
                <a:gd name="connsiteY6" fmla="*/ 1083469 h 1544764"/>
                <a:gd name="connsiteX7" fmla="*/ 1788224 w 2907315"/>
                <a:gd name="connsiteY7" fmla="*/ 1023080 h 1544764"/>
                <a:gd name="connsiteX8" fmla="*/ 2269045 w 2907315"/>
                <a:gd name="connsiteY8" fmla="*/ 734758 h 1544764"/>
                <a:gd name="connsiteX9" fmla="*/ 2534984 w 2907315"/>
                <a:gd name="connsiteY9" fmla="*/ 572738 h 1544764"/>
                <a:gd name="connsiteX10" fmla="*/ 2907316 w 2907315"/>
                <a:gd name="connsiteY10" fmla="*/ 0 h 1544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7315" h="1544764">
                  <a:moveTo>
                    <a:pt x="0" y="1544764"/>
                  </a:moveTo>
                  <a:cubicBezTo>
                    <a:pt x="0" y="1544764"/>
                    <a:pt x="98012" y="1443990"/>
                    <a:pt x="201644" y="1352550"/>
                  </a:cubicBezTo>
                  <a:cubicBezTo>
                    <a:pt x="271272" y="1291209"/>
                    <a:pt x="343662" y="1234249"/>
                    <a:pt x="423196" y="1196054"/>
                  </a:cubicBezTo>
                  <a:cubicBezTo>
                    <a:pt x="537591" y="1141095"/>
                    <a:pt x="661226" y="1127189"/>
                    <a:pt x="782193" y="1099947"/>
                  </a:cubicBezTo>
                  <a:cubicBezTo>
                    <a:pt x="872300" y="1079659"/>
                    <a:pt x="961358" y="1051370"/>
                    <a:pt x="1052513" y="1042321"/>
                  </a:cubicBezTo>
                  <a:cubicBezTo>
                    <a:pt x="1139000" y="1033653"/>
                    <a:pt x="1225868" y="1040321"/>
                    <a:pt x="1311783" y="1056037"/>
                  </a:cubicBezTo>
                  <a:cubicBezTo>
                    <a:pt x="1369314" y="1066609"/>
                    <a:pt x="1426559" y="1079373"/>
                    <a:pt x="1484662" y="1083469"/>
                  </a:cubicBezTo>
                  <a:cubicBezTo>
                    <a:pt x="1587913" y="1090803"/>
                    <a:pt x="1690402" y="1064800"/>
                    <a:pt x="1788224" y="1023080"/>
                  </a:cubicBezTo>
                  <a:cubicBezTo>
                    <a:pt x="1956721" y="951262"/>
                    <a:pt x="2106549" y="825722"/>
                    <a:pt x="2269045" y="734758"/>
                  </a:cubicBezTo>
                  <a:cubicBezTo>
                    <a:pt x="2359438" y="684181"/>
                    <a:pt x="2452497" y="640556"/>
                    <a:pt x="2534984" y="572738"/>
                  </a:cubicBezTo>
                  <a:cubicBezTo>
                    <a:pt x="2673001" y="459391"/>
                    <a:pt x="2847023" y="191453"/>
                    <a:pt x="290731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8C4F50BE-7C43-2723-49B8-B7C620F5C6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07946" y="3479100"/>
              <a:ext cx="3168300" cy="1952434"/>
            </a:xfrm>
            <a:custGeom>
              <a:avLst/>
              <a:gdLst>
                <a:gd name="connsiteX0" fmla="*/ 0 w 3168300"/>
                <a:gd name="connsiteY0" fmla="*/ 1952435 h 1952434"/>
                <a:gd name="connsiteX1" fmla="*/ 202121 w 3168300"/>
                <a:gd name="connsiteY1" fmla="*/ 1687068 h 1952434"/>
                <a:gd name="connsiteX2" fmla="*/ 545116 w 3168300"/>
                <a:gd name="connsiteY2" fmla="*/ 1450277 h 1952434"/>
                <a:gd name="connsiteX3" fmla="*/ 906780 w 3168300"/>
                <a:gd name="connsiteY3" fmla="*/ 1354455 h 1952434"/>
                <a:gd name="connsiteX4" fmla="*/ 1332262 w 3168300"/>
                <a:gd name="connsiteY4" fmla="*/ 1285304 h 1952434"/>
                <a:gd name="connsiteX5" fmla="*/ 1691259 w 3168300"/>
                <a:gd name="connsiteY5" fmla="*/ 1240060 h 1952434"/>
                <a:gd name="connsiteX6" fmla="*/ 2010346 w 3168300"/>
                <a:gd name="connsiteY6" fmla="*/ 1141667 h 1952434"/>
                <a:gd name="connsiteX7" fmla="*/ 2393252 w 3168300"/>
                <a:gd name="connsiteY7" fmla="*/ 1027271 h 1952434"/>
                <a:gd name="connsiteX8" fmla="*/ 2582037 w 3168300"/>
                <a:gd name="connsiteY8" fmla="*/ 958120 h 1952434"/>
                <a:gd name="connsiteX9" fmla="*/ 2760155 w 3168300"/>
                <a:gd name="connsiteY9" fmla="*/ 827723 h 1952434"/>
                <a:gd name="connsiteX10" fmla="*/ 2914364 w 3168300"/>
                <a:gd name="connsiteY10" fmla="*/ 567023 h 1952434"/>
                <a:gd name="connsiteX11" fmla="*/ 3168301 w 3168300"/>
                <a:gd name="connsiteY11" fmla="*/ 0 h 1952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68300" h="1952434">
                  <a:moveTo>
                    <a:pt x="0" y="1952435"/>
                  </a:moveTo>
                  <a:cubicBezTo>
                    <a:pt x="0" y="1952435"/>
                    <a:pt x="91059" y="1796415"/>
                    <a:pt x="202121" y="1687068"/>
                  </a:cubicBezTo>
                  <a:cubicBezTo>
                    <a:pt x="301943" y="1588675"/>
                    <a:pt x="416528" y="1505617"/>
                    <a:pt x="545116" y="1450277"/>
                  </a:cubicBezTo>
                  <a:cubicBezTo>
                    <a:pt x="659987" y="1400747"/>
                    <a:pt x="783622" y="1377601"/>
                    <a:pt x="906780" y="1354455"/>
                  </a:cubicBezTo>
                  <a:cubicBezTo>
                    <a:pt x="1048036" y="1327976"/>
                    <a:pt x="1189482" y="1301972"/>
                    <a:pt x="1332262" y="1285304"/>
                  </a:cubicBezTo>
                  <a:cubicBezTo>
                    <a:pt x="1452182" y="1271302"/>
                    <a:pt x="1573340" y="1265873"/>
                    <a:pt x="1691259" y="1240060"/>
                  </a:cubicBezTo>
                  <a:cubicBezTo>
                    <a:pt x="1800035" y="1216247"/>
                    <a:pt x="1904619" y="1176718"/>
                    <a:pt x="2010346" y="1141667"/>
                  </a:cubicBezTo>
                  <a:cubicBezTo>
                    <a:pt x="2136743" y="1099661"/>
                    <a:pt x="2265902" y="1066229"/>
                    <a:pt x="2393252" y="1027271"/>
                  </a:cubicBezTo>
                  <a:cubicBezTo>
                    <a:pt x="2457450" y="1007650"/>
                    <a:pt x="2521744" y="987552"/>
                    <a:pt x="2582037" y="958120"/>
                  </a:cubicBezTo>
                  <a:cubicBezTo>
                    <a:pt x="2648807" y="925449"/>
                    <a:pt x="2710815" y="883349"/>
                    <a:pt x="2760155" y="827723"/>
                  </a:cubicBezTo>
                  <a:cubicBezTo>
                    <a:pt x="2827496" y="751904"/>
                    <a:pt x="2867978" y="657511"/>
                    <a:pt x="2914364" y="567023"/>
                  </a:cubicBezTo>
                  <a:cubicBezTo>
                    <a:pt x="2972753" y="453200"/>
                    <a:pt x="3119152" y="118015"/>
                    <a:pt x="316830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3CC97D40-53DA-B67F-098F-8D664BCA5C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04778" y="2976752"/>
              <a:ext cx="3356800" cy="2452020"/>
            </a:xfrm>
            <a:custGeom>
              <a:avLst/>
              <a:gdLst>
                <a:gd name="connsiteX0" fmla="*/ 0 w 3356800"/>
                <a:gd name="connsiteY0" fmla="*/ 2452021 h 2452020"/>
                <a:gd name="connsiteX1" fmla="*/ 130874 w 3356800"/>
                <a:gd name="connsiteY1" fmla="*/ 2247710 h 2452020"/>
                <a:gd name="connsiteX2" fmla="*/ 437197 w 3356800"/>
                <a:gd name="connsiteY2" fmla="*/ 1941195 h 2452020"/>
                <a:gd name="connsiteX3" fmla="*/ 737140 w 3356800"/>
                <a:gd name="connsiteY3" fmla="*/ 1736884 h 2452020"/>
                <a:gd name="connsiteX4" fmla="*/ 1031843 w 3356800"/>
                <a:gd name="connsiteY4" fmla="*/ 1685068 h 2452020"/>
                <a:gd name="connsiteX5" fmla="*/ 1287304 w 3356800"/>
                <a:gd name="connsiteY5" fmla="*/ 1655826 h 2452020"/>
                <a:gd name="connsiteX6" fmla="*/ 1471994 w 3356800"/>
                <a:gd name="connsiteY6" fmla="*/ 1634300 h 2452020"/>
                <a:gd name="connsiteX7" fmla="*/ 1898237 w 3356800"/>
                <a:gd name="connsiteY7" fmla="*/ 1512665 h 2452020"/>
                <a:gd name="connsiteX8" fmla="*/ 2229136 w 3356800"/>
                <a:gd name="connsiteY8" fmla="*/ 1355598 h 2452020"/>
                <a:gd name="connsiteX9" fmla="*/ 2512314 w 3356800"/>
                <a:gd name="connsiteY9" fmla="*/ 1238631 h 2452020"/>
                <a:gd name="connsiteX10" fmla="*/ 2758535 w 3356800"/>
                <a:gd name="connsiteY10" fmla="*/ 1096994 h 2452020"/>
                <a:gd name="connsiteX11" fmla="*/ 2935510 w 3356800"/>
                <a:gd name="connsiteY11" fmla="*/ 919925 h 2452020"/>
                <a:gd name="connsiteX12" fmla="*/ 3081719 w 3356800"/>
                <a:gd name="connsiteY12" fmla="*/ 687419 h 2452020"/>
                <a:gd name="connsiteX13" fmla="*/ 3356800 w 3356800"/>
                <a:gd name="connsiteY13" fmla="*/ 0 h 2452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356800" h="2452020">
                  <a:moveTo>
                    <a:pt x="0" y="2452021"/>
                  </a:moveTo>
                  <a:cubicBezTo>
                    <a:pt x="0" y="2452021"/>
                    <a:pt x="57150" y="2344198"/>
                    <a:pt x="130874" y="2247710"/>
                  </a:cubicBezTo>
                  <a:cubicBezTo>
                    <a:pt x="218694" y="2132648"/>
                    <a:pt x="328136" y="2036635"/>
                    <a:pt x="437197" y="1941195"/>
                  </a:cubicBezTo>
                  <a:cubicBezTo>
                    <a:pt x="529304" y="1860709"/>
                    <a:pt x="623030" y="1779556"/>
                    <a:pt x="737140" y="1736884"/>
                  </a:cubicBezTo>
                  <a:cubicBezTo>
                    <a:pt x="830866" y="1701736"/>
                    <a:pt x="932021" y="1695450"/>
                    <a:pt x="1031843" y="1685068"/>
                  </a:cubicBezTo>
                  <a:cubicBezTo>
                    <a:pt x="1117092" y="1676210"/>
                    <a:pt x="1202055" y="1665160"/>
                    <a:pt x="1287304" y="1655826"/>
                  </a:cubicBezTo>
                  <a:cubicBezTo>
                    <a:pt x="1348931" y="1649063"/>
                    <a:pt x="1410653" y="1643539"/>
                    <a:pt x="1471994" y="1634300"/>
                  </a:cubicBezTo>
                  <a:cubicBezTo>
                    <a:pt x="1618679" y="1612011"/>
                    <a:pt x="1761935" y="1571149"/>
                    <a:pt x="1898237" y="1512665"/>
                  </a:cubicBezTo>
                  <a:cubicBezTo>
                    <a:pt x="2010442" y="1464564"/>
                    <a:pt x="2117503" y="1405128"/>
                    <a:pt x="2229136" y="1355598"/>
                  </a:cubicBezTo>
                  <a:cubicBezTo>
                    <a:pt x="2322481" y="1314164"/>
                    <a:pt x="2418969" y="1280160"/>
                    <a:pt x="2512314" y="1238631"/>
                  </a:cubicBezTo>
                  <a:cubicBezTo>
                    <a:pt x="2599087" y="1199960"/>
                    <a:pt x="2683193" y="1154811"/>
                    <a:pt x="2758535" y="1096994"/>
                  </a:cubicBezTo>
                  <a:cubicBezTo>
                    <a:pt x="2825020" y="1046035"/>
                    <a:pt x="2883789" y="985837"/>
                    <a:pt x="2935510" y="919925"/>
                  </a:cubicBezTo>
                  <a:cubicBezTo>
                    <a:pt x="2992184" y="847725"/>
                    <a:pt x="3039904" y="769144"/>
                    <a:pt x="3081719" y="687419"/>
                  </a:cubicBezTo>
                  <a:cubicBezTo>
                    <a:pt x="3138297" y="576739"/>
                    <a:pt x="3314129" y="116776"/>
                    <a:pt x="335680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 useBgFill="1">
        <p:nvSpPr>
          <p:cNvPr id="108" name="Rectangle 107">
            <a:extLst>
              <a:ext uri="{FF2B5EF4-FFF2-40B4-BE49-F238E27FC236}">
                <a16:creationId xmlns:a16="http://schemas.microsoft.com/office/drawing/2014/main" id="{D2EB01EA-2CD1-A742-742B-6EB8B5341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85FC24D7-8FB9-6FA8-EAE9-D6067F0112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110" name="Top Left">
            <a:extLst>
              <a:ext uri="{FF2B5EF4-FFF2-40B4-BE49-F238E27FC236}">
                <a16:creationId xmlns:a16="http://schemas.microsoft.com/office/drawing/2014/main" id="{60B8E16D-DF65-D73C-2BB0-E263E1CF8B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-3086"/>
            <a:ext cx="2198951" cy="3349518"/>
            <a:chOff x="10849" y="-3086"/>
            <a:chExt cx="2198951" cy="3349518"/>
          </a:xfrm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9CD182A5-C4E0-4D8D-4B21-475F559D8A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064BB549-B31E-613C-94F2-3B3375F11B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1BAA9342-F4AF-784B-38EC-1DCA12E274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C17ECC41-4D3E-99C2-267A-2302100938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2F837DDC-7C2A-F95A-F39F-DFDE810EE2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024DBC91-566E-FBC0-7272-AA2C0481F9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0C5F214E-4E25-CEA0-89B1-69AC2FE588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D3AC1199-A160-D424-6DE9-FB045A0E03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2" name="Title 11">
            <a:extLst>
              <a:ext uri="{FF2B5EF4-FFF2-40B4-BE49-F238E27FC236}">
                <a16:creationId xmlns:a16="http://schemas.microsoft.com/office/drawing/2014/main" id="{E491A2B2-3A4A-5800-C355-91C8A6BAD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1" y="559813"/>
            <a:ext cx="9988166" cy="166457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dirty="0"/>
              <a:t>Architecture of MobileNetV1</a:t>
            </a:r>
            <a:endParaRPr lang="en-US" kern="1200" dirty="0">
              <a:latin typeface="+mj-lt"/>
              <a:ea typeface="+mj-ea"/>
              <a:cs typeface="+mj-cs"/>
            </a:endParaRPr>
          </a:p>
        </p:txBody>
      </p:sp>
      <p:grpSp>
        <p:nvGrpSpPr>
          <p:cNvPr id="111" name="Bottom Right">
            <a:extLst>
              <a:ext uri="{FF2B5EF4-FFF2-40B4-BE49-F238E27FC236}">
                <a16:creationId xmlns:a16="http://schemas.microsoft.com/office/drawing/2014/main" id="{024F910C-21BB-6A3A-C5AF-5B5ECBFD1B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26675708-52EB-5877-A1F8-74C2ACEB0A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39256" y="6178637"/>
              <a:ext cx="1482102" cy="67936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grpSp>
          <p:nvGrpSpPr>
            <p:cNvPr id="60" name="Graphic 157">
              <a:extLst>
                <a:ext uri="{FF2B5EF4-FFF2-40B4-BE49-F238E27FC236}">
                  <a16:creationId xmlns:a16="http://schemas.microsoft.com/office/drawing/2014/main" id="{D9C38BD1-91F2-040B-1853-D1A9926A21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90C7C6FF-AAF6-F622-2A21-04889CBDF67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033E1D93-740C-1C78-D141-AB618B5ACDE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DDE3A037-6CB3-B866-7CF8-A2B727DFAAC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ADAEA3FE-8F73-4EEF-EF4C-28DA5FDC2C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0092CFC0-87DE-F8FD-DB1A-73B6AD273B6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37EE4162-23F1-3505-13F8-F28C28BFA1C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65ECA25D-D758-32E2-3CC8-175B474632B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D5CCC189-3402-6A79-B216-C2C683B520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51EFA4F8-440D-D578-51C2-6CAB61E489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4512" y="2051646"/>
            <a:ext cx="9978765" cy="4113992"/>
          </a:xfrm>
          <a:prstGeom prst="round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algn="just">
              <a:lnSpc>
                <a:spcPct val="150000"/>
              </a:lnSpc>
              <a:buFont typeface="Avenir Next LT Pro" panose="020B0504020202020204" pitchFamily="34" charset="0"/>
              <a:buChar char="+"/>
            </a:pPr>
            <a:r>
              <a:rPr lang="en-US" dirty="0">
                <a:ea typeface="+mn-lt"/>
                <a:cs typeface="+mn-lt"/>
              </a:rPr>
              <a:t>MobileNetV1 was published in April 2017. Its main architectural innovation was incorporation of depth-wise separable convolutions. </a:t>
            </a:r>
          </a:p>
          <a:p>
            <a:pPr indent="-228600" algn="just">
              <a:lnSpc>
                <a:spcPct val="150000"/>
              </a:lnSpc>
              <a:buChar char="+"/>
            </a:pPr>
            <a:r>
              <a:rPr lang="en-US" dirty="0">
                <a:ea typeface="+mn-lt"/>
                <a:cs typeface="+mn-lt"/>
              </a:rPr>
              <a:t>Depth-Wise separable convolution originated from the idea that a filter’s depth and spatial dimension can be separated, thus, the name separable.</a:t>
            </a:r>
          </a:p>
          <a:p>
            <a:pPr indent="-228600" algn="just">
              <a:lnSpc>
                <a:spcPct val="150000"/>
              </a:lnSpc>
              <a:buChar char="+"/>
            </a:pPr>
            <a:r>
              <a:rPr lang="en-US" dirty="0">
                <a:ea typeface="+mn-lt"/>
                <a:cs typeface="+mn-lt"/>
              </a:rPr>
              <a:t>The depth-wise separable convolution decomposes a single standard convolution into two convolutions: a depth-wise convolution that filters each input channel independently and a pointwise convolution ( 1 × 1 convolution) that combines the outputs of the depth-wise convolution. This factorization significantly reduces computational cost.</a:t>
            </a:r>
            <a:endParaRPr lang="en-US" dirty="0"/>
          </a:p>
          <a:p>
            <a:pPr indent="-228600" algn="just">
              <a:lnSpc>
                <a:spcPct val="150000"/>
              </a:lnSpc>
              <a:buFont typeface="Avenir Next LT Pro" panose="020B0504020202020204" pitchFamily="34" charset="0"/>
              <a:buChar char="+"/>
            </a:pPr>
            <a:endParaRPr lang="en-US" dirty="0"/>
          </a:p>
          <a:p>
            <a:pPr indent="-228600" algn="just">
              <a:lnSpc>
                <a:spcPct val="150000"/>
              </a:lnSpc>
              <a:buFont typeface="Avenir Next LT Pro" panose="020B0504020202020204" pitchFamily="34" charset="0"/>
              <a:buChar char="+"/>
            </a:pPr>
            <a:endParaRPr lang="en-US"/>
          </a:p>
          <a:p>
            <a:pPr indent="-228600" algn="just">
              <a:lnSpc>
                <a:spcPct val="150000"/>
              </a:lnSpc>
              <a:buFont typeface="Avenir Next LT Pro" panose="020B0504020202020204" pitchFamily="34" charset="0"/>
              <a:buChar char="+"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A9D4C7-9355-112D-46B5-A0E3F56DE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6000" y="6356350"/>
            <a:ext cx="1447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73B850FF-6169-4056-8077-06FFA93A5366}" type="slidenum">
              <a:rPr lang="en-US" cap="all" smtClean="0">
                <a:cs typeface="Segoe UI Semilight" panose="020B0402040204020203" pitchFamily="34" charset="0"/>
              </a:rPr>
              <a:pPr>
                <a:spcAft>
                  <a:spcPts val="600"/>
                </a:spcAft>
              </a:pPr>
              <a:t>15</a:t>
            </a:fld>
            <a:endParaRPr lang="en-US" cap="all">
              <a:cs typeface="Segoe UI Semilight" panose="020B04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69252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CFE39B-CA57-E8BC-2871-AD41FEC1F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Rectangle 118">
            <a:extLst>
              <a:ext uri="{FF2B5EF4-FFF2-40B4-BE49-F238E27FC236}">
                <a16:creationId xmlns:a16="http://schemas.microsoft.com/office/drawing/2014/main" id="{247A131F-D5DE-41A5-B4CF-4F345319B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21" name="Freeform: Shape 120">
            <a:extLst>
              <a:ext uri="{FF2B5EF4-FFF2-40B4-BE49-F238E27FC236}">
                <a16:creationId xmlns:a16="http://schemas.microsoft.com/office/drawing/2014/main" id="{3AF4666D-BD98-40A5-A75F-478B98201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692844" y="-3086"/>
            <a:ext cx="1326111" cy="59760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rPr>
              <a:t> </a:t>
            </a:r>
          </a:p>
        </p:txBody>
      </p:sp>
      <p:sp>
        <p:nvSpPr>
          <p:cNvPr id="123" name="Freeform: Shape 122">
            <a:extLst>
              <a:ext uri="{FF2B5EF4-FFF2-40B4-BE49-F238E27FC236}">
                <a16:creationId xmlns:a16="http://schemas.microsoft.com/office/drawing/2014/main" id="{68680585-71F9-4721-A998-4974171D2E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9256" y="6172200"/>
            <a:ext cx="1482102" cy="67936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rPr>
              <a:t> </a:t>
            </a:r>
          </a:p>
        </p:txBody>
      </p:sp>
      <p:sp>
        <p:nvSpPr>
          <p:cNvPr id="125" name="Freeform: Shape 124">
            <a:extLst>
              <a:ext uri="{FF2B5EF4-FFF2-40B4-BE49-F238E27FC236}">
                <a16:creationId xmlns:a16="http://schemas.microsoft.com/office/drawing/2014/main" id="{12BC95C2-2EEC-4F59-ABA8-660B0D059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7352" y="5197178"/>
            <a:ext cx="4211600" cy="1660822"/>
          </a:xfrm>
          <a:custGeom>
            <a:avLst/>
            <a:gdLst>
              <a:gd name="connsiteX0" fmla="*/ 4211600 w 4211600"/>
              <a:gd name="connsiteY0" fmla="*/ 0 h 1660822"/>
              <a:gd name="connsiteX1" fmla="*/ 4211600 w 4211600"/>
              <a:gd name="connsiteY1" fmla="*/ 58430 h 1660822"/>
              <a:gd name="connsiteX2" fmla="*/ 4136524 w 4211600"/>
              <a:gd name="connsiteY2" fmla="*/ 208808 h 1660822"/>
              <a:gd name="connsiteX3" fmla="*/ 3973354 w 4211600"/>
              <a:gd name="connsiteY3" fmla="*/ 437313 h 1660822"/>
              <a:gd name="connsiteX4" fmla="*/ 3884746 w 4211600"/>
              <a:gd name="connsiteY4" fmla="*/ 553613 h 1660822"/>
              <a:gd name="connsiteX5" fmla="*/ 3849435 w 4211600"/>
              <a:gd name="connsiteY5" fmla="*/ 603143 h 1660822"/>
              <a:gd name="connsiteX6" fmla="*/ 3661849 w 4211600"/>
              <a:gd name="connsiteY6" fmla="*/ 819075 h 1660822"/>
              <a:gd name="connsiteX7" fmla="*/ 3402589 w 4211600"/>
              <a:gd name="connsiteY7" fmla="*/ 952996 h 1660822"/>
              <a:gd name="connsiteX8" fmla="*/ 3130202 w 4211600"/>
              <a:gd name="connsiteY8" fmla="*/ 1023386 h 1660822"/>
              <a:gd name="connsiteX9" fmla="*/ 2914657 w 4211600"/>
              <a:gd name="connsiteY9" fmla="*/ 1068058 h 1660822"/>
              <a:gd name="connsiteX10" fmla="*/ 2582149 w 4211600"/>
              <a:gd name="connsiteY10" fmla="*/ 1138924 h 1660822"/>
              <a:gd name="connsiteX11" fmla="*/ 2483958 w 4211600"/>
              <a:gd name="connsiteY11" fmla="*/ 1162356 h 1660822"/>
              <a:gd name="connsiteX12" fmla="*/ 2123750 w 4211600"/>
              <a:gd name="connsiteY12" fmla="*/ 1238651 h 1660822"/>
              <a:gd name="connsiteX13" fmla="*/ 1761444 w 4211600"/>
              <a:gd name="connsiteY13" fmla="*/ 1273417 h 1660822"/>
              <a:gd name="connsiteX14" fmla="*/ 1608382 w 4211600"/>
              <a:gd name="connsiteY14" fmla="*/ 1284466 h 1660822"/>
              <a:gd name="connsiteX15" fmla="*/ 999942 w 4211600"/>
              <a:gd name="connsiteY15" fmla="*/ 1354284 h 1660822"/>
              <a:gd name="connsiteX16" fmla="*/ 484705 w 4211600"/>
              <a:gd name="connsiteY16" fmla="*/ 1450487 h 1660822"/>
              <a:gd name="connsiteX17" fmla="*/ 113310 w 4211600"/>
              <a:gd name="connsiteY17" fmla="*/ 1613700 h 1660822"/>
              <a:gd name="connsiteX18" fmla="*/ 39668 w 4211600"/>
              <a:gd name="connsiteY18" fmla="*/ 1660822 h 1660822"/>
              <a:gd name="connsiteX19" fmla="*/ 0 w 4211600"/>
              <a:gd name="connsiteY19" fmla="*/ 1660822 h 1660822"/>
              <a:gd name="connsiteX20" fmla="*/ 96701 w 4211600"/>
              <a:gd name="connsiteY20" fmla="*/ 1598934 h 1660822"/>
              <a:gd name="connsiteX21" fmla="*/ 474335 w 4211600"/>
              <a:gd name="connsiteY21" fmla="*/ 1433056 h 1660822"/>
              <a:gd name="connsiteX22" fmla="*/ 994299 w 4211600"/>
              <a:gd name="connsiteY22" fmla="*/ 1335806 h 1660822"/>
              <a:gd name="connsiteX23" fmla="*/ 1605231 w 4211600"/>
              <a:gd name="connsiteY23" fmla="*/ 1265702 h 1660822"/>
              <a:gd name="connsiteX24" fmla="*/ 1758819 w 4211600"/>
              <a:gd name="connsiteY24" fmla="*/ 1254558 h 1660822"/>
              <a:gd name="connsiteX25" fmla="*/ 2118106 w 4211600"/>
              <a:gd name="connsiteY25" fmla="*/ 1220077 h 1660822"/>
              <a:gd name="connsiteX26" fmla="*/ 2475557 w 4211600"/>
              <a:gd name="connsiteY26" fmla="*/ 1144353 h 1660822"/>
              <a:gd name="connsiteX27" fmla="*/ 2573878 w 4211600"/>
              <a:gd name="connsiteY27" fmla="*/ 1120827 h 1660822"/>
              <a:gd name="connsiteX28" fmla="*/ 2907437 w 4211600"/>
              <a:gd name="connsiteY28" fmla="*/ 1049675 h 1660822"/>
              <a:gd name="connsiteX29" fmla="*/ 3122589 w 4211600"/>
              <a:gd name="connsiteY29" fmla="*/ 1005098 h 1660822"/>
              <a:gd name="connsiteX30" fmla="*/ 3391169 w 4211600"/>
              <a:gd name="connsiteY30" fmla="*/ 935756 h 1660822"/>
              <a:gd name="connsiteX31" fmla="*/ 3642290 w 4211600"/>
              <a:gd name="connsiteY31" fmla="*/ 806216 h 1660822"/>
              <a:gd name="connsiteX32" fmla="*/ 3825937 w 4211600"/>
              <a:gd name="connsiteY32" fmla="*/ 594475 h 1660822"/>
              <a:gd name="connsiteX33" fmla="*/ 3861381 w 4211600"/>
              <a:gd name="connsiteY33" fmla="*/ 544755 h 1660822"/>
              <a:gd name="connsiteX34" fmla="*/ 3950381 w 4211600"/>
              <a:gd name="connsiteY34" fmla="*/ 427978 h 1660822"/>
              <a:gd name="connsiteX35" fmla="*/ 4112370 w 4211600"/>
              <a:gd name="connsiteY35" fmla="*/ 201378 h 1660822"/>
              <a:gd name="connsiteX36" fmla="*/ 4195989 w 4211600"/>
              <a:gd name="connsiteY36" fmla="*/ 33834 h 1660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211600" h="1660822">
                <a:moveTo>
                  <a:pt x="4211600" y="0"/>
                </a:moveTo>
                <a:lnTo>
                  <a:pt x="4211600" y="58430"/>
                </a:lnTo>
                <a:lnTo>
                  <a:pt x="4136524" y="208808"/>
                </a:lnTo>
                <a:cubicBezTo>
                  <a:pt x="4089791" y="287770"/>
                  <a:pt x="4030588" y="363780"/>
                  <a:pt x="3973354" y="437313"/>
                </a:cubicBezTo>
                <a:cubicBezTo>
                  <a:pt x="3943819" y="475222"/>
                  <a:pt x="3913231" y="514465"/>
                  <a:pt x="3884746" y="553613"/>
                </a:cubicBezTo>
                <a:cubicBezTo>
                  <a:pt x="3872801" y="569996"/>
                  <a:pt x="3861119" y="586569"/>
                  <a:pt x="3849435" y="603143"/>
                </a:cubicBezTo>
                <a:cubicBezTo>
                  <a:pt x="3796665" y="678009"/>
                  <a:pt x="3742187" y="755352"/>
                  <a:pt x="3661849" y="819075"/>
                </a:cubicBezTo>
                <a:cubicBezTo>
                  <a:pt x="3596214" y="871176"/>
                  <a:pt x="3509050" y="916230"/>
                  <a:pt x="3402589" y="952996"/>
                </a:cubicBezTo>
                <a:cubicBezTo>
                  <a:pt x="3312406" y="984048"/>
                  <a:pt x="3215660" y="1005003"/>
                  <a:pt x="3130202" y="1023386"/>
                </a:cubicBezTo>
                <a:cubicBezTo>
                  <a:pt x="3058529" y="1038816"/>
                  <a:pt x="2985412" y="1053675"/>
                  <a:pt x="2914657" y="1068058"/>
                </a:cubicBezTo>
                <a:cubicBezTo>
                  <a:pt x="2805176" y="1090251"/>
                  <a:pt x="2692021" y="1113207"/>
                  <a:pt x="2582149" y="1138924"/>
                </a:cubicBezTo>
                <a:cubicBezTo>
                  <a:pt x="2549330" y="1146639"/>
                  <a:pt x="2516644" y="1154450"/>
                  <a:pt x="2483958" y="1162356"/>
                </a:cubicBezTo>
                <a:cubicBezTo>
                  <a:pt x="2367257" y="1190550"/>
                  <a:pt x="2246621" y="1219601"/>
                  <a:pt x="2123750" y="1238651"/>
                </a:cubicBezTo>
                <a:cubicBezTo>
                  <a:pt x="2004294" y="1257129"/>
                  <a:pt x="1880769" y="1265416"/>
                  <a:pt x="1761444" y="1273417"/>
                </a:cubicBezTo>
                <a:cubicBezTo>
                  <a:pt x="1711167" y="1276751"/>
                  <a:pt x="1659184" y="1280275"/>
                  <a:pt x="1608382" y="1284466"/>
                </a:cubicBezTo>
                <a:cubicBezTo>
                  <a:pt x="1408589" y="1300944"/>
                  <a:pt x="1214570" y="1325805"/>
                  <a:pt x="999942" y="1354284"/>
                </a:cubicBezTo>
                <a:cubicBezTo>
                  <a:pt x="826403" y="1377240"/>
                  <a:pt x="647744" y="1400957"/>
                  <a:pt x="484705" y="1450487"/>
                </a:cubicBezTo>
                <a:cubicBezTo>
                  <a:pt x="355831" y="1489635"/>
                  <a:pt x="231387" y="1544374"/>
                  <a:pt x="113310" y="1613700"/>
                </a:cubicBezTo>
                <a:lnTo>
                  <a:pt x="39668" y="1660822"/>
                </a:lnTo>
                <a:lnTo>
                  <a:pt x="0" y="1660822"/>
                </a:lnTo>
                <a:lnTo>
                  <a:pt x="96701" y="1598934"/>
                </a:lnTo>
                <a:cubicBezTo>
                  <a:pt x="216635" y="1528533"/>
                  <a:pt x="343196" y="1472919"/>
                  <a:pt x="474335" y="1433056"/>
                </a:cubicBezTo>
                <a:cubicBezTo>
                  <a:pt x="639999" y="1382669"/>
                  <a:pt x="820102" y="1358856"/>
                  <a:pt x="994299" y="1335806"/>
                </a:cubicBezTo>
                <a:cubicBezTo>
                  <a:pt x="1210239" y="1307231"/>
                  <a:pt x="1404650" y="1282275"/>
                  <a:pt x="1605231" y="1265702"/>
                </a:cubicBezTo>
                <a:cubicBezTo>
                  <a:pt x="1656428" y="1261511"/>
                  <a:pt x="1708411" y="1257987"/>
                  <a:pt x="1758819" y="1254558"/>
                </a:cubicBezTo>
                <a:cubicBezTo>
                  <a:pt x="1877487" y="1246557"/>
                  <a:pt x="2000094" y="1238365"/>
                  <a:pt x="2118106" y="1220077"/>
                </a:cubicBezTo>
                <a:cubicBezTo>
                  <a:pt x="2239531" y="1201313"/>
                  <a:pt x="2359513" y="1172357"/>
                  <a:pt x="2475557" y="1144353"/>
                </a:cubicBezTo>
                <a:cubicBezTo>
                  <a:pt x="2508243" y="1136448"/>
                  <a:pt x="2541060" y="1128542"/>
                  <a:pt x="2573878" y="1120827"/>
                </a:cubicBezTo>
                <a:cubicBezTo>
                  <a:pt x="2684276" y="1094919"/>
                  <a:pt x="2797694" y="1071963"/>
                  <a:pt x="2907437" y="1049675"/>
                </a:cubicBezTo>
                <a:cubicBezTo>
                  <a:pt x="2978061" y="1035387"/>
                  <a:pt x="3051178" y="1020528"/>
                  <a:pt x="3122589" y="1005098"/>
                </a:cubicBezTo>
                <a:cubicBezTo>
                  <a:pt x="3206997" y="986810"/>
                  <a:pt x="3302823" y="966141"/>
                  <a:pt x="3391169" y="935756"/>
                </a:cubicBezTo>
                <a:cubicBezTo>
                  <a:pt x="3494479" y="900132"/>
                  <a:pt x="3578886" y="856508"/>
                  <a:pt x="3642290" y="806216"/>
                </a:cubicBezTo>
                <a:cubicBezTo>
                  <a:pt x="3720133" y="744303"/>
                  <a:pt x="3773953" y="668103"/>
                  <a:pt x="3825937" y="594475"/>
                </a:cubicBezTo>
                <a:cubicBezTo>
                  <a:pt x="3837621" y="577902"/>
                  <a:pt x="3849435" y="561233"/>
                  <a:pt x="3861381" y="544755"/>
                </a:cubicBezTo>
                <a:cubicBezTo>
                  <a:pt x="3889997" y="505416"/>
                  <a:pt x="3920715" y="465983"/>
                  <a:pt x="3950381" y="427978"/>
                </a:cubicBezTo>
                <a:cubicBezTo>
                  <a:pt x="4007353" y="354921"/>
                  <a:pt x="4066163" y="279388"/>
                  <a:pt x="4112370" y="201378"/>
                </a:cubicBezTo>
                <a:cubicBezTo>
                  <a:pt x="4144662" y="146800"/>
                  <a:pt x="4170785" y="89364"/>
                  <a:pt x="4195989" y="3383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27" name="Graphic 141">
            <a:extLst>
              <a:ext uri="{FF2B5EF4-FFF2-40B4-BE49-F238E27FC236}">
                <a16:creationId xmlns:a16="http://schemas.microsoft.com/office/drawing/2014/main" id="{03E9870D-4BBA-43AF-8D44-BBADF020CF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15178"/>
            <a:ext cx="2198951" cy="3331254"/>
            <a:chOff x="4473129" y="923925"/>
            <a:chExt cx="3308947" cy="5012817"/>
          </a:xfrm>
          <a:noFill/>
        </p:grpSpPr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34BC5055-C77D-43CD-BB1D-A77B6779CD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85988" y="924020"/>
              <a:ext cx="3296088" cy="5012722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DB12D0B8-9385-489A-85AE-3D14AD0BA2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923925"/>
              <a:ext cx="2977477" cy="462714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D158A14A-147E-4130-A5E2-38FD84B181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94561" y="923925"/>
              <a:ext cx="2356712" cy="4118991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75B8B1EB-5E2B-472C-AE60-2EC5961F16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923925"/>
              <a:ext cx="2059193" cy="3980116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B4F5BD77-58D7-4B61-A666-1B4139A63A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85131" y="1719357"/>
              <a:ext cx="743796" cy="2867501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F5CBEC6B-EDB6-40B8-8771-E5AF41B8D6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1912731"/>
              <a:ext cx="597294" cy="2543540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91BD0EE8-AA47-4044-9251-9F5A4B8201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91417" y="2227197"/>
              <a:ext cx="389425" cy="2011236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136" name="Graphic 157">
            <a:extLst>
              <a:ext uri="{FF2B5EF4-FFF2-40B4-BE49-F238E27FC236}">
                <a16:creationId xmlns:a16="http://schemas.microsoft.com/office/drawing/2014/main" id="{C3279E8D-2BAA-4CB1-834B-09FADD54DE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610600" y="3276600"/>
            <a:ext cx="3529260" cy="3581398"/>
            <a:chOff x="4114800" y="1423987"/>
            <a:chExt cx="3961542" cy="4007547"/>
          </a:xfrm>
          <a:noFill/>
        </p:grpSpPr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3456F18E-4F61-486D-9CD6-65B30372C5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114800" y="1423987"/>
              <a:ext cx="3946874" cy="3989641"/>
            </a:xfrm>
            <a:custGeom>
              <a:avLst/>
              <a:gdLst>
                <a:gd name="connsiteX0" fmla="*/ 0 w 3946874"/>
                <a:gd name="connsiteY0" fmla="*/ 3989641 h 3989641"/>
                <a:gd name="connsiteX1" fmla="*/ 79439 w 3946874"/>
                <a:gd name="connsiteY1" fmla="*/ 3891153 h 3989641"/>
                <a:gd name="connsiteX2" fmla="*/ 297371 w 3946874"/>
                <a:gd name="connsiteY2" fmla="*/ 3626930 h 3989641"/>
                <a:gd name="connsiteX3" fmla="*/ 454343 w 3946874"/>
                <a:gd name="connsiteY3" fmla="*/ 3440335 h 3989641"/>
                <a:gd name="connsiteX4" fmla="*/ 622363 w 3946874"/>
                <a:gd name="connsiteY4" fmla="*/ 3290697 h 3989641"/>
                <a:gd name="connsiteX5" fmla="*/ 927068 w 3946874"/>
                <a:gd name="connsiteY5" fmla="*/ 3087434 h 3989641"/>
                <a:gd name="connsiteX6" fmla="*/ 1176338 w 3946874"/>
                <a:gd name="connsiteY6" fmla="*/ 2915603 h 3989641"/>
                <a:gd name="connsiteX7" fmla="*/ 1394270 w 3946874"/>
                <a:gd name="connsiteY7" fmla="*/ 2780729 h 3989641"/>
                <a:gd name="connsiteX8" fmla="*/ 1601057 w 3946874"/>
                <a:gd name="connsiteY8" fmla="*/ 2723483 h 3989641"/>
                <a:gd name="connsiteX9" fmla="*/ 1756220 w 3946874"/>
                <a:gd name="connsiteY9" fmla="*/ 2743772 h 3989641"/>
                <a:gd name="connsiteX10" fmla="*/ 1889189 w 3946874"/>
                <a:gd name="connsiteY10" fmla="*/ 2765965 h 3989641"/>
                <a:gd name="connsiteX11" fmla="*/ 2007394 w 3946874"/>
                <a:gd name="connsiteY11" fmla="*/ 2765965 h 3989641"/>
                <a:gd name="connsiteX12" fmla="*/ 2184654 w 3946874"/>
                <a:gd name="connsiteY12" fmla="*/ 2671763 h 3989641"/>
                <a:gd name="connsiteX13" fmla="*/ 2372773 w 3946874"/>
                <a:gd name="connsiteY13" fmla="*/ 2538984 h 3989641"/>
                <a:gd name="connsiteX14" fmla="*/ 2439543 w 3946874"/>
                <a:gd name="connsiteY14" fmla="*/ 2510504 h 3989641"/>
                <a:gd name="connsiteX15" fmla="*/ 2650617 w 3946874"/>
                <a:gd name="connsiteY15" fmla="*/ 2434781 h 3989641"/>
                <a:gd name="connsiteX16" fmla="*/ 2785110 w 3946874"/>
                <a:gd name="connsiteY16" fmla="*/ 2383060 h 3989641"/>
                <a:gd name="connsiteX17" fmla="*/ 2897315 w 3946874"/>
                <a:gd name="connsiteY17" fmla="*/ 2318861 h 3989641"/>
                <a:gd name="connsiteX18" fmla="*/ 2997994 w 3946874"/>
                <a:gd name="connsiteY18" fmla="*/ 2226183 h 3989641"/>
                <a:gd name="connsiteX19" fmla="*/ 3061240 w 3946874"/>
                <a:gd name="connsiteY19" fmla="*/ 2141506 h 3989641"/>
                <a:gd name="connsiteX20" fmla="*/ 3152108 w 3946874"/>
                <a:gd name="connsiteY20" fmla="*/ 2005203 h 3989641"/>
                <a:gd name="connsiteX21" fmla="*/ 3274124 w 3946874"/>
                <a:gd name="connsiteY21" fmla="*/ 1871567 h 3989641"/>
                <a:gd name="connsiteX22" fmla="*/ 3388138 w 3946874"/>
                <a:gd name="connsiteY22" fmla="*/ 1770888 h 3989641"/>
                <a:gd name="connsiteX23" fmla="*/ 3466529 w 3946874"/>
                <a:gd name="connsiteY23" fmla="*/ 1679162 h 3989641"/>
                <a:gd name="connsiteX24" fmla="*/ 3538633 w 3946874"/>
                <a:gd name="connsiteY24" fmla="*/ 1551718 h 3989641"/>
                <a:gd name="connsiteX25" fmla="*/ 3588544 w 3946874"/>
                <a:gd name="connsiteY25" fmla="*/ 1376172 h 3989641"/>
                <a:gd name="connsiteX26" fmla="*/ 3597402 w 3946874"/>
                <a:gd name="connsiteY26" fmla="*/ 1293305 h 3989641"/>
                <a:gd name="connsiteX27" fmla="*/ 3721227 w 3946874"/>
                <a:gd name="connsiteY27" fmla="*/ 880491 h 3989641"/>
                <a:gd name="connsiteX28" fmla="*/ 3761137 w 3946874"/>
                <a:gd name="connsiteY28" fmla="*/ 463677 h 3989641"/>
                <a:gd name="connsiteX29" fmla="*/ 3946874 w 3946874"/>
                <a:gd name="connsiteY29" fmla="*/ 0 h 3989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946874" h="3989641">
                  <a:moveTo>
                    <a:pt x="0" y="3989641"/>
                  </a:moveTo>
                  <a:cubicBezTo>
                    <a:pt x="19050" y="3957257"/>
                    <a:pt x="50959" y="3916013"/>
                    <a:pt x="79439" y="3891153"/>
                  </a:cubicBezTo>
                  <a:cubicBezTo>
                    <a:pt x="165544" y="3815906"/>
                    <a:pt x="227933" y="3717989"/>
                    <a:pt x="297371" y="3626930"/>
                  </a:cubicBezTo>
                  <a:cubicBezTo>
                    <a:pt x="346615" y="3562255"/>
                    <a:pt x="398050" y="3499009"/>
                    <a:pt x="454343" y="3440335"/>
                  </a:cubicBezTo>
                  <a:cubicBezTo>
                    <a:pt x="506349" y="3386042"/>
                    <a:pt x="562642" y="3336227"/>
                    <a:pt x="622363" y="3290697"/>
                  </a:cubicBezTo>
                  <a:cubicBezTo>
                    <a:pt x="719519" y="3216688"/>
                    <a:pt x="824960" y="3154585"/>
                    <a:pt x="927068" y="3087434"/>
                  </a:cubicBezTo>
                  <a:cubicBezTo>
                    <a:pt x="1011365" y="3031998"/>
                    <a:pt x="1093565" y="2973324"/>
                    <a:pt x="1176338" y="2915603"/>
                  </a:cubicBezTo>
                  <a:cubicBezTo>
                    <a:pt x="1246537" y="2866644"/>
                    <a:pt x="1317308" y="2818066"/>
                    <a:pt x="1394270" y="2780729"/>
                  </a:cubicBezTo>
                  <a:cubicBezTo>
                    <a:pt x="1459421" y="2749106"/>
                    <a:pt x="1528763" y="2724436"/>
                    <a:pt x="1601057" y="2723483"/>
                  </a:cubicBezTo>
                  <a:cubicBezTo>
                    <a:pt x="1653350" y="2722721"/>
                    <a:pt x="1704785" y="2733485"/>
                    <a:pt x="1756220" y="2743772"/>
                  </a:cubicBezTo>
                  <a:cubicBezTo>
                    <a:pt x="1800320" y="2752630"/>
                    <a:pt x="1844612" y="2760250"/>
                    <a:pt x="1889189" y="2765965"/>
                  </a:cubicBezTo>
                  <a:cubicBezTo>
                    <a:pt x="1928622" y="2771013"/>
                    <a:pt x="1968437" y="2773299"/>
                    <a:pt x="2007394" y="2765965"/>
                  </a:cubicBezTo>
                  <a:cubicBezTo>
                    <a:pt x="2073878" y="2753487"/>
                    <a:pt x="2130647" y="2712911"/>
                    <a:pt x="2184654" y="2671763"/>
                  </a:cubicBezTo>
                  <a:cubicBezTo>
                    <a:pt x="2245900" y="2625090"/>
                    <a:pt x="2304002" y="2573465"/>
                    <a:pt x="2372773" y="2538984"/>
                  </a:cubicBezTo>
                  <a:cubicBezTo>
                    <a:pt x="2394395" y="2528126"/>
                    <a:pt x="2416874" y="2518982"/>
                    <a:pt x="2439543" y="2510504"/>
                  </a:cubicBezTo>
                  <a:cubicBezTo>
                    <a:pt x="2509552" y="2484215"/>
                    <a:pt x="2580037" y="2459450"/>
                    <a:pt x="2650617" y="2434781"/>
                  </a:cubicBezTo>
                  <a:cubicBezTo>
                    <a:pt x="2695956" y="2418874"/>
                    <a:pt x="2741295" y="2402872"/>
                    <a:pt x="2785110" y="2383060"/>
                  </a:cubicBezTo>
                  <a:cubicBezTo>
                    <a:pt x="2824448" y="2365248"/>
                    <a:pt x="2862358" y="2344198"/>
                    <a:pt x="2897315" y="2318861"/>
                  </a:cubicBezTo>
                  <a:cubicBezTo>
                    <a:pt x="2934367" y="2292096"/>
                    <a:pt x="2968085" y="2260854"/>
                    <a:pt x="2997994" y="2226183"/>
                  </a:cubicBezTo>
                  <a:cubicBezTo>
                    <a:pt x="3020949" y="2199513"/>
                    <a:pt x="3041714" y="2170938"/>
                    <a:pt x="3061240" y="2141506"/>
                  </a:cubicBezTo>
                  <a:cubicBezTo>
                    <a:pt x="3091529" y="2095976"/>
                    <a:pt x="3119533" y="2049018"/>
                    <a:pt x="3152108" y="2005203"/>
                  </a:cubicBezTo>
                  <a:cubicBezTo>
                    <a:pt x="3188113" y="1956626"/>
                    <a:pt x="3229261" y="1912144"/>
                    <a:pt x="3274124" y="1871567"/>
                  </a:cubicBezTo>
                  <a:cubicBezTo>
                    <a:pt x="3311747" y="1837563"/>
                    <a:pt x="3351848" y="1806321"/>
                    <a:pt x="3388138" y="1770888"/>
                  </a:cubicBezTo>
                  <a:cubicBezTo>
                    <a:pt x="3416999" y="1742694"/>
                    <a:pt x="3443002" y="1711833"/>
                    <a:pt x="3466529" y="1679162"/>
                  </a:cubicBezTo>
                  <a:cubicBezTo>
                    <a:pt x="3495008" y="1639348"/>
                    <a:pt x="3519392" y="1596771"/>
                    <a:pt x="3538633" y="1551718"/>
                  </a:cubicBezTo>
                  <a:cubicBezTo>
                    <a:pt x="3562731" y="1495616"/>
                    <a:pt x="3578924" y="1436465"/>
                    <a:pt x="3588544" y="1376172"/>
                  </a:cubicBezTo>
                  <a:cubicBezTo>
                    <a:pt x="3592925" y="1348740"/>
                    <a:pt x="3595688" y="1321022"/>
                    <a:pt x="3597402" y="1293305"/>
                  </a:cubicBezTo>
                  <a:cubicBezTo>
                    <a:pt x="3605974" y="1155859"/>
                    <a:pt x="3717703" y="1018127"/>
                    <a:pt x="3721227" y="880491"/>
                  </a:cubicBezTo>
                  <a:cubicBezTo>
                    <a:pt x="3724751" y="740855"/>
                    <a:pt x="3743135" y="602171"/>
                    <a:pt x="3761137" y="463677"/>
                  </a:cubicBezTo>
                  <a:cubicBezTo>
                    <a:pt x="3776186" y="347758"/>
                    <a:pt x="3934968" y="116205"/>
                    <a:pt x="3946874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318DDF45-08F0-46B6-A0B7-133735C94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95978" y="2441733"/>
              <a:ext cx="3665410" cy="2985611"/>
            </a:xfrm>
            <a:custGeom>
              <a:avLst/>
              <a:gdLst>
                <a:gd name="connsiteX0" fmla="*/ 0 w 3665410"/>
                <a:gd name="connsiteY0" fmla="*/ 2985611 h 2985611"/>
                <a:gd name="connsiteX1" fmla="*/ 166211 w 3665410"/>
                <a:gd name="connsiteY1" fmla="*/ 2699766 h 2985611"/>
                <a:gd name="connsiteX2" fmla="*/ 397002 w 3665410"/>
                <a:gd name="connsiteY2" fmla="*/ 2414969 h 2985611"/>
                <a:gd name="connsiteX3" fmla="*/ 620173 w 3665410"/>
                <a:gd name="connsiteY3" fmla="*/ 2237899 h 2985611"/>
                <a:gd name="connsiteX4" fmla="*/ 823341 w 3665410"/>
                <a:gd name="connsiteY4" fmla="*/ 2085499 h 2985611"/>
                <a:gd name="connsiteX5" fmla="*/ 1089565 w 3665410"/>
                <a:gd name="connsiteY5" fmla="*/ 1911477 h 2985611"/>
                <a:gd name="connsiteX6" fmla="*/ 1145000 w 3665410"/>
                <a:gd name="connsiteY6" fmla="*/ 1886807 h 2985611"/>
                <a:gd name="connsiteX7" fmla="*/ 1375791 w 3665410"/>
                <a:gd name="connsiteY7" fmla="*/ 1842135 h 2985611"/>
                <a:gd name="connsiteX8" fmla="*/ 1486567 w 3665410"/>
                <a:gd name="connsiteY8" fmla="*/ 1857566 h 2985611"/>
                <a:gd name="connsiteX9" fmla="*/ 1568101 w 3665410"/>
                <a:gd name="connsiteY9" fmla="*/ 1871377 h 2985611"/>
                <a:gd name="connsiteX10" fmla="*/ 1810607 w 3665410"/>
                <a:gd name="connsiteY10" fmla="*/ 1871377 h 2985611"/>
                <a:gd name="connsiteX11" fmla="*/ 1997964 w 3665410"/>
                <a:gd name="connsiteY11" fmla="*/ 1790605 h 2985611"/>
                <a:gd name="connsiteX12" fmla="*/ 2109883 w 3665410"/>
                <a:gd name="connsiteY12" fmla="*/ 1702784 h 2985611"/>
                <a:gd name="connsiteX13" fmla="*/ 2321433 w 3665410"/>
                <a:gd name="connsiteY13" fmla="*/ 1552384 h 2985611"/>
                <a:gd name="connsiteX14" fmla="*/ 2558891 w 3665410"/>
                <a:gd name="connsiteY14" fmla="*/ 1453420 h 2985611"/>
                <a:gd name="connsiteX15" fmla="*/ 2709767 w 3665410"/>
                <a:gd name="connsiteY15" fmla="*/ 1377887 h 2985611"/>
                <a:gd name="connsiteX16" fmla="*/ 2885408 w 3665410"/>
                <a:gd name="connsiteY16" fmla="*/ 1237393 h 2985611"/>
                <a:gd name="connsiteX17" fmla="*/ 3017711 w 3665410"/>
                <a:gd name="connsiteY17" fmla="*/ 1072229 h 2985611"/>
                <a:gd name="connsiteX18" fmla="*/ 3150680 w 3665410"/>
                <a:gd name="connsiteY18" fmla="*/ 921830 h 2985611"/>
                <a:gd name="connsiteX19" fmla="*/ 3255169 w 3665410"/>
                <a:gd name="connsiteY19" fmla="*/ 801815 h 2985611"/>
                <a:gd name="connsiteX20" fmla="*/ 3339275 w 3665410"/>
                <a:gd name="connsiteY20" fmla="*/ 694182 h 2985611"/>
                <a:gd name="connsiteX21" fmla="*/ 3409188 w 3665410"/>
                <a:gd name="connsiteY21" fmla="*/ 546926 h 2985611"/>
                <a:gd name="connsiteX22" fmla="*/ 3464243 w 3665410"/>
                <a:gd name="connsiteY22" fmla="*/ 347663 h 2985611"/>
                <a:gd name="connsiteX23" fmla="*/ 3665411 w 3665410"/>
                <a:gd name="connsiteY23" fmla="*/ 0 h 29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665410" h="2985611">
                  <a:moveTo>
                    <a:pt x="0" y="2985611"/>
                  </a:moveTo>
                  <a:cubicBezTo>
                    <a:pt x="0" y="2985611"/>
                    <a:pt x="86773" y="2802827"/>
                    <a:pt x="166211" y="2699766"/>
                  </a:cubicBezTo>
                  <a:cubicBezTo>
                    <a:pt x="240983" y="2602706"/>
                    <a:pt x="309182" y="2500122"/>
                    <a:pt x="397002" y="2414969"/>
                  </a:cubicBezTo>
                  <a:cubicBezTo>
                    <a:pt x="465296" y="2348865"/>
                    <a:pt x="543592" y="2294477"/>
                    <a:pt x="620173" y="2237899"/>
                  </a:cubicBezTo>
                  <a:cubicBezTo>
                    <a:pt x="688277" y="2187607"/>
                    <a:pt x="755333" y="2135886"/>
                    <a:pt x="823341" y="2085499"/>
                  </a:cubicBezTo>
                  <a:cubicBezTo>
                    <a:pt x="908685" y="2022253"/>
                    <a:pt x="994791" y="1959197"/>
                    <a:pt x="1089565" y="1911477"/>
                  </a:cubicBezTo>
                  <a:cubicBezTo>
                    <a:pt x="1107662" y="1902428"/>
                    <a:pt x="1126141" y="1894141"/>
                    <a:pt x="1145000" y="1886807"/>
                  </a:cubicBezTo>
                  <a:cubicBezTo>
                    <a:pt x="1218819" y="1858232"/>
                    <a:pt x="1296924" y="1838611"/>
                    <a:pt x="1375791" y="1842135"/>
                  </a:cubicBezTo>
                  <a:cubicBezTo>
                    <a:pt x="1413129" y="1843754"/>
                    <a:pt x="1449896" y="1850422"/>
                    <a:pt x="1486567" y="1857566"/>
                  </a:cubicBezTo>
                  <a:cubicBezTo>
                    <a:pt x="1513618" y="1862804"/>
                    <a:pt x="1540859" y="1867376"/>
                    <a:pt x="1568101" y="1871377"/>
                  </a:cubicBezTo>
                  <a:cubicBezTo>
                    <a:pt x="1648778" y="1883188"/>
                    <a:pt x="1730978" y="1887665"/>
                    <a:pt x="1810607" y="1871377"/>
                  </a:cubicBezTo>
                  <a:cubicBezTo>
                    <a:pt x="1877854" y="1857661"/>
                    <a:pt x="1941100" y="1829086"/>
                    <a:pt x="1997964" y="1790605"/>
                  </a:cubicBezTo>
                  <a:cubicBezTo>
                    <a:pt x="2037302" y="1764030"/>
                    <a:pt x="2073497" y="1733264"/>
                    <a:pt x="2109883" y="1702784"/>
                  </a:cubicBezTo>
                  <a:cubicBezTo>
                    <a:pt x="2176367" y="1647063"/>
                    <a:pt x="2244852" y="1593151"/>
                    <a:pt x="2321433" y="1552384"/>
                  </a:cubicBezTo>
                  <a:cubicBezTo>
                    <a:pt x="2397157" y="1512094"/>
                    <a:pt x="2479548" y="1486281"/>
                    <a:pt x="2558891" y="1453420"/>
                  </a:cubicBezTo>
                  <a:cubicBezTo>
                    <a:pt x="2610898" y="1431798"/>
                    <a:pt x="2661571" y="1407033"/>
                    <a:pt x="2709767" y="1377887"/>
                  </a:cubicBezTo>
                  <a:cubicBezTo>
                    <a:pt x="2774252" y="1338929"/>
                    <a:pt x="2834069" y="1292447"/>
                    <a:pt x="2885408" y="1237393"/>
                  </a:cubicBezTo>
                  <a:cubicBezTo>
                    <a:pt x="2933605" y="1185767"/>
                    <a:pt x="2973324" y="1127093"/>
                    <a:pt x="3017711" y="1072229"/>
                  </a:cubicBezTo>
                  <a:cubicBezTo>
                    <a:pt x="3059811" y="1020223"/>
                    <a:pt x="3105912" y="971645"/>
                    <a:pt x="3150680" y="921830"/>
                  </a:cubicBezTo>
                  <a:cubicBezTo>
                    <a:pt x="3186113" y="882396"/>
                    <a:pt x="3220593" y="842010"/>
                    <a:pt x="3255169" y="801815"/>
                  </a:cubicBezTo>
                  <a:cubicBezTo>
                    <a:pt x="3284887" y="767239"/>
                    <a:pt x="3314605" y="732473"/>
                    <a:pt x="3339275" y="694182"/>
                  </a:cubicBezTo>
                  <a:cubicBezTo>
                    <a:pt x="3368707" y="648367"/>
                    <a:pt x="3390138" y="597980"/>
                    <a:pt x="3409188" y="546926"/>
                  </a:cubicBezTo>
                  <a:cubicBezTo>
                    <a:pt x="3433382" y="482156"/>
                    <a:pt x="3453384" y="415861"/>
                    <a:pt x="3464243" y="347663"/>
                  </a:cubicBezTo>
                  <a:cubicBezTo>
                    <a:pt x="3476244" y="272224"/>
                    <a:pt x="3661696" y="76295"/>
                    <a:pt x="366541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B9D0CC0F-710D-43F4-BC86-7637674201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90402" y="5229700"/>
              <a:ext cx="285940" cy="199072"/>
            </a:xfrm>
            <a:custGeom>
              <a:avLst/>
              <a:gdLst>
                <a:gd name="connsiteX0" fmla="*/ 0 w 285940"/>
                <a:gd name="connsiteY0" fmla="*/ 199073 h 199072"/>
                <a:gd name="connsiteX1" fmla="*/ 285940 w 285940"/>
                <a:gd name="connsiteY1" fmla="*/ 0 h 199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85940" h="199072">
                  <a:moveTo>
                    <a:pt x="0" y="199073"/>
                  </a:moveTo>
                  <a:cubicBezTo>
                    <a:pt x="0" y="199073"/>
                    <a:pt x="242125" y="39243"/>
                    <a:pt x="28594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6FB36AB6-CB81-495A-8A33-C0BCE67D6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393114" y="5049773"/>
              <a:ext cx="655796" cy="381190"/>
            </a:xfrm>
            <a:custGeom>
              <a:avLst/>
              <a:gdLst>
                <a:gd name="connsiteX0" fmla="*/ 0 w 655796"/>
                <a:gd name="connsiteY0" fmla="*/ 381190 h 381190"/>
                <a:gd name="connsiteX1" fmla="*/ 655796 w 655796"/>
                <a:gd name="connsiteY1" fmla="*/ 0 h 381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5796" h="381190">
                  <a:moveTo>
                    <a:pt x="0" y="381190"/>
                  </a:moveTo>
                  <a:cubicBezTo>
                    <a:pt x="0" y="381190"/>
                    <a:pt x="461105" y="172117"/>
                    <a:pt x="65579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1993F7E6-ABF6-482D-BEA5-B4E607DDB4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154072" y="3867816"/>
              <a:ext cx="2907315" cy="1544764"/>
            </a:xfrm>
            <a:custGeom>
              <a:avLst/>
              <a:gdLst>
                <a:gd name="connsiteX0" fmla="*/ 0 w 2907315"/>
                <a:gd name="connsiteY0" fmla="*/ 1544764 h 1544764"/>
                <a:gd name="connsiteX1" fmla="*/ 201644 w 2907315"/>
                <a:gd name="connsiteY1" fmla="*/ 1352550 h 1544764"/>
                <a:gd name="connsiteX2" fmla="*/ 423196 w 2907315"/>
                <a:gd name="connsiteY2" fmla="*/ 1196054 h 1544764"/>
                <a:gd name="connsiteX3" fmla="*/ 782193 w 2907315"/>
                <a:gd name="connsiteY3" fmla="*/ 1099947 h 1544764"/>
                <a:gd name="connsiteX4" fmla="*/ 1052513 w 2907315"/>
                <a:gd name="connsiteY4" fmla="*/ 1042321 h 1544764"/>
                <a:gd name="connsiteX5" fmla="*/ 1311783 w 2907315"/>
                <a:gd name="connsiteY5" fmla="*/ 1056037 h 1544764"/>
                <a:gd name="connsiteX6" fmla="*/ 1484662 w 2907315"/>
                <a:gd name="connsiteY6" fmla="*/ 1083469 h 1544764"/>
                <a:gd name="connsiteX7" fmla="*/ 1788224 w 2907315"/>
                <a:gd name="connsiteY7" fmla="*/ 1023080 h 1544764"/>
                <a:gd name="connsiteX8" fmla="*/ 2269045 w 2907315"/>
                <a:gd name="connsiteY8" fmla="*/ 734758 h 1544764"/>
                <a:gd name="connsiteX9" fmla="*/ 2534984 w 2907315"/>
                <a:gd name="connsiteY9" fmla="*/ 572738 h 1544764"/>
                <a:gd name="connsiteX10" fmla="*/ 2907316 w 2907315"/>
                <a:gd name="connsiteY10" fmla="*/ 0 h 1544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7315" h="1544764">
                  <a:moveTo>
                    <a:pt x="0" y="1544764"/>
                  </a:moveTo>
                  <a:cubicBezTo>
                    <a:pt x="0" y="1544764"/>
                    <a:pt x="98012" y="1443990"/>
                    <a:pt x="201644" y="1352550"/>
                  </a:cubicBezTo>
                  <a:cubicBezTo>
                    <a:pt x="271272" y="1291209"/>
                    <a:pt x="343662" y="1234249"/>
                    <a:pt x="423196" y="1196054"/>
                  </a:cubicBezTo>
                  <a:cubicBezTo>
                    <a:pt x="537591" y="1141095"/>
                    <a:pt x="661226" y="1127189"/>
                    <a:pt x="782193" y="1099947"/>
                  </a:cubicBezTo>
                  <a:cubicBezTo>
                    <a:pt x="872300" y="1079659"/>
                    <a:pt x="961358" y="1051370"/>
                    <a:pt x="1052513" y="1042321"/>
                  </a:cubicBezTo>
                  <a:cubicBezTo>
                    <a:pt x="1139000" y="1033653"/>
                    <a:pt x="1225868" y="1040321"/>
                    <a:pt x="1311783" y="1056037"/>
                  </a:cubicBezTo>
                  <a:cubicBezTo>
                    <a:pt x="1369314" y="1066609"/>
                    <a:pt x="1426559" y="1079373"/>
                    <a:pt x="1484662" y="1083469"/>
                  </a:cubicBezTo>
                  <a:cubicBezTo>
                    <a:pt x="1587913" y="1090803"/>
                    <a:pt x="1690402" y="1064800"/>
                    <a:pt x="1788224" y="1023080"/>
                  </a:cubicBezTo>
                  <a:cubicBezTo>
                    <a:pt x="1956721" y="951262"/>
                    <a:pt x="2106549" y="825722"/>
                    <a:pt x="2269045" y="734758"/>
                  </a:cubicBezTo>
                  <a:cubicBezTo>
                    <a:pt x="2359438" y="684181"/>
                    <a:pt x="2452497" y="640556"/>
                    <a:pt x="2534984" y="572738"/>
                  </a:cubicBezTo>
                  <a:cubicBezTo>
                    <a:pt x="2673001" y="459391"/>
                    <a:pt x="2847023" y="191453"/>
                    <a:pt x="290731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DCA0B097-C21A-40B4-95E4-2FFA9697F8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07946" y="3479100"/>
              <a:ext cx="3168300" cy="1952434"/>
            </a:xfrm>
            <a:custGeom>
              <a:avLst/>
              <a:gdLst>
                <a:gd name="connsiteX0" fmla="*/ 0 w 3168300"/>
                <a:gd name="connsiteY0" fmla="*/ 1952435 h 1952434"/>
                <a:gd name="connsiteX1" fmla="*/ 202121 w 3168300"/>
                <a:gd name="connsiteY1" fmla="*/ 1687068 h 1952434"/>
                <a:gd name="connsiteX2" fmla="*/ 545116 w 3168300"/>
                <a:gd name="connsiteY2" fmla="*/ 1450277 h 1952434"/>
                <a:gd name="connsiteX3" fmla="*/ 906780 w 3168300"/>
                <a:gd name="connsiteY3" fmla="*/ 1354455 h 1952434"/>
                <a:gd name="connsiteX4" fmla="*/ 1332262 w 3168300"/>
                <a:gd name="connsiteY4" fmla="*/ 1285304 h 1952434"/>
                <a:gd name="connsiteX5" fmla="*/ 1691259 w 3168300"/>
                <a:gd name="connsiteY5" fmla="*/ 1240060 h 1952434"/>
                <a:gd name="connsiteX6" fmla="*/ 2010346 w 3168300"/>
                <a:gd name="connsiteY6" fmla="*/ 1141667 h 1952434"/>
                <a:gd name="connsiteX7" fmla="*/ 2393252 w 3168300"/>
                <a:gd name="connsiteY7" fmla="*/ 1027271 h 1952434"/>
                <a:gd name="connsiteX8" fmla="*/ 2582037 w 3168300"/>
                <a:gd name="connsiteY8" fmla="*/ 958120 h 1952434"/>
                <a:gd name="connsiteX9" fmla="*/ 2760155 w 3168300"/>
                <a:gd name="connsiteY9" fmla="*/ 827723 h 1952434"/>
                <a:gd name="connsiteX10" fmla="*/ 2914364 w 3168300"/>
                <a:gd name="connsiteY10" fmla="*/ 567023 h 1952434"/>
                <a:gd name="connsiteX11" fmla="*/ 3168301 w 3168300"/>
                <a:gd name="connsiteY11" fmla="*/ 0 h 1952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68300" h="1952434">
                  <a:moveTo>
                    <a:pt x="0" y="1952435"/>
                  </a:moveTo>
                  <a:cubicBezTo>
                    <a:pt x="0" y="1952435"/>
                    <a:pt x="91059" y="1796415"/>
                    <a:pt x="202121" y="1687068"/>
                  </a:cubicBezTo>
                  <a:cubicBezTo>
                    <a:pt x="301943" y="1588675"/>
                    <a:pt x="416528" y="1505617"/>
                    <a:pt x="545116" y="1450277"/>
                  </a:cubicBezTo>
                  <a:cubicBezTo>
                    <a:pt x="659987" y="1400747"/>
                    <a:pt x="783622" y="1377601"/>
                    <a:pt x="906780" y="1354455"/>
                  </a:cubicBezTo>
                  <a:cubicBezTo>
                    <a:pt x="1048036" y="1327976"/>
                    <a:pt x="1189482" y="1301972"/>
                    <a:pt x="1332262" y="1285304"/>
                  </a:cubicBezTo>
                  <a:cubicBezTo>
                    <a:pt x="1452182" y="1271302"/>
                    <a:pt x="1573340" y="1265873"/>
                    <a:pt x="1691259" y="1240060"/>
                  </a:cubicBezTo>
                  <a:cubicBezTo>
                    <a:pt x="1800035" y="1216247"/>
                    <a:pt x="1904619" y="1176718"/>
                    <a:pt x="2010346" y="1141667"/>
                  </a:cubicBezTo>
                  <a:cubicBezTo>
                    <a:pt x="2136743" y="1099661"/>
                    <a:pt x="2265902" y="1066229"/>
                    <a:pt x="2393252" y="1027271"/>
                  </a:cubicBezTo>
                  <a:cubicBezTo>
                    <a:pt x="2457450" y="1007650"/>
                    <a:pt x="2521744" y="987552"/>
                    <a:pt x="2582037" y="958120"/>
                  </a:cubicBezTo>
                  <a:cubicBezTo>
                    <a:pt x="2648807" y="925449"/>
                    <a:pt x="2710815" y="883349"/>
                    <a:pt x="2760155" y="827723"/>
                  </a:cubicBezTo>
                  <a:cubicBezTo>
                    <a:pt x="2827496" y="751904"/>
                    <a:pt x="2867978" y="657511"/>
                    <a:pt x="2914364" y="567023"/>
                  </a:cubicBezTo>
                  <a:cubicBezTo>
                    <a:pt x="2972753" y="453200"/>
                    <a:pt x="3119152" y="118015"/>
                    <a:pt x="316830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AB2AF0F5-7EAA-4BAB-8DE2-D84E124170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04778" y="2976752"/>
              <a:ext cx="3356800" cy="2452020"/>
            </a:xfrm>
            <a:custGeom>
              <a:avLst/>
              <a:gdLst>
                <a:gd name="connsiteX0" fmla="*/ 0 w 3356800"/>
                <a:gd name="connsiteY0" fmla="*/ 2452021 h 2452020"/>
                <a:gd name="connsiteX1" fmla="*/ 130874 w 3356800"/>
                <a:gd name="connsiteY1" fmla="*/ 2247710 h 2452020"/>
                <a:gd name="connsiteX2" fmla="*/ 437197 w 3356800"/>
                <a:gd name="connsiteY2" fmla="*/ 1941195 h 2452020"/>
                <a:gd name="connsiteX3" fmla="*/ 737140 w 3356800"/>
                <a:gd name="connsiteY3" fmla="*/ 1736884 h 2452020"/>
                <a:gd name="connsiteX4" fmla="*/ 1031843 w 3356800"/>
                <a:gd name="connsiteY4" fmla="*/ 1685068 h 2452020"/>
                <a:gd name="connsiteX5" fmla="*/ 1287304 w 3356800"/>
                <a:gd name="connsiteY5" fmla="*/ 1655826 h 2452020"/>
                <a:gd name="connsiteX6" fmla="*/ 1471994 w 3356800"/>
                <a:gd name="connsiteY6" fmla="*/ 1634300 h 2452020"/>
                <a:gd name="connsiteX7" fmla="*/ 1898237 w 3356800"/>
                <a:gd name="connsiteY7" fmla="*/ 1512665 h 2452020"/>
                <a:gd name="connsiteX8" fmla="*/ 2229136 w 3356800"/>
                <a:gd name="connsiteY8" fmla="*/ 1355598 h 2452020"/>
                <a:gd name="connsiteX9" fmla="*/ 2512314 w 3356800"/>
                <a:gd name="connsiteY9" fmla="*/ 1238631 h 2452020"/>
                <a:gd name="connsiteX10" fmla="*/ 2758535 w 3356800"/>
                <a:gd name="connsiteY10" fmla="*/ 1096994 h 2452020"/>
                <a:gd name="connsiteX11" fmla="*/ 2935510 w 3356800"/>
                <a:gd name="connsiteY11" fmla="*/ 919925 h 2452020"/>
                <a:gd name="connsiteX12" fmla="*/ 3081719 w 3356800"/>
                <a:gd name="connsiteY12" fmla="*/ 687419 h 2452020"/>
                <a:gd name="connsiteX13" fmla="*/ 3356800 w 3356800"/>
                <a:gd name="connsiteY13" fmla="*/ 0 h 2452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356800" h="2452020">
                  <a:moveTo>
                    <a:pt x="0" y="2452021"/>
                  </a:moveTo>
                  <a:cubicBezTo>
                    <a:pt x="0" y="2452021"/>
                    <a:pt x="57150" y="2344198"/>
                    <a:pt x="130874" y="2247710"/>
                  </a:cubicBezTo>
                  <a:cubicBezTo>
                    <a:pt x="218694" y="2132648"/>
                    <a:pt x="328136" y="2036635"/>
                    <a:pt x="437197" y="1941195"/>
                  </a:cubicBezTo>
                  <a:cubicBezTo>
                    <a:pt x="529304" y="1860709"/>
                    <a:pt x="623030" y="1779556"/>
                    <a:pt x="737140" y="1736884"/>
                  </a:cubicBezTo>
                  <a:cubicBezTo>
                    <a:pt x="830866" y="1701736"/>
                    <a:pt x="932021" y="1695450"/>
                    <a:pt x="1031843" y="1685068"/>
                  </a:cubicBezTo>
                  <a:cubicBezTo>
                    <a:pt x="1117092" y="1676210"/>
                    <a:pt x="1202055" y="1665160"/>
                    <a:pt x="1287304" y="1655826"/>
                  </a:cubicBezTo>
                  <a:cubicBezTo>
                    <a:pt x="1348931" y="1649063"/>
                    <a:pt x="1410653" y="1643539"/>
                    <a:pt x="1471994" y="1634300"/>
                  </a:cubicBezTo>
                  <a:cubicBezTo>
                    <a:pt x="1618679" y="1612011"/>
                    <a:pt x="1761935" y="1571149"/>
                    <a:pt x="1898237" y="1512665"/>
                  </a:cubicBezTo>
                  <a:cubicBezTo>
                    <a:pt x="2010442" y="1464564"/>
                    <a:pt x="2117503" y="1405128"/>
                    <a:pt x="2229136" y="1355598"/>
                  </a:cubicBezTo>
                  <a:cubicBezTo>
                    <a:pt x="2322481" y="1314164"/>
                    <a:pt x="2418969" y="1280160"/>
                    <a:pt x="2512314" y="1238631"/>
                  </a:cubicBezTo>
                  <a:cubicBezTo>
                    <a:pt x="2599087" y="1199960"/>
                    <a:pt x="2683193" y="1154811"/>
                    <a:pt x="2758535" y="1096994"/>
                  </a:cubicBezTo>
                  <a:cubicBezTo>
                    <a:pt x="2825020" y="1046035"/>
                    <a:pt x="2883789" y="985837"/>
                    <a:pt x="2935510" y="919925"/>
                  </a:cubicBezTo>
                  <a:cubicBezTo>
                    <a:pt x="2992184" y="847725"/>
                    <a:pt x="3039904" y="769144"/>
                    <a:pt x="3081719" y="687419"/>
                  </a:cubicBezTo>
                  <a:cubicBezTo>
                    <a:pt x="3138297" y="576739"/>
                    <a:pt x="3314129" y="116776"/>
                    <a:pt x="335680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 useBgFill="1">
        <p:nvSpPr>
          <p:cNvPr id="145" name="Rectangle 144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149" name="Top left">
            <a:extLst>
              <a:ext uri="{FF2B5EF4-FFF2-40B4-BE49-F238E27FC236}">
                <a16:creationId xmlns:a16="http://schemas.microsoft.com/office/drawing/2014/main" id="{A345EEC5-ECAA-408B-B9D7-1C0E1102C1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-3086"/>
            <a:ext cx="2198951" cy="3349518"/>
            <a:chOff x="10849" y="-3086"/>
            <a:chExt cx="2198951" cy="3349518"/>
          </a:xfrm>
        </p:grpSpPr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C09B09D8-FF9D-4CE5-853B-3BA46FD5C3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7DC978A2-F53F-4B72-9BAC-5F78F00B61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4F73D09D-1DE1-441E-88F5-CD2CBAB88D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9DE61DBF-5FB0-4603-BE95-C566DD48BE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D8C89DF5-F013-4C54-B9AD-2E158706C2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9ED89947-A3CF-4B11-8DE7-5D07A57CB9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D3E24021-DB80-451B-96A6-0D21AC0C84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2BDA2B48-4CD9-45C3-8F12-2125533678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2" name="Title 11">
            <a:extLst>
              <a:ext uri="{FF2B5EF4-FFF2-40B4-BE49-F238E27FC236}">
                <a16:creationId xmlns:a16="http://schemas.microsoft.com/office/drawing/2014/main" id="{59E1087F-6573-9C39-9B3B-B264FBD46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2" y="559813"/>
            <a:ext cx="10246090" cy="147119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Architecture of MobileNetV1</a:t>
            </a:r>
          </a:p>
        </p:txBody>
      </p:sp>
      <p:sp>
        <p:nvSpPr>
          <p:cNvPr id="116" name="Content Placeholder 115">
            <a:extLst>
              <a:ext uri="{FF2B5EF4-FFF2-40B4-BE49-F238E27FC236}">
                <a16:creationId xmlns:a16="http://schemas.microsoft.com/office/drawing/2014/main" id="{286D227F-25D3-B582-EE05-C748C08CF6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9978" y="2384474"/>
            <a:ext cx="5761020" cy="2985428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 algn="just">
              <a:lnSpc>
                <a:spcPct val="150000"/>
              </a:lnSpc>
              <a:buFont typeface="Avenir Next LT Pro" panose="020B0504020202020204" pitchFamily="34" charset="0"/>
              <a:buChar char="+"/>
            </a:pPr>
            <a:r>
              <a:rPr lang="en-US" dirty="0">
                <a:ea typeface="+mn-lt"/>
                <a:cs typeface="+mn-lt"/>
              </a:rPr>
              <a:t>For example, instead of using a single 3x3 convolution layer, </a:t>
            </a:r>
            <a:r>
              <a:rPr lang="en-US" err="1">
                <a:ea typeface="+mn-lt"/>
                <a:cs typeface="+mn-lt"/>
              </a:rPr>
              <a:t>MobileNet</a:t>
            </a:r>
            <a:r>
              <a:rPr lang="en-US" dirty="0">
                <a:ea typeface="+mn-lt"/>
                <a:cs typeface="+mn-lt"/>
              </a:rPr>
              <a:t> splits the convolution operation into a 3x3 depth-wise convolution and a 1x1 point-wise convolution.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3F6A0F2-9B10-1564-405D-2A20258F95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7372" y="2384568"/>
            <a:ext cx="4967270" cy="2990371"/>
          </a:xfrm>
          <a:prstGeom prst="rect">
            <a:avLst/>
          </a:prstGeom>
        </p:spPr>
      </p:pic>
      <p:grpSp>
        <p:nvGrpSpPr>
          <p:cNvPr id="159" name="Bottom Right">
            <a:extLst>
              <a:ext uri="{FF2B5EF4-FFF2-40B4-BE49-F238E27FC236}">
                <a16:creationId xmlns:a16="http://schemas.microsoft.com/office/drawing/2014/main" id="{F0A218EB-ECC2-4D0D-9EDC-F5CB062CAD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E419D1C3-874F-4BF6-A356-1EA4A20D49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39256" y="6178637"/>
              <a:ext cx="1482102" cy="67936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grpSp>
          <p:nvGrpSpPr>
            <p:cNvPr id="161" name="Graphic 157">
              <a:extLst>
                <a:ext uri="{FF2B5EF4-FFF2-40B4-BE49-F238E27FC236}">
                  <a16:creationId xmlns:a16="http://schemas.microsoft.com/office/drawing/2014/main" id="{4AC4AE33-203A-4A93-8263-6CC6BB608F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163" name="Freeform: Shape 162">
                <a:extLst>
                  <a:ext uri="{FF2B5EF4-FFF2-40B4-BE49-F238E27FC236}">
                    <a16:creationId xmlns:a16="http://schemas.microsoft.com/office/drawing/2014/main" id="{1F15373C-6DCA-4058-94CC-6476950E59D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4" name="Freeform: Shape 163">
                <a:extLst>
                  <a:ext uri="{FF2B5EF4-FFF2-40B4-BE49-F238E27FC236}">
                    <a16:creationId xmlns:a16="http://schemas.microsoft.com/office/drawing/2014/main" id="{961BE5B1-15E0-484D-8B21-F6BA455B21B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5" name="Freeform: Shape 164">
                <a:extLst>
                  <a:ext uri="{FF2B5EF4-FFF2-40B4-BE49-F238E27FC236}">
                    <a16:creationId xmlns:a16="http://schemas.microsoft.com/office/drawing/2014/main" id="{81167C23-6882-4551-BF77-DF537E736E9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6" name="Freeform: Shape 165">
                <a:extLst>
                  <a:ext uri="{FF2B5EF4-FFF2-40B4-BE49-F238E27FC236}">
                    <a16:creationId xmlns:a16="http://schemas.microsoft.com/office/drawing/2014/main" id="{50749460-4B9F-4DE4-9931-7B5831D68F0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7" name="Freeform: Shape 166">
                <a:extLst>
                  <a:ext uri="{FF2B5EF4-FFF2-40B4-BE49-F238E27FC236}">
                    <a16:creationId xmlns:a16="http://schemas.microsoft.com/office/drawing/2014/main" id="{A567746C-E54C-4865-ACF1-CD31DD1D8D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8" name="Freeform: Shape 167">
                <a:extLst>
                  <a:ext uri="{FF2B5EF4-FFF2-40B4-BE49-F238E27FC236}">
                    <a16:creationId xmlns:a16="http://schemas.microsoft.com/office/drawing/2014/main" id="{9E7B0826-2FBE-4B23-B784-BB7CDA8B3A7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9" name="Freeform: Shape 168">
                <a:extLst>
                  <a:ext uri="{FF2B5EF4-FFF2-40B4-BE49-F238E27FC236}">
                    <a16:creationId xmlns:a16="http://schemas.microsoft.com/office/drawing/2014/main" id="{FDF54EDF-BA0A-440F-B20A-2A76BFE15C6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A53B2ADC-F80C-403E-B1CA-BCFED2CE58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0B1819-E1AD-EA24-BBB8-4C5CAB3CE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6000" y="6356350"/>
            <a:ext cx="1447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73B850FF-6169-4056-8077-06FFA93A5366}" type="slidenum">
              <a:rPr lang="en-US" cap="all" smtClean="0">
                <a:cs typeface="Segoe UI Semilight" panose="020B0402040204020203" pitchFamily="34" charset="0"/>
              </a:rPr>
              <a:pPr>
                <a:spcAft>
                  <a:spcPts val="600"/>
                </a:spcAft>
              </a:pPr>
              <a:t>16</a:t>
            </a:fld>
            <a:endParaRPr lang="en-US" cap="all">
              <a:cs typeface="Segoe UI Semilight" panose="020B04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84835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CD4228-F346-3E44-F74F-29A3B3F1F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Rectangle 234">
            <a:extLst>
              <a:ext uri="{FF2B5EF4-FFF2-40B4-BE49-F238E27FC236}">
                <a16:creationId xmlns:a16="http://schemas.microsoft.com/office/drawing/2014/main" id="{247A131F-D5DE-41A5-B4CF-4F345319B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37" name="Freeform: Shape 236">
            <a:extLst>
              <a:ext uri="{FF2B5EF4-FFF2-40B4-BE49-F238E27FC236}">
                <a16:creationId xmlns:a16="http://schemas.microsoft.com/office/drawing/2014/main" id="{3AF4666D-BD98-40A5-A75F-478B98201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692844" y="-3086"/>
            <a:ext cx="1326111" cy="59760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rPr>
              <a:t> </a:t>
            </a:r>
          </a:p>
        </p:txBody>
      </p:sp>
      <p:sp>
        <p:nvSpPr>
          <p:cNvPr id="239" name="Freeform: Shape 238">
            <a:extLst>
              <a:ext uri="{FF2B5EF4-FFF2-40B4-BE49-F238E27FC236}">
                <a16:creationId xmlns:a16="http://schemas.microsoft.com/office/drawing/2014/main" id="{68680585-71F9-4721-A998-4974171D2E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9256" y="6172200"/>
            <a:ext cx="1482102" cy="67936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rPr>
              <a:t> </a:t>
            </a:r>
          </a:p>
        </p:txBody>
      </p:sp>
      <p:sp>
        <p:nvSpPr>
          <p:cNvPr id="241" name="Freeform: Shape 240">
            <a:extLst>
              <a:ext uri="{FF2B5EF4-FFF2-40B4-BE49-F238E27FC236}">
                <a16:creationId xmlns:a16="http://schemas.microsoft.com/office/drawing/2014/main" id="{12BC95C2-2EEC-4F59-ABA8-660B0D059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7352" y="5197178"/>
            <a:ext cx="4211600" cy="1660822"/>
          </a:xfrm>
          <a:custGeom>
            <a:avLst/>
            <a:gdLst>
              <a:gd name="connsiteX0" fmla="*/ 4211600 w 4211600"/>
              <a:gd name="connsiteY0" fmla="*/ 0 h 1660822"/>
              <a:gd name="connsiteX1" fmla="*/ 4211600 w 4211600"/>
              <a:gd name="connsiteY1" fmla="*/ 58430 h 1660822"/>
              <a:gd name="connsiteX2" fmla="*/ 4136524 w 4211600"/>
              <a:gd name="connsiteY2" fmla="*/ 208808 h 1660822"/>
              <a:gd name="connsiteX3" fmla="*/ 3973354 w 4211600"/>
              <a:gd name="connsiteY3" fmla="*/ 437313 h 1660822"/>
              <a:gd name="connsiteX4" fmla="*/ 3884746 w 4211600"/>
              <a:gd name="connsiteY4" fmla="*/ 553613 h 1660822"/>
              <a:gd name="connsiteX5" fmla="*/ 3849435 w 4211600"/>
              <a:gd name="connsiteY5" fmla="*/ 603143 h 1660822"/>
              <a:gd name="connsiteX6" fmla="*/ 3661849 w 4211600"/>
              <a:gd name="connsiteY6" fmla="*/ 819075 h 1660822"/>
              <a:gd name="connsiteX7" fmla="*/ 3402589 w 4211600"/>
              <a:gd name="connsiteY7" fmla="*/ 952996 h 1660822"/>
              <a:gd name="connsiteX8" fmla="*/ 3130202 w 4211600"/>
              <a:gd name="connsiteY8" fmla="*/ 1023386 h 1660822"/>
              <a:gd name="connsiteX9" fmla="*/ 2914657 w 4211600"/>
              <a:gd name="connsiteY9" fmla="*/ 1068058 h 1660822"/>
              <a:gd name="connsiteX10" fmla="*/ 2582149 w 4211600"/>
              <a:gd name="connsiteY10" fmla="*/ 1138924 h 1660822"/>
              <a:gd name="connsiteX11" fmla="*/ 2483958 w 4211600"/>
              <a:gd name="connsiteY11" fmla="*/ 1162356 h 1660822"/>
              <a:gd name="connsiteX12" fmla="*/ 2123750 w 4211600"/>
              <a:gd name="connsiteY12" fmla="*/ 1238651 h 1660822"/>
              <a:gd name="connsiteX13" fmla="*/ 1761444 w 4211600"/>
              <a:gd name="connsiteY13" fmla="*/ 1273417 h 1660822"/>
              <a:gd name="connsiteX14" fmla="*/ 1608382 w 4211600"/>
              <a:gd name="connsiteY14" fmla="*/ 1284466 h 1660822"/>
              <a:gd name="connsiteX15" fmla="*/ 999942 w 4211600"/>
              <a:gd name="connsiteY15" fmla="*/ 1354284 h 1660822"/>
              <a:gd name="connsiteX16" fmla="*/ 484705 w 4211600"/>
              <a:gd name="connsiteY16" fmla="*/ 1450487 h 1660822"/>
              <a:gd name="connsiteX17" fmla="*/ 113310 w 4211600"/>
              <a:gd name="connsiteY17" fmla="*/ 1613700 h 1660822"/>
              <a:gd name="connsiteX18" fmla="*/ 39668 w 4211600"/>
              <a:gd name="connsiteY18" fmla="*/ 1660822 h 1660822"/>
              <a:gd name="connsiteX19" fmla="*/ 0 w 4211600"/>
              <a:gd name="connsiteY19" fmla="*/ 1660822 h 1660822"/>
              <a:gd name="connsiteX20" fmla="*/ 96701 w 4211600"/>
              <a:gd name="connsiteY20" fmla="*/ 1598934 h 1660822"/>
              <a:gd name="connsiteX21" fmla="*/ 474335 w 4211600"/>
              <a:gd name="connsiteY21" fmla="*/ 1433056 h 1660822"/>
              <a:gd name="connsiteX22" fmla="*/ 994299 w 4211600"/>
              <a:gd name="connsiteY22" fmla="*/ 1335806 h 1660822"/>
              <a:gd name="connsiteX23" fmla="*/ 1605231 w 4211600"/>
              <a:gd name="connsiteY23" fmla="*/ 1265702 h 1660822"/>
              <a:gd name="connsiteX24" fmla="*/ 1758819 w 4211600"/>
              <a:gd name="connsiteY24" fmla="*/ 1254558 h 1660822"/>
              <a:gd name="connsiteX25" fmla="*/ 2118106 w 4211600"/>
              <a:gd name="connsiteY25" fmla="*/ 1220077 h 1660822"/>
              <a:gd name="connsiteX26" fmla="*/ 2475557 w 4211600"/>
              <a:gd name="connsiteY26" fmla="*/ 1144353 h 1660822"/>
              <a:gd name="connsiteX27" fmla="*/ 2573878 w 4211600"/>
              <a:gd name="connsiteY27" fmla="*/ 1120827 h 1660822"/>
              <a:gd name="connsiteX28" fmla="*/ 2907437 w 4211600"/>
              <a:gd name="connsiteY28" fmla="*/ 1049675 h 1660822"/>
              <a:gd name="connsiteX29" fmla="*/ 3122589 w 4211600"/>
              <a:gd name="connsiteY29" fmla="*/ 1005098 h 1660822"/>
              <a:gd name="connsiteX30" fmla="*/ 3391169 w 4211600"/>
              <a:gd name="connsiteY30" fmla="*/ 935756 h 1660822"/>
              <a:gd name="connsiteX31" fmla="*/ 3642290 w 4211600"/>
              <a:gd name="connsiteY31" fmla="*/ 806216 h 1660822"/>
              <a:gd name="connsiteX32" fmla="*/ 3825937 w 4211600"/>
              <a:gd name="connsiteY32" fmla="*/ 594475 h 1660822"/>
              <a:gd name="connsiteX33" fmla="*/ 3861381 w 4211600"/>
              <a:gd name="connsiteY33" fmla="*/ 544755 h 1660822"/>
              <a:gd name="connsiteX34" fmla="*/ 3950381 w 4211600"/>
              <a:gd name="connsiteY34" fmla="*/ 427978 h 1660822"/>
              <a:gd name="connsiteX35" fmla="*/ 4112370 w 4211600"/>
              <a:gd name="connsiteY35" fmla="*/ 201378 h 1660822"/>
              <a:gd name="connsiteX36" fmla="*/ 4195989 w 4211600"/>
              <a:gd name="connsiteY36" fmla="*/ 33834 h 1660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211600" h="1660822">
                <a:moveTo>
                  <a:pt x="4211600" y="0"/>
                </a:moveTo>
                <a:lnTo>
                  <a:pt x="4211600" y="58430"/>
                </a:lnTo>
                <a:lnTo>
                  <a:pt x="4136524" y="208808"/>
                </a:lnTo>
                <a:cubicBezTo>
                  <a:pt x="4089791" y="287770"/>
                  <a:pt x="4030588" y="363780"/>
                  <a:pt x="3973354" y="437313"/>
                </a:cubicBezTo>
                <a:cubicBezTo>
                  <a:pt x="3943819" y="475222"/>
                  <a:pt x="3913231" y="514465"/>
                  <a:pt x="3884746" y="553613"/>
                </a:cubicBezTo>
                <a:cubicBezTo>
                  <a:pt x="3872801" y="569996"/>
                  <a:pt x="3861119" y="586569"/>
                  <a:pt x="3849435" y="603143"/>
                </a:cubicBezTo>
                <a:cubicBezTo>
                  <a:pt x="3796665" y="678009"/>
                  <a:pt x="3742187" y="755352"/>
                  <a:pt x="3661849" y="819075"/>
                </a:cubicBezTo>
                <a:cubicBezTo>
                  <a:pt x="3596214" y="871176"/>
                  <a:pt x="3509050" y="916230"/>
                  <a:pt x="3402589" y="952996"/>
                </a:cubicBezTo>
                <a:cubicBezTo>
                  <a:pt x="3312406" y="984048"/>
                  <a:pt x="3215660" y="1005003"/>
                  <a:pt x="3130202" y="1023386"/>
                </a:cubicBezTo>
                <a:cubicBezTo>
                  <a:pt x="3058529" y="1038816"/>
                  <a:pt x="2985412" y="1053675"/>
                  <a:pt x="2914657" y="1068058"/>
                </a:cubicBezTo>
                <a:cubicBezTo>
                  <a:pt x="2805176" y="1090251"/>
                  <a:pt x="2692021" y="1113207"/>
                  <a:pt x="2582149" y="1138924"/>
                </a:cubicBezTo>
                <a:cubicBezTo>
                  <a:pt x="2549330" y="1146639"/>
                  <a:pt x="2516644" y="1154450"/>
                  <a:pt x="2483958" y="1162356"/>
                </a:cubicBezTo>
                <a:cubicBezTo>
                  <a:pt x="2367257" y="1190550"/>
                  <a:pt x="2246621" y="1219601"/>
                  <a:pt x="2123750" y="1238651"/>
                </a:cubicBezTo>
                <a:cubicBezTo>
                  <a:pt x="2004294" y="1257129"/>
                  <a:pt x="1880769" y="1265416"/>
                  <a:pt x="1761444" y="1273417"/>
                </a:cubicBezTo>
                <a:cubicBezTo>
                  <a:pt x="1711167" y="1276751"/>
                  <a:pt x="1659184" y="1280275"/>
                  <a:pt x="1608382" y="1284466"/>
                </a:cubicBezTo>
                <a:cubicBezTo>
                  <a:pt x="1408589" y="1300944"/>
                  <a:pt x="1214570" y="1325805"/>
                  <a:pt x="999942" y="1354284"/>
                </a:cubicBezTo>
                <a:cubicBezTo>
                  <a:pt x="826403" y="1377240"/>
                  <a:pt x="647744" y="1400957"/>
                  <a:pt x="484705" y="1450487"/>
                </a:cubicBezTo>
                <a:cubicBezTo>
                  <a:pt x="355831" y="1489635"/>
                  <a:pt x="231387" y="1544374"/>
                  <a:pt x="113310" y="1613700"/>
                </a:cubicBezTo>
                <a:lnTo>
                  <a:pt x="39668" y="1660822"/>
                </a:lnTo>
                <a:lnTo>
                  <a:pt x="0" y="1660822"/>
                </a:lnTo>
                <a:lnTo>
                  <a:pt x="96701" y="1598934"/>
                </a:lnTo>
                <a:cubicBezTo>
                  <a:pt x="216635" y="1528533"/>
                  <a:pt x="343196" y="1472919"/>
                  <a:pt x="474335" y="1433056"/>
                </a:cubicBezTo>
                <a:cubicBezTo>
                  <a:pt x="639999" y="1382669"/>
                  <a:pt x="820102" y="1358856"/>
                  <a:pt x="994299" y="1335806"/>
                </a:cubicBezTo>
                <a:cubicBezTo>
                  <a:pt x="1210239" y="1307231"/>
                  <a:pt x="1404650" y="1282275"/>
                  <a:pt x="1605231" y="1265702"/>
                </a:cubicBezTo>
                <a:cubicBezTo>
                  <a:pt x="1656428" y="1261511"/>
                  <a:pt x="1708411" y="1257987"/>
                  <a:pt x="1758819" y="1254558"/>
                </a:cubicBezTo>
                <a:cubicBezTo>
                  <a:pt x="1877487" y="1246557"/>
                  <a:pt x="2000094" y="1238365"/>
                  <a:pt x="2118106" y="1220077"/>
                </a:cubicBezTo>
                <a:cubicBezTo>
                  <a:pt x="2239531" y="1201313"/>
                  <a:pt x="2359513" y="1172357"/>
                  <a:pt x="2475557" y="1144353"/>
                </a:cubicBezTo>
                <a:cubicBezTo>
                  <a:pt x="2508243" y="1136448"/>
                  <a:pt x="2541060" y="1128542"/>
                  <a:pt x="2573878" y="1120827"/>
                </a:cubicBezTo>
                <a:cubicBezTo>
                  <a:pt x="2684276" y="1094919"/>
                  <a:pt x="2797694" y="1071963"/>
                  <a:pt x="2907437" y="1049675"/>
                </a:cubicBezTo>
                <a:cubicBezTo>
                  <a:pt x="2978061" y="1035387"/>
                  <a:pt x="3051178" y="1020528"/>
                  <a:pt x="3122589" y="1005098"/>
                </a:cubicBezTo>
                <a:cubicBezTo>
                  <a:pt x="3206997" y="986810"/>
                  <a:pt x="3302823" y="966141"/>
                  <a:pt x="3391169" y="935756"/>
                </a:cubicBezTo>
                <a:cubicBezTo>
                  <a:pt x="3494479" y="900132"/>
                  <a:pt x="3578886" y="856508"/>
                  <a:pt x="3642290" y="806216"/>
                </a:cubicBezTo>
                <a:cubicBezTo>
                  <a:pt x="3720133" y="744303"/>
                  <a:pt x="3773953" y="668103"/>
                  <a:pt x="3825937" y="594475"/>
                </a:cubicBezTo>
                <a:cubicBezTo>
                  <a:pt x="3837621" y="577902"/>
                  <a:pt x="3849435" y="561233"/>
                  <a:pt x="3861381" y="544755"/>
                </a:cubicBezTo>
                <a:cubicBezTo>
                  <a:pt x="3889997" y="505416"/>
                  <a:pt x="3920715" y="465983"/>
                  <a:pt x="3950381" y="427978"/>
                </a:cubicBezTo>
                <a:cubicBezTo>
                  <a:pt x="4007353" y="354921"/>
                  <a:pt x="4066163" y="279388"/>
                  <a:pt x="4112370" y="201378"/>
                </a:cubicBezTo>
                <a:cubicBezTo>
                  <a:pt x="4144662" y="146800"/>
                  <a:pt x="4170785" y="89364"/>
                  <a:pt x="4195989" y="3383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43" name="Graphic 141">
            <a:extLst>
              <a:ext uri="{FF2B5EF4-FFF2-40B4-BE49-F238E27FC236}">
                <a16:creationId xmlns:a16="http://schemas.microsoft.com/office/drawing/2014/main" id="{03E9870D-4BBA-43AF-8D44-BBADF020CF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15178"/>
            <a:ext cx="2198951" cy="3331254"/>
            <a:chOff x="4473129" y="923925"/>
            <a:chExt cx="3308947" cy="5012817"/>
          </a:xfrm>
          <a:noFill/>
        </p:grpSpPr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34BC5055-C77D-43CD-BB1D-A77B6779CD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85988" y="924020"/>
              <a:ext cx="3296088" cy="5012722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DB12D0B8-9385-489A-85AE-3D14AD0BA2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923925"/>
              <a:ext cx="2977477" cy="462714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D158A14A-147E-4130-A5E2-38FD84B181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94561" y="923925"/>
              <a:ext cx="2356712" cy="4118991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75B8B1EB-5E2B-472C-AE60-2EC5961F16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923925"/>
              <a:ext cx="2059193" cy="3980116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B4F5BD77-58D7-4B61-A666-1B4139A63A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85131" y="1719357"/>
              <a:ext cx="743796" cy="2867501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F5CBEC6B-EDB6-40B8-8771-E5AF41B8D6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1912731"/>
              <a:ext cx="597294" cy="2543540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91BD0EE8-AA47-4044-9251-9F5A4B8201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91417" y="2227197"/>
              <a:ext cx="389425" cy="2011236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252" name="Graphic 157">
            <a:extLst>
              <a:ext uri="{FF2B5EF4-FFF2-40B4-BE49-F238E27FC236}">
                <a16:creationId xmlns:a16="http://schemas.microsoft.com/office/drawing/2014/main" id="{C3279E8D-2BAA-4CB1-834B-09FADD54DE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610600" y="3276600"/>
            <a:ext cx="3529260" cy="3581398"/>
            <a:chOff x="4114800" y="1423987"/>
            <a:chExt cx="3961542" cy="4007547"/>
          </a:xfrm>
          <a:noFill/>
        </p:grpSpPr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3456F18E-4F61-486D-9CD6-65B30372C5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114800" y="1423987"/>
              <a:ext cx="3946874" cy="3989641"/>
            </a:xfrm>
            <a:custGeom>
              <a:avLst/>
              <a:gdLst>
                <a:gd name="connsiteX0" fmla="*/ 0 w 3946874"/>
                <a:gd name="connsiteY0" fmla="*/ 3989641 h 3989641"/>
                <a:gd name="connsiteX1" fmla="*/ 79439 w 3946874"/>
                <a:gd name="connsiteY1" fmla="*/ 3891153 h 3989641"/>
                <a:gd name="connsiteX2" fmla="*/ 297371 w 3946874"/>
                <a:gd name="connsiteY2" fmla="*/ 3626930 h 3989641"/>
                <a:gd name="connsiteX3" fmla="*/ 454343 w 3946874"/>
                <a:gd name="connsiteY3" fmla="*/ 3440335 h 3989641"/>
                <a:gd name="connsiteX4" fmla="*/ 622363 w 3946874"/>
                <a:gd name="connsiteY4" fmla="*/ 3290697 h 3989641"/>
                <a:gd name="connsiteX5" fmla="*/ 927068 w 3946874"/>
                <a:gd name="connsiteY5" fmla="*/ 3087434 h 3989641"/>
                <a:gd name="connsiteX6" fmla="*/ 1176338 w 3946874"/>
                <a:gd name="connsiteY6" fmla="*/ 2915603 h 3989641"/>
                <a:gd name="connsiteX7" fmla="*/ 1394270 w 3946874"/>
                <a:gd name="connsiteY7" fmla="*/ 2780729 h 3989641"/>
                <a:gd name="connsiteX8" fmla="*/ 1601057 w 3946874"/>
                <a:gd name="connsiteY8" fmla="*/ 2723483 h 3989641"/>
                <a:gd name="connsiteX9" fmla="*/ 1756220 w 3946874"/>
                <a:gd name="connsiteY9" fmla="*/ 2743772 h 3989641"/>
                <a:gd name="connsiteX10" fmla="*/ 1889189 w 3946874"/>
                <a:gd name="connsiteY10" fmla="*/ 2765965 h 3989641"/>
                <a:gd name="connsiteX11" fmla="*/ 2007394 w 3946874"/>
                <a:gd name="connsiteY11" fmla="*/ 2765965 h 3989641"/>
                <a:gd name="connsiteX12" fmla="*/ 2184654 w 3946874"/>
                <a:gd name="connsiteY12" fmla="*/ 2671763 h 3989641"/>
                <a:gd name="connsiteX13" fmla="*/ 2372773 w 3946874"/>
                <a:gd name="connsiteY13" fmla="*/ 2538984 h 3989641"/>
                <a:gd name="connsiteX14" fmla="*/ 2439543 w 3946874"/>
                <a:gd name="connsiteY14" fmla="*/ 2510504 h 3989641"/>
                <a:gd name="connsiteX15" fmla="*/ 2650617 w 3946874"/>
                <a:gd name="connsiteY15" fmla="*/ 2434781 h 3989641"/>
                <a:gd name="connsiteX16" fmla="*/ 2785110 w 3946874"/>
                <a:gd name="connsiteY16" fmla="*/ 2383060 h 3989641"/>
                <a:gd name="connsiteX17" fmla="*/ 2897315 w 3946874"/>
                <a:gd name="connsiteY17" fmla="*/ 2318861 h 3989641"/>
                <a:gd name="connsiteX18" fmla="*/ 2997994 w 3946874"/>
                <a:gd name="connsiteY18" fmla="*/ 2226183 h 3989641"/>
                <a:gd name="connsiteX19" fmla="*/ 3061240 w 3946874"/>
                <a:gd name="connsiteY19" fmla="*/ 2141506 h 3989641"/>
                <a:gd name="connsiteX20" fmla="*/ 3152108 w 3946874"/>
                <a:gd name="connsiteY20" fmla="*/ 2005203 h 3989641"/>
                <a:gd name="connsiteX21" fmla="*/ 3274124 w 3946874"/>
                <a:gd name="connsiteY21" fmla="*/ 1871567 h 3989641"/>
                <a:gd name="connsiteX22" fmla="*/ 3388138 w 3946874"/>
                <a:gd name="connsiteY22" fmla="*/ 1770888 h 3989641"/>
                <a:gd name="connsiteX23" fmla="*/ 3466529 w 3946874"/>
                <a:gd name="connsiteY23" fmla="*/ 1679162 h 3989641"/>
                <a:gd name="connsiteX24" fmla="*/ 3538633 w 3946874"/>
                <a:gd name="connsiteY24" fmla="*/ 1551718 h 3989641"/>
                <a:gd name="connsiteX25" fmla="*/ 3588544 w 3946874"/>
                <a:gd name="connsiteY25" fmla="*/ 1376172 h 3989641"/>
                <a:gd name="connsiteX26" fmla="*/ 3597402 w 3946874"/>
                <a:gd name="connsiteY26" fmla="*/ 1293305 h 3989641"/>
                <a:gd name="connsiteX27" fmla="*/ 3721227 w 3946874"/>
                <a:gd name="connsiteY27" fmla="*/ 880491 h 3989641"/>
                <a:gd name="connsiteX28" fmla="*/ 3761137 w 3946874"/>
                <a:gd name="connsiteY28" fmla="*/ 463677 h 3989641"/>
                <a:gd name="connsiteX29" fmla="*/ 3946874 w 3946874"/>
                <a:gd name="connsiteY29" fmla="*/ 0 h 3989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946874" h="3989641">
                  <a:moveTo>
                    <a:pt x="0" y="3989641"/>
                  </a:moveTo>
                  <a:cubicBezTo>
                    <a:pt x="19050" y="3957257"/>
                    <a:pt x="50959" y="3916013"/>
                    <a:pt x="79439" y="3891153"/>
                  </a:cubicBezTo>
                  <a:cubicBezTo>
                    <a:pt x="165544" y="3815906"/>
                    <a:pt x="227933" y="3717989"/>
                    <a:pt x="297371" y="3626930"/>
                  </a:cubicBezTo>
                  <a:cubicBezTo>
                    <a:pt x="346615" y="3562255"/>
                    <a:pt x="398050" y="3499009"/>
                    <a:pt x="454343" y="3440335"/>
                  </a:cubicBezTo>
                  <a:cubicBezTo>
                    <a:pt x="506349" y="3386042"/>
                    <a:pt x="562642" y="3336227"/>
                    <a:pt x="622363" y="3290697"/>
                  </a:cubicBezTo>
                  <a:cubicBezTo>
                    <a:pt x="719519" y="3216688"/>
                    <a:pt x="824960" y="3154585"/>
                    <a:pt x="927068" y="3087434"/>
                  </a:cubicBezTo>
                  <a:cubicBezTo>
                    <a:pt x="1011365" y="3031998"/>
                    <a:pt x="1093565" y="2973324"/>
                    <a:pt x="1176338" y="2915603"/>
                  </a:cubicBezTo>
                  <a:cubicBezTo>
                    <a:pt x="1246537" y="2866644"/>
                    <a:pt x="1317308" y="2818066"/>
                    <a:pt x="1394270" y="2780729"/>
                  </a:cubicBezTo>
                  <a:cubicBezTo>
                    <a:pt x="1459421" y="2749106"/>
                    <a:pt x="1528763" y="2724436"/>
                    <a:pt x="1601057" y="2723483"/>
                  </a:cubicBezTo>
                  <a:cubicBezTo>
                    <a:pt x="1653350" y="2722721"/>
                    <a:pt x="1704785" y="2733485"/>
                    <a:pt x="1756220" y="2743772"/>
                  </a:cubicBezTo>
                  <a:cubicBezTo>
                    <a:pt x="1800320" y="2752630"/>
                    <a:pt x="1844612" y="2760250"/>
                    <a:pt x="1889189" y="2765965"/>
                  </a:cubicBezTo>
                  <a:cubicBezTo>
                    <a:pt x="1928622" y="2771013"/>
                    <a:pt x="1968437" y="2773299"/>
                    <a:pt x="2007394" y="2765965"/>
                  </a:cubicBezTo>
                  <a:cubicBezTo>
                    <a:pt x="2073878" y="2753487"/>
                    <a:pt x="2130647" y="2712911"/>
                    <a:pt x="2184654" y="2671763"/>
                  </a:cubicBezTo>
                  <a:cubicBezTo>
                    <a:pt x="2245900" y="2625090"/>
                    <a:pt x="2304002" y="2573465"/>
                    <a:pt x="2372773" y="2538984"/>
                  </a:cubicBezTo>
                  <a:cubicBezTo>
                    <a:pt x="2394395" y="2528126"/>
                    <a:pt x="2416874" y="2518982"/>
                    <a:pt x="2439543" y="2510504"/>
                  </a:cubicBezTo>
                  <a:cubicBezTo>
                    <a:pt x="2509552" y="2484215"/>
                    <a:pt x="2580037" y="2459450"/>
                    <a:pt x="2650617" y="2434781"/>
                  </a:cubicBezTo>
                  <a:cubicBezTo>
                    <a:pt x="2695956" y="2418874"/>
                    <a:pt x="2741295" y="2402872"/>
                    <a:pt x="2785110" y="2383060"/>
                  </a:cubicBezTo>
                  <a:cubicBezTo>
                    <a:pt x="2824448" y="2365248"/>
                    <a:pt x="2862358" y="2344198"/>
                    <a:pt x="2897315" y="2318861"/>
                  </a:cubicBezTo>
                  <a:cubicBezTo>
                    <a:pt x="2934367" y="2292096"/>
                    <a:pt x="2968085" y="2260854"/>
                    <a:pt x="2997994" y="2226183"/>
                  </a:cubicBezTo>
                  <a:cubicBezTo>
                    <a:pt x="3020949" y="2199513"/>
                    <a:pt x="3041714" y="2170938"/>
                    <a:pt x="3061240" y="2141506"/>
                  </a:cubicBezTo>
                  <a:cubicBezTo>
                    <a:pt x="3091529" y="2095976"/>
                    <a:pt x="3119533" y="2049018"/>
                    <a:pt x="3152108" y="2005203"/>
                  </a:cubicBezTo>
                  <a:cubicBezTo>
                    <a:pt x="3188113" y="1956626"/>
                    <a:pt x="3229261" y="1912144"/>
                    <a:pt x="3274124" y="1871567"/>
                  </a:cubicBezTo>
                  <a:cubicBezTo>
                    <a:pt x="3311747" y="1837563"/>
                    <a:pt x="3351848" y="1806321"/>
                    <a:pt x="3388138" y="1770888"/>
                  </a:cubicBezTo>
                  <a:cubicBezTo>
                    <a:pt x="3416999" y="1742694"/>
                    <a:pt x="3443002" y="1711833"/>
                    <a:pt x="3466529" y="1679162"/>
                  </a:cubicBezTo>
                  <a:cubicBezTo>
                    <a:pt x="3495008" y="1639348"/>
                    <a:pt x="3519392" y="1596771"/>
                    <a:pt x="3538633" y="1551718"/>
                  </a:cubicBezTo>
                  <a:cubicBezTo>
                    <a:pt x="3562731" y="1495616"/>
                    <a:pt x="3578924" y="1436465"/>
                    <a:pt x="3588544" y="1376172"/>
                  </a:cubicBezTo>
                  <a:cubicBezTo>
                    <a:pt x="3592925" y="1348740"/>
                    <a:pt x="3595688" y="1321022"/>
                    <a:pt x="3597402" y="1293305"/>
                  </a:cubicBezTo>
                  <a:cubicBezTo>
                    <a:pt x="3605974" y="1155859"/>
                    <a:pt x="3717703" y="1018127"/>
                    <a:pt x="3721227" y="880491"/>
                  </a:cubicBezTo>
                  <a:cubicBezTo>
                    <a:pt x="3724751" y="740855"/>
                    <a:pt x="3743135" y="602171"/>
                    <a:pt x="3761137" y="463677"/>
                  </a:cubicBezTo>
                  <a:cubicBezTo>
                    <a:pt x="3776186" y="347758"/>
                    <a:pt x="3934968" y="116205"/>
                    <a:pt x="3946874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318DDF45-08F0-46B6-A0B7-133735C94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95978" y="2441733"/>
              <a:ext cx="3665410" cy="2985611"/>
            </a:xfrm>
            <a:custGeom>
              <a:avLst/>
              <a:gdLst>
                <a:gd name="connsiteX0" fmla="*/ 0 w 3665410"/>
                <a:gd name="connsiteY0" fmla="*/ 2985611 h 2985611"/>
                <a:gd name="connsiteX1" fmla="*/ 166211 w 3665410"/>
                <a:gd name="connsiteY1" fmla="*/ 2699766 h 2985611"/>
                <a:gd name="connsiteX2" fmla="*/ 397002 w 3665410"/>
                <a:gd name="connsiteY2" fmla="*/ 2414969 h 2985611"/>
                <a:gd name="connsiteX3" fmla="*/ 620173 w 3665410"/>
                <a:gd name="connsiteY3" fmla="*/ 2237899 h 2985611"/>
                <a:gd name="connsiteX4" fmla="*/ 823341 w 3665410"/>
                <a:gd name="connsiteY4" fmla="*/ 2085499 h 2985611"/>
                <a:gd name="connsiteX5" fmla="*/ 1089565 w 3665410"/>
                <a:gd name="connsiteY5" fmla="*/ 1911477 h 2985611"/>
                <a:gd name="connsiteX6" fmla="*/ 1145000 w 3665410"/>
                <a:gd name="connsiteY6" fmla="*/ 1886807 h 2985611"/>
                <a:gd name="connsiteX7" fmla="*/ 1375791 w 3665410"/>
                <a:gd name="connsiteY7" fmla="*/ 1842135 h 2985611"/>
                <a:gd name="connsiteX8" fmla="*/ 1486567 w 3665410"/>
                <a:gd name="connsiteY8" fmla="*/ 1857566 h 2985611"/>
                <a:gd name="connsiteX9" fmla="*/ 1568101 w 3665410"/>
                <a:gd name="connsiteY9" fmla="*/ 1871377 h 2985611"/>
                <a:gd name="connsiteX10" fmla="*/ 1810607 w 3665410"/>
                <a:gd name="connsiteY10" fmla="*/ 1871377 h 2985611"/>
                <a:gd name="connsiteX11" fmla="*/ 1997964 w 3665410"/>
                <a:gd name="connsiteY11" fmla="*/ 1790605 h 2985611"/>
                <a:gd name="connsiteX12" fmla="*/ 2109883 w 3665410"/>
                <a:gd name="connsiteY12" fmla="*/ 1702784 h 2985611"/>
                <a:gd name="connsiteX13" fmla="*/ 2321433 w 3665410"/>
                <a:gd name="connsiteY13" fmla="*/ 1552384 h 2985611"/>
                <a:gd name="connsiteX14" fmla="*/ 2558891 w 3665410"/>
                <a:gd name="connsiteY14" fmla="*/ 1453420 h 2985611"/>
                <a:gd name="connsiteX15" fmla="*/ 2709767 w 3665410"/>
                <a:gd name="connsiteY15" fmla="*/ 1377887 h 2985611"/>
                <a:gd name="connsiteX16" fmla="*/ 2885408 w 3665410"/>
                <a:gd name="connsiteY16" fmla="*/ 1237393 h 2985611"/>
                <a:gd name="connsiteX17" fmla="*/ 3017711 w 3665410"/>
                <a:gd name="connsiteY17" fmla="*/ 1072229 h 2985611"/>
                <a:gd name="connsiteX18" fmla="*/ 3150680 w 3665410"/>
                <a:gd name="connsiteY18" fmla="*/ 921830 h 2985611"/>
                <a:gd name="connsiteX19" fmla="*/ 3255169 w 3665410"/>
                <a:gd name="connsiteY19" fmla="*/ 801815 h 2985611"/>
                <a:gd name="connsiteX20" fmla="*/ 3339275 w 3665410"/>
                <a:gd name="connsiteY20" fmla="*/ 694182 h 2985611"/>
                <a:gd name="connsiteX21" fmla="*/ 3409188 w 3665410"/>
                <a:gd name="connsiteY21" fmla="*/ 546926 h 2985611"/>
                <a:gd name="connsiteX22" fmla="*/ 3464243 w 3665410"/>
                <a:gd name="connsiteY22" fmla="*/ 347663 h 2985611"/>
                <a:gd name="connsiteX23" fmla="*/ 3665411 w 3665410"/>
                <a:gd name="connsiteY23" fmla="*/ 0 h 29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665410" h="2985611">
                  <a:moveTo>
                    <a:pt x="0" y="2985611"/>
                  </a:moveTo>
                  <a:cubicBezTo>
                    <a:pt x="0" y="2985611"/>
                    <a:pt x="86773" y="2802827"/>
                    <a:pt x="166211" y="2699766"/>
                  </a:cubicBezTo>
                  <a:cubicBezTo>
                    <a:pt x="240983" y="2602706"/>
                    <a:pt x="309182" y="2500122"/>
                    <a:pt x="397002" y="2414969"/>
                  </a:cubicBezTo>
                  <a:cubicBezTo>
                    <a:pt x="465296" y="2348865"/>
                    <a:pt x="543592" y="2294477"/>
                    <a:pt x="620173" y="2237899"/>
                  </a:cubicBezTo>
                  <a:cubicBezTo>
                    <a:pt x="688277" y="2187607"/>
                    <a:pt x="755333" y="2135886"/>
                    <a:pt x="823341" y="2085499"/>
                  </a:cubicBezTo>
                  <a:cubicBezTo>
                    <a:pt x="908685" y="2022253"/>
                    <a:pt x="994791" y="1959197"/>
                    <a:pt x="1089565" y="1911477"/>
                  </a:cubicBezTo>
                  <a:cubicBezTo>
                    <a:pt x="1107662" y="1902428"/>
                    <a:pt x="1126141" y="1894141"/>
                    <a:pt x="1145000" y="1886807"/>
                  </a:cubicBezTo>
                  <a:cubicBezTo>
                    <a:pt x="1218819" y="1858232"/>
                    <a:pt x="1296924" y="1838611"/>
                    <a:pt x="1375791" y="1842135"/>
                  </a:cubicBezTo>
                  <a:cubicBezTo>
                    <a:pt x="1413129" y="1843754"/>
                    <a:pt x="1449896" y="1850422"/>
                    <a:pt x="1486567" y="1857566"/>
                  </a:cubicBezTo>
                  <a:cubicBezTo>
                    <a:pt x="1513618" y="1862804"/>
                    <a:pt x="1540859" y="1867376"/>
                    <a:pt x="1568101" y="1871377"/>
                  </a:cubicBezTo>
                  <a:cubicBezTo>
                    <a:pt x="1648778" y="1883188"/>
                    <a:pt x="1730978" y="1887665"/>
                    <a:pt x="1810607" y="1871377"/>
                  </a:cubicBezTo>
                  <a:cubicBezTo>
                    <a:pt x="1877854" y="1857661"/>
                    <a:pt x="1941100" y="1829086"/>
                    <a:pt x="1997964" y="1790605"/>
                  </a:cubicBezTo>
                  <a:cubicBezTo>
                    <a:pt x="2037302" y="1764030"/>
                    <a:pt x="2073497" y="1733264"/>
                    <a:pt x="2109883" y="1702784"/>
                  </a:cubicBezTo>
                  <a:cubicBezTo>
                    <a:pt x="2176367" y="1647063"/>
                    <a:pt x="2244852" y="1593151"/>
                    <a:pt x="2321433" y="1552384"/>
                  </a:cubicBezTo>
                  <a:cubicBezTo>
                    <a:pt x="2397157" y="1512094"/>
                    <a:pt x="2479548" y="1486281"/>
                    <a:pt x="2558891" y="1453420"/>
                  </a:cubicBezTo>
                  <a:cubicBezTo>
                    <a:pt x="2610898" y="1431798"/>
                    <a:pt x="2661571" y="1407033"/>
                    <a:pt x="2709767" y="1377887"/>
                  </a:cubicBezTo>
                  <a:cubicBezTo>
                    <a:pt x="2774252" y="1338929"/>
                    <a:pt x="2834069" y="1292447"/>
                    <a:pt x="2885408" y="1237393"/>
                  </a:cubicBezTo>
                  <a:cubicBezTo>
                    <a:pt x="2933605" y="1185767"/>
                    <a:pt x="2973324" y="1127093"/>
                    <a:pt x="3017711" y="1072229"/>
                  </a:cubicBezTo>
                  <a:cubicBezTo>
                    <a:pt x="3059811" y="1020223"/>
                    <a:pt x="3105912" y="971645"/>
                    <a:pt x="3150680" y="921830"/>
                  </a:cubicBezTo>
                  <a:cubicBezTo>
                    <a:pt x="3186113" y="882396"/>
                    <a:pt x="3220593" y="842010"/>
                    <a:pt x="3255169" y="801815"/>
                  </a:cubicBezTo>
                  <a:cubicBezTo>
                    <a:pt x="3284887" y="767239"/>
                    <a:pt x="3314605" y="732473"/>
                    <a:pt x="3339275" y="694182"/>
                  </a:cubicBezTo>
                  <a:cubicBezTo>
                    <a:pt x="3368707" y="648367"/>
                    <a:pt x="3390138" y="597980"/>
                    <a:pt x="3409188" y="546926"/>
                  </a:cubicBezTo>
                  <a:cubicBezTo>
                    <a:pt x="3433382" y="482156"/>
                    <a:pt x="3453384" y="415861"/>
                    <a:pt x="3464243" y="347663"/>
                  </a:cubicBezTo>
                  <a:cubicBezTo>
                    <a:pt x="3476244" y="272224"/>
                    <a:pt x="3661696" y="76295"/>
                    <a:pt x="366541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B9D0CC0F-710D-43F4-BC86-7637674201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90402" y="5229700"/>
              <a:ext cx="285940" cy="199072"/>
            </a:xfrm>
            <a:custGeom>
              <a:avLst/>
              <a:gdLst>
                <a:gd name="connsiteX0" fmla="*/ 0 w 285940"/>
                <a:gd name="connsiteY0" fmla="*/ 199073 h 199072"/>
                <a:gd name="connsiteX1" fmla="*/ 285940 w 285940"/>
                <a:gd name="connsiteY1" fmla="*/ 0 h 199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85940" h="199072">
                  <a:moveTo>
                    <a:pt x="0" y="199073"/>
                  </a:moveTo>
                  <a:cubicBezTo>
                    <a:pt x="0" y="199073"/>
                    <a:pt x="242125" y="39243"/>
                    <a:pt x="28594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6FB36AB6-CB81-495A-8A33-C0BCE67D6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393114" y="5049773"/>
              <a:ext cx="655796" cy="381190"/>
            </a:xfrm>
            <a:custGeom>
              <a:avLst/>
              <a:gdLst>
                <a:gd name="connsiteX0" fmla="*/ 0 w 655796"/>
                <a:gd name="connsiteY0" fmla="*/ 381190 h 381190"/>
                <a:gd name="connsiteX1" fmla="*/ 655796 w 655796"/>
                <a:gd name="connsiteY1" fmla="*/ 0 h 381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5796" h="381190">
                  <a:moveTo>
                    <a:pt x="0" y="381190"/>
                  </a:moveTo>
                  <a:cubicBezTo>
                    <a:pt x="0" y="381190"/>
                    <a:pt x="461105" y="172117"/>
                    <a:pt x="65579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1993F7E6-ABF6-482D-BEA5-B4E607DDB4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154072" y="3867816"/>
              <a:ext cx="2907315" cy="1544764"/>
            </a:xfrm>
            <a:custGeom>
              <a:avLst/>
              <a:gdLst>
                <a:gd name="connsiteX0" fmla="*/ 0 w 2907315"/>
                <a:gd name="connsiteY0" fmla="*/ 1544764 h 1544764"/>
                <a:gd name="connsiteX1" fmla="*/ 201644 w 2907315"/>
                <a:gd name="connsiteY1" fmla="*/ 1352550 h 1544764"/>
                <a:gd name="connsiteX2" fmla="*/ 423196 w 2907315"/>
                <a:gd name="connsiteY2" fmla="*/ 1196054 h 1544764"/>
                <a:gd name="connsiteX3" fmla="*/ 782193 w 2907315"/>
                <a:gd name="connsiteY3" fmla="*/ 1099947 h 1544764"/>
                <a:gd name="connsiteX4" fmla="*/ 1052513 w 2907315"/>
                <a:gd name="connsiteY4" fmla="*/ 1042321 h 1544764"/>
                <a:gd name="connsiteX5" fmla="*/ 1311783 w 2907315"/>
                <a:gd name="connsiteY5" fmla="*/ 1056037 h 1544764"/>
                <a:gd name="connsiteX6" fmla="*/ 1484662 w 2907315"/>
                <a:gd name="connsiteY6" fmla="*/ 1083469 h 1544764"/>
                <a:gd name="connsiteX7" fmla="*/ 1788224 w 2907315"/>
                <a:gd name="connsiteY7" fmla="*/ 1023080 h 1544764"/>
                <a:gd name="connsiteX8" fmla="*/ 2269045 w 2907315"/>
                <a:gd name="connsiteY8" fmla="*/ 734758 h 1544764"/>
                <a:gd name="connsiteX9" fmla="*/ 2534984 w 2907315"/>
                <a:gd name="connsiteY9" fmla="*/ 572738 h 1544764"/>
                <a:gd name="connsiteX10" fmla="*/ 2907316 w 2907315"/>
                <a:gd name="connsiteY10" fmla="*/ 0 h 1544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7315" h="1544764">
                  <a:moveTo>
                    <a:pt x="0" y="1544764"/>
                  </a:moveTo>
                  <a:cubicBezTo>
                    <a:pt x="0" y="1544764"/>
                    <a:pt x="98012" y="1443990"/>
                    <a:pt x="201644" y="1352550"/>
                  </a:cubicBezTo>
                  <a:cubicBezTo>
                    <a:pt x="271272" y="1291209"/>
                    <a:pt x="343662" y="1234249"/>
                    <a:pt x="423196" y="1196054"/>
                  </a:cubicBezTo>
                  <a:cubicBezTo>
                    <a:pt x="537591" y="1141095"/>
                    <a:pt x="661226" y="1127189"/>
                    <a:pt x="782193" y="1099947"/>
                  </a:cubicBezTo>
                  <a:cubicBezTo>
                    <a:pt x="872300" y="1079659"/>
                    <a:pt x="961358" y="1051370"/>
                    <a:pt x="1052513" y="1042321"/>
                  </a:cubicBezTo>
                  <a:cubicBezTo>
                    <a:pt x="1139000" y="1033653"/>
                    <a:pt x="1225868" y="1040321"/>
                    <a:pt x="1311783" y="1056037"/>
                  </a:cubicBezTo>
                  <a:cubicBezTo>
                    <a:pt x="1369314" y="1066609"/>
                    <a:pt x="1426559" y="1079373"/>
                    <a:pt x="1484662" y="1083469"/>
                  </a:cubicBezTo>
                  <a:cubicBezTo>
                    <a:pt x="1587913" y="1090803"/>
                    <a:pt x="1690402" y="1064800"/>
                    <a:pt x="1788224" y="1023080"/>
                  </a:cubicBezTo>
                  <a:cubicBezTo>
                    <a:pt x="1956721" y="951262"/>
                    <a:pt x="2106549" y="825722"/>
                    <a:pt x="2269045" y="734758"/>
                  </a:cubicBezTo>
                  <a:cubicBezTo>
                    <a:pt x="2359438" y="684181"/>
                    <a:pt x="2452497" y="640556"/>
                    <a:pt x="2534984" y="572738"/>
                  </a:cubicBezTo>
                  <a:cubicBezTo>
                    <a:pt x="2673001" y="459391"/>
                    <a:pt x="2847023" y="191453"/>
                    <a:pt x="290731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DCA0B097-C21A-40B4-95E4-2FFA9697F8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07946" y="3479100"/>
              <a:ext cx="3168300" cy="1952434"/>
            </a:xfrm>
            <a:custGeom>
              <a:avLst/>
              <a:gdLst>
                <a:gd name="connsiteX0" fmla="*/ 0 w 3168300"/>
                <a:gd name="connsiteY0" fmla="*/ 1952435 h 1952434"/>
                <a:gd name="connsiteX1" fmla="*/ 202121 w 3168300"/>
                <a:gd name="connsiteY1" fmla="*/ 1687068 h 1952434"/>
                <a:gd name="connsiteX2" fmla="*/ 545116 w 3168300"/>
                <a:gd name="connsiteY2" fmla="*/ 1450277 h 1952434"/>
                <a:gd name="connsiteX3" fmla="*/ 906780 w 3168300"/>
                <a:gd name="connsiteY3" fmla="*/ 1354455 h 1952434"/>
                <a:gd name="connsiteX4" fmla="*/ 1332262 w 3168300"/>
                <a:gd name="connsiteY4" fmla="*/ 1285304 h 1952434"/>
                <a:gd name="connsiteX5" fmla="*/ 1691259 w 3168300"/>
                <a:gd name="connsiteY5" fmla="*/ 1240060 h 1952434"/>
                <a:gd name="connsiteX6" fmla="*/ 2010346 w 3168300"/>
                <a:gd name="connsiteY6" fmla="*/ 1141667 h 1952434"/>
                <a:gd name="connsiteX7" fmla="*/ 2393252 w 3168300"/>
                <a:gd name="connsiteY7" fmla="*/ 1027271 h 1952434"/>
                <a:gd name="connsiteX8" fmla="*/ 2582037 w 3168300"/>
                <a:gd name="connsiteY8" fmla="*/ 958120 h 1952434"/>
                <a:gd name="connsiteX9" fmla="*/ 2760155 w 3168300"/>
                <a:gd name="connsiteY9" fmla="*/ 827723 h 1952434"/>
                <a:gd name="connsiteX10" fmla="*/ 2914364 w 3168300"/>
                <a:gd name="connsiteY10" fmla="*/ 567023 h 1952434"/>
                <a:gd name="connsiteX11" fmla="*/ 3168301 w 3168300"/>
                <a:gd name="connsiteY11" fmla="*/ 0 h 1952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68300" h="1952434">
                  <a:moveTo>
                    <a:pt x="0" y="1952435"/>
                  </a:moveTo>
                  <a:cubicBezTo>
                    <a:pt x="0" y="1952435"/>
                    <a:pt x="91059" y="1796415"/>
                    <a:pt x="202121" y="1687068"/>
                  </a:cubicBezTo>
                  <a:cubicBezTo>
                    <a:pt x="301943" y="1588675"/>
                    <a:pt x="416528" y="1505617"/>
                    <a:pt x="545116" y="1450277"/>
                  </a:cubicBezTo>
                  <a:cubicBezTo>
                    <a:pt x="659987" y="1400747"/>
                    <a:pt x="783622" y="1377601"/>
                    <a:pt x="906780" y="1354455"/>
                  </a:cubicBezTo>
                  <a:cubicBezTo>
                    <a:pt x="1048036" y="1327976"/>
                    <a:pt x="1189482" y="1301972"/>
                    <a:pt x="1332262" y="1285304"/>
                  </a:cubicBezTo>
                  <a:cubicBezTo>
                    <a:pt x="1452182" y="1271302"/>
                    <a:pt x="1573340" y="1265873"/>
                    <a:pt x="1691259" y="1240060"/>
                  </a:cubicBezTo>
                  <a:cubicBezTo>
                    <a:pt x="1800035" y="1216247"/>
                    <a:pt x="1904619" y="1176718"/>
                    <a:pt x="2010346" y="1141667"/>
                  </a:cubicBezTo>
                  <a:cubicBezTo>
                    <a:pt x="2136743" y="1099661"/>
                    <a:pt x="2265902" y="1066229"/>
                    <a:pt x="2393252" y="1027271"/>
                  </a:cubicBezTo>
                  <a:cubicBezTo>
                    <a:pt x="2457450" y="1007650"/>
                    <a:pt x="2521744" y="987552"/>
                    <a:pt x="2582037" y="958120"/>
                  </a:cubicBezTo>
                  <a:cubicBezTo>
                    <a:pt x="2648807" y="925449"/>
                    <a:pt x="2710815" y="883349"/>
                    <a:pt x="2760155" y="827723"/>
                  </a:cubicBezTo>
                  <a:cubicBezTo>
                    <a:pt x="2827496" y="751904"/>
                    <a:pt x="2867978" y="657511"/>
                    <a:pt x="2914364" y="567023"/>
                  </a:cubicBezTo>
                  <a:cubicBezTo>
                    <a:pt x="2972753" y="453200"/>
                    <a:pt x="3119152" y="118015"/>
                    <a:pt x="316830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AB2AF0F5-7EAA-4BAB-8DE2-D84E124170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04778" y="2976752"/>
              <a:ext cx="3356800" cy="2452020"/>
            </a:xfrm>
            <a:custGeom>
              <a:avLst/>
              <a:gdLst>
                <a:gd name="connsiteX0" fmla="*/ 0 w 3356800"/>
                <a:gd name="connsiteY0" fmla="*/ 2452021 h 2452020"/>
                <a:gd name="connsiteX1" fmla="*/ 130874 w 3356800"/>
                <a:gd name="connsiteY1" fmla="*/ 2247710 h 2452020"/>
                <a:gd name="connsiteX2" fmla="*/ 437197 w 3356800"/>
                <a:gd name="connsiteY2" fmla="*/ 1941195 h 2452020"/>
                <a:gd name="connsiteX3" fmla="*/ 737140 w 3356800"/>
                <a:gd name="connsiteY3" fmla="*/ 1736884 h 2452020"/>
                <a:gd name="connsiteX4" fmla="*/ 1031843 w 3356800"/>
                <a:gd name="connsiteY4" fmla="*/ 1685068 h 2452020"/>
                <a:gd name="connsiteX5" fmla="*/ 1287304 w 3356800"/>
                <a:gd name="connsiteY5" fmla="*/ 1655826 h 2452020"/>
                <a:gd name="connsiteX6" fmla="*/ 1471994 w 3356800"/>
                <a:gd name="connsiteY6" fmla="*/ 1634300 h 2452020"/>
                <a:gd name="connsiteX7" fmla="*/ 1898237 w 3356800"/>
                <a:gd name="connsiteY7" fmla="*/ 1512665 h 2452020"/>
                <a:gd name="connsiteX8" fmla="*/ 2229136 w 3356800"/>
                <a:gd name="connsiteY8" fmla="*/ 1355598 h 2452020"/>
                <a:gd name="connsiteX9" fmla="*/ 2512314 w 3356800"/>
                <a:gd name="connsiteY9" fmla="*/ 1238631 h 2452020"/>
                <a:gd name="connsiteX10" fmla="*/ 2758535 w 3356800"/>
                <a:gd name="connsiteY10" fmla="*/ 1096994 h 2452020"/>
                <a:gd name="connsiteX11" fmla="*/ 2935510 w 3356800"/>
                <a:gd name="connsiteY11" fmla="*/ 919925 h 2452020"/>
                <a:gd name="connsiteX12" fmla="*/ 3081719 w 3356800"/>
                <a:gd name="connsiteY12" fmla="*/ 687419 h 2452020"/>
                <a:gd name="connsiteX13" fmla="*/ 3356800 w 3356800"/>
                <a:gd name="connsiteY13" fmla="*/ 0 h 2452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356800" h="2452020">
                  <a:moveTo>
                    <a:pt x="0" y="2452021"/>
                  </a:moveTo>
                  <a:cubicBezTo>
                    <a:pt x="0" y="2452021"/>
                    <a:pt x="57150" y="2344198"/>
                    <a:pt x="130874" y="2247710"/>
                  </a:cubicBezTo>
                  <a:cubicBezTo>
                    <a:pt x="218694" y="2132648"/>
                    <a:pt x="328136" y="2036635"/>
                    <a:pt x="437197" y="1941195"/>
                  </a:cubicBezTo>
                  <a:cubicBezTo>
                    <a:pt x="529304" y="1860709"/>
                    <a:pt x="623030" y="1779556"/>
                    <a:pt x="737140" y="1736884"/>
                  </a:cubicBezTo>
                  <a:cubicBezTo>
                    <a:pt x="830866" y="1701736"/>
                    <a:pt x="932021" y="1695450"/>
                    <a:pt x="1031843" y="1685068"/>
                  </a:cubicBezTo>
                  <a:cubicBezTo>
                    <a:pt x="1117092" y="1676210"/>
                    <a:pt x="1202055" y="1665160"/>
                    <a:pt x="1287304" y="1655826"/>
                  </a:cubicBezTo>
                  <a:cubicBezTo>
                    <a:pt x="1348931" y="1649063"/>
                    <a:pt x="1410653" y="1643539"/>
                    <a:pt x="1471994" y="1634300"/>
                  </a:cubicBezTo>
                  <a:cubicBezTo>
                    <a:pt x="1618679" y="1612011"/>
                    <a:pt x="1761935" y="1571149"/>
                    <a:pt x="1898237" y="1512665"/>
                  </a:cubicBezTo>
                  <a:cubicBezTo>
                    <a:pt x="2010442" y="1464564"/>
                    <a:pt x="2117503" y="1405128"/>
                    <a:pt x="2229136" y="1355598"/>
                  </a:cubicBezTo>
                  <a:cubicBezTo>
                    <a:pt x="2322481" y="1314164"/>
                    <a:pt x="2418969" y="1280160"/>
                    <a:pt x="2512314" y="1238631"/>
                  </a:cubicBezTo>
                  <a:cubicBezTo>
                    <a:pt x="2599087" y="1199960"/>
                    <a:pt x="2683193" y="1154811"/>
                    <a:pt x="2758535" y="1096994"/>
                  </a:cubicBezTo>
                  <a:cubicBezTo>
                    <a:pt x="2825020" y="1046035"/>
                    <a:pt x="2883789" y="985837"/>
                    <a:pt x="2935510" y="919925"/>
                  </a:cubicBezTo>
                  <a:cubicBezTo>
                    <a:pt x="2992184" y="847725"/>
                    <a:pt x="3039904" y="769144"/>
                    <a:pt x="3081719" y="687419"/>
                  </a:cubicBezTo>
                  <a:cubicBezTo>
                    <a:pt x="3138297" y="576739"/>
                    <a:pt x="3314129" y="116776"/>
                    <a:pt x="335680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 useBgFill="1">
        <p:nvSpPr>
          <p:cNvPr id="261" name="Rectangle 260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63" name="Rectangle 262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265" name="Top Left">
            <a:extLst>
              <a:ext uri="{FF2B5EF4-FFF2-40B4-BE49-F238E27FC236}">
                <a16:creationId xmlns:a16="http://schemas.microsoft.com/office/drawing/2014/main" id="{FADD1535-ED83-48B3-8EB1-671A080F09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-3086"/>
            <a:ext cx="2198951" cy="3349518"/>
            <a:chOff x="10849" y="-3086"/>
            <a:chExt cx="2198951" cy="3349518"/>
          </a:xfrm>
        </p:grpSpPr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E70C64DB-421C-4FFD-8EB1-A7D1A5DC13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5C04BFFB-0C30-49E1-B4F0-2435312199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368C7354-F4EF-4BC5-BF44-01614E0B93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145981B8-FB15-43E7-B1CE-AE4A5E9B13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75F05D22-2B12-4452-A804-346878D55D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7B26EE6B-DF99-4B8A-8859-82A92A598A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CE8FB053-1663-44BA-8128-0C19BD762A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75E5E4F4-4EE0-49E3-98E5-F1E2BB91A7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2" name="Title 11">
            <a:extLst>
              <a:ext uri="{FF2B5EF4-FFF2-40B4-BE49-F238E27FC236}">
                <a16:creationId xmlns:a16="http://schemas.microsoft.com/office/drawing/2014/main" id="{0C9CF388-60CB-0B52-B53E-02E8F306E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182" y="2601220"/>
            <a:ext cx="5030511" cy="166457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Architecture of MobileNetV1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2FB86C8-F2CB-48CF-F0C0-1629143362C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" b="2549"/>
          <a:stretch>
            <a:fillRect/>
          </a:stretch>
        </p:blipFill>
        <p:spPr>
          <a:xfrm>
            <a:off x="5996628" y="10"/>
            <a:ext cx="6195372" cy="6857990"/>
          </a:xfrm>
          <a:prstGeom prst="rect">
            <a:avLst/>
          </a:prstGeom>
        </p:spPr>
      </p:pic>
      <p:grpSp>
        <p:nvGrpSpPr>
          <p:cNvPr id="275" name="Bottom Right">
            <a:extLst>
              <a:ext uri="{FF2B5EF4-FFF2-40B4-BE49-F238E27FC236}">
                <a16:creationId xmlns:a16="http://schemas.microsoft.com/office/drawing/2014/main" id="{01081332-6CA1-49C2-A979-7709509AD1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grpSp>
          <p:nvGrpSpPr>
            <p:cNvPr id="276" name="Graphic 157">
              <a:extLst>
                <a:ext uri="{FF2B5EF4-FFF2-40B4-BE49-F238E27FC236}">
                  <a16:creationId xmlns:a16="http://schemas.microsoft.com/office/drawing/2014/main" id="{826B0664-73BC-4FCB-A447-57F7F67647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278" name="Freeform: Shape 277">
                <a:extLst>
                  <a:ext uri="{FF2B5EF4-FFF2-40B4-BE49-F238E27FC236}">
                    <a16:creationId xmlns:a16="http://schemas.microsoft.com/office/drawing/2014/main" id="{23242A3E-DBD8-44D5-930F-DA776CA0698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9" name="Freeform: Shape 278">
                <a:extLst>
                  <a:ext uri="{FF2B5EF4-FFF2-40B4-BE49-F238E27FC236}">
                    <a16:creationId xmlns:a16="http://schemas.microsoft.com/office/drawing/2014/main" id="{F331C242-2FF0-40D4-BF95-4A27680F26F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0" name="Freeform: Shape 279">
                <a:extLst>
                  <a:ext uri="{FF2B5EF4-FFF2-40B4-BE49-F238E27FC236}">
                    <a16:creationId xmlns:a16="http://schemas.microsoft.com/office/drawing/2014/main" id="{B500FE3B-EB2C-4A5D-ABA7-35137B2BA5E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1" name="Freeform: Shape 280">
                <a:extLst>
                  <a:ext uri="{FF2B5EF4-FFF2-40B4-BE49-F238E27FC236}">
                    <a16:creationId xmlns:a16="http://schemas.microsoft.com/office/drawing/2014/main" id="{6E1EA3BF-3A9F-4CD0-9640-6FF67F44301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2" name="Freeform: Shape 281">
                <a:extLst>
                  <a:ext uri="{FF2B5EF4-FFF2-40B4-BE49-F238E27FC236}">
                    <a16:creationId xmlns:a16="http://schemas.microsoft.com/office/drawing/2014/main" id="{17F4411F-5B81-451C-A006-8754E1618A9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3" name="Freeform: Shape 282">
                <a:extLst>
                  <a:ext uri="{FF2B5EF4-FFF2-40B4-BE49-F238E27FC236}">
                    <a16:creationId xmlns:a16="http://schemas.microsoft.com/office/drawing/2014/main" id="{4E4D64BD-20E2-44CF-AEB4-A87A43376B7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4" name="Freeform: Shape 283">
                <a:extLst>
                  <a:ext uri="{FF2B5EF4-FFF2-40B4-BE49-F238E27FC236}">
                    <a16:creationId xmlns:a16="http://schemas.microsoft.com/office/drawing/2014/main" id="{0B309630-6603-4319-BAB8-93102ABEB38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F540FCD4-859A-4602-9CBC-C697E3877A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DFEB64-22F5-8840-B780-C899954F5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86908" y="6356350"/>
            <a:ext cx="1166892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73B850FF-6169-4056-8077-06FFA93A5366}" type="slidenum">
              <a:rPr lang="en-US" cap="all">
                <a:solidFill>
                  <a:srgbClr val="FFFFFF"/>
                </a:solidFill>
                <a:cs typeface="Segoe UI Semilight" panose="020B0402040204020203" pitchFamily="34" charset="0"/>
              </a:rPr>
              <a:pPr>
                <a:spcAft>
                  <a:spcPts val="600"/>
                </a:spcAft>
              </a:pPr>
              <a:t>17</a:t>
            </a:fld>
            <a:endParaRPr lang="en-US" cap="all">
              <a:solidFill>
                <a:srgbClr val="FFFFFF"/>
              </a:solidFill>
              <a:cs typeface="Segoe UI Semilight" panose="020B04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02427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59A131-1D32-4519-3B2D-2FC99C5D2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Rectangle 472">
            <a:extLst>
              <a:ext uri="{FF2B5EF4-FFF2-40B4-BE49-F238E27FC236}">
                <a16:creationId xmlns:a16="http://schemas.microsoft.com/office/drawing/2014/main" id="{5568A997-7BE6-C7A0-DD31-53118483E2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475" name="Freeform: Shape 474">
            <a:extLst>
              <a:ext uri="{FF2B5EF4-FFF2-40B4-BE49-F238E27FC236}">
                <a16:creationId xmlns:a16="http://schemas.microsoft.com/office/drawing/2014/main" id="{3F070D3B-E1C0-FF3D-9DCF-0591CC425D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692844" y="-3086"/>
            <a:ext cx="1326111" cy="59760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rPr>
              <a:t> </a:t>
            </a:r>
          </a:p>
        </p:txBody>
      </p:sp>
      <p:sp>
        <p:nvSpPr>
          <p:cNvPr id="477" name="Freeform: Shape 476">
            <a:extLst>
              <a:ext uri="{FF2B5EF4-FFF2-40B4-BE49-F238E27FC236}">
                <a16:creationId xmlns:a16="http://schemas.microsoft.com/office/drawing/2014/main" id="{5593D5B9-522B-46F5-D2ED-3DD455A70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9256" y="6172200"/>
            <a:ext cx="1482102" cy="67936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rPr>
              <a:t> </a:t>
            </a:r>
          </a:p>
        </p:txBody>
      </p:sp>
      <p:sp>
        <p:nvSpPr>
          <p:cNvPr id="479" name="Freeform: Shape 478">
            <a:extLst>
              <a:ext uri="{FF2B5EF4-FFF2-40B4-BE49-F238E27FC236}">
                <a16:creationId xmlns:a16="http://schemas.microsoft.com/office/drawing/2014/main" id="{DE8B2EC7-FDCA-3E2E-A288-DCA2F7728B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7352" y="5197178"/>
            <a:ext cx="4211600" cy="1660822"/>
          </a:xfrm>
          <a:custGeom>
            <a:avLst/>
            <a:gdLst>
              <a:gd name="connsiteX0" fmla="*/ 4211600 w 4211600"/>
              <a:gd name="connsiteY0" fmla="*/ 0 h 1660822"/>
              <a:gd name="connsiteX1" fmla="*/ 4211600 w 4211600"/>
              <a:gd name="connsiteY1" fmla="*/ 58430 h 1660822"/>
              <a:gd name="connsiteX2" fmla="*/ 4136524 w 4211600"/>
              <a:gd name="connsiteY2" fmla="*/ 208808 h 1660822"/>
              <a:gd name="connsiteX3" fmla="*/ 3973354 w 4211600"/>
              <a:gd name="connsiteY3" fmla="*/ 437313 h 1660822"/>
              <a:gd name="connsiteX4" fmla="*/ 3884746 w 4211600"/>
              <a:gd name="connsiteY4" fmla="*/ 553613 h 1660822"/>
              <a:gd name="connsiteX5" fmla="*/ 3849435 w 4211600"/>
              <a:gd name="connsiteY5" fmla="*/ 603143 h 1660822"/>
              <a:gd name="connsiteX6" fmla="*/ 3661849 w 4211600"/>
              <a:gd name="connsiteY6" fmla="*/ 819075 h 1660822"/>
              <a:gd name="connsiteX7" fmla="*/ 3402589 w 4211600"/>
              <a:gd name="connsiteY7" fmla="*/ 952996 h 1660822"/>
              <a:gd name="connsiteX8" fmla="*/ 3130202 w 4211600"/>
              <a:gd name="connsiteY8" fmla="*/ 1023386 h 1660822"/>
              <a:gd name="connsiteX9" fmla="*/ 2914657 w 4211600"/>
              <a:gd name="connsiteY9" fmla="*/ 1068058 h 1660822"/>
              <a:gd name="connsiteX10" fmla="*/ 2582149 w 4211600"/>
              <a:gd name="connsiteY10" fmla="*/ 1138924 h 1660822"/>
              <a:gd name="connsiteX11" fmla="*/ 2483958 w 4211600"/>
              <a:gd name="connsiteY11" fmla="*/ 1162356 h 1660822"/>
              <a:gd name="connsiteX12" fmla="*/ 2123750 w 4211600"/>
              <a:gd name="connsiteY12" fmla="*/ 1238651 h 1660822"/>
              <a:gd name="connsiteX13" fmla="*/ 1761444 w 4211600"/>
              <a:gd name="connsiteY13" fmla="*/ 1273417 h 1660822"/>
              <a:gd name="connsiteX14" fmla="*/ 1608382 w 4211600"/>
              <a:gd name="connsiteY14" fmla="*/ 1284466 h 1660822"/>
              <a:gd name="connsiteX15" fmla="*/ 999942 w 4211600"/>
              <a:gd name="connsiteY15" fmla="*/ 1354284 h 1660822"/>
              <a:gd name="connsiteX16" fmla="*/ 484705 w 4211600"/>
              <a:gd name="connsiteY16" fmla="*/ 1450487 h 1660822"/>
              <a:gd name="connsiteX17" fmla="*/ 113310 w 4211600"/>
              <a:gd name="connsiteY17" fmla="*/ 1613700 h 1660822"/>
              <a:gd name="connsiteX18" fmla="*/ 39668 w 4211600"/>
              <a:gd name="connsiteY18" fmla="*/ 1660822 h 1660822"/>
              <a:gd name="connsiteX19" fmla="*/ 0 w 4211600"/>
              <a:gd name="connsiteY19" fmla="*/ 1660822 h 1660822"/>
              <a:gd name="connsiteX20" fmla="*/ 96701 w 4211600"/>
              <a:gd name="connsiteY20" fmla="*/ 1598934 h 1660822"/>
              <a:gd name="connsiteX21" fmla="*/ 474335 w 4211600"/>
              <a:gd name="connsiteY21" fmla="*/ 1433056 h 1660822"/>
              <a:gd name="connsiteX22" fmla="*/ 994299 w 4211600"/>
              <a:gd name="connsiteY22" fmla="*/ 1335806 h 1660822"/>
              <a:gd name="connsiteX23" fmla="*/ 1605231 w 4211600"/>
              <a:gd name="connsiteY23" fmla="*/ 1265702 h 1660822"/>
              <a:gd name="connsiteX24" fmla="*/ 1758819 w 4211600"/>
              <a:gd name="connsiteY24" fmla="*/ 1254558 h 1660822"/>
              <a:gd name="connsiteX25" fmla="*/ 2118106 w 4211600"/>
              <a:gd name="connsiteY25" fmla="*/ 1220077 h 1660822"/>
              <a:gd name="connsiteX26" fmla="*/ 2475557 w 4211600"/>
              <a:gd name="connsiteY26" fmla="*/ 1144353 h 1660822"/>
              <a:gd name="connsiteX27" fmla="*/ 2573878 w 4211600"/>
              <a:gd name="connsiteY27" fmla="*/ 1120827 h 1660822"/>
              <a:gd name="connsiteX28" fmla="*/ 2907437 w 4211600"/>
              <a:gd name="connsiteY28" fmla="*/ 1049675 h 1660822"/>
              <a:gd name="connsiteX29" fmla="*/ 3122589 w 4211600"/>
              <a:gd name="connsiteY29" fmla="*/ 1005098 h 1660822"/>
              <a:gd name="connsiteX30" fmla="*/ 3391169 w 4211600"/>
              <a:gd name="connsiteY30" fmla="*/ 935756 h 1660822"/>
              <a:gd name="connsiteX31" fmla="*/ 3642290 w 4211600"/>
              <a:gd name="connsiteY31" fmla="*/ 806216 h 1660822"/>
              <a:gd name="connsiteX32" fmla="*/ 3825937 w 4211600"/>
              <a:gd name="connsiteY32" fmla="*/ 594475 h 1660822"/>
              <a:gd name="connsiteX33" fmla="*/ 3861381 w 4211600"/>
              <a:gd name="connsiteY33" fmla="*/ 544755 h 1660822"/>
              <a:gd name="connsiteX34" fmla="*/ 3950381 w 4211600"/>
              <a:gd name="connsiteY34" fmla="*/ 427978 h 1660822"/>
              <a:gd name="connsiteX35" fmla="*/ 4112370 w 4211600"/>
              <a:gd name="connsiteY35" fmla="*/ 201378 h 1660822"/>
              <a:gd name="connsiteX36" fmla="*/ 4195989 w 4211600"/>
              <a:gd name="connsiteY36" fmla="*/ 33834 h 1660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211600" h="1660822">
                <a:moveTo>
                  <a:pt x="4211600" y="0"/>
                </a:moveTo>
                <a:lnTo>
                  <a:pt x="4211600" y="58430"/>
                </a:lnTo>
                <a:lnTo>
                  <a:pt x="4136524" y="208808"/>
                </a:lnTo>
                <a:cubicBezTo>
                  <a:pt x="4089791" y="287770"/>
                  <a:pt x="4030588" y="363780"/>
                  <a:pt x="3973354" y="437313"/>
                </a:cubicBezTo>
                <a:cubicBezTo>
                  <a:pt x="3943819" y="475222"/>
                  <a:pt x="3913231" y="514465"/>
                  <a:pt x="3884746" y="553613"/>
                </a:cubicBezTo>
                <a:cubicBezTo>
                  <a:pt x="3872801" y="569996"/>
                  <a:pt x="3861119" y="586569"/>
                  <a:pt x="3849435" y="603143"/>
                </a:cubicBezTo>
                <a:cubicBezTo>
                  <a:pt x="3796665" y="678009"/>
                  <a:pt x="3742187" y="755352"/>
                  <a:pt x="3661849" y="819075"/>
                </a:cubicBezTo>
                <a:cubicBezTo>
                  <a:pt x="3596214" y="871176"/>
                  <a:pt x="3509050" y="916230"/>
                  <a:pt x="3402589" y="952996"/>
                </a:cubicBezTo>
                <a:cubicBezTo>
                  <a:pt x="3312406" y="984048"/>
                  <a:pt x="3215660" y="1005003"/>
                  <a:pt x="3130202" y="1023386"/>
                </a:cubicBezTo>
                <a:cubicBezTo>
                  <a:pt x="3058529" y="1038816"/>
                  <a:pt x="2985412" y="1053675"/>
                  <a:pt x="2914657" y="1068058"/>
                </a:cubicBezTo>
                <a:cubicBezTo>
                  <a:pt x="2805176" y="1090251"/>
                  <a:pt x="2692021" y="1113207"/>
                  <a:pt x="2582149" y="1138924"/>
                </a:cubicBezTo>
                <a:cubicBezTo>
                  <a:pt x="2549330" y="1146639"/>
                  <a:pt x="2516644" y="1154450"/>
                  <a:pt x="2483958" y="1162356"/>
                </a:cubicBezTo>
                <a:cubicBezTo>
                  <a:pt x="2367257" y="1190550"/>
                  <a:pt x="2246621" y="1219601"/>
                  <a:pt x="2123750" y="1238651"/>
                </a:cubicBezTo>
                <a:cubicBezTo>
                  <a:pt x="2004294" y="1257129"/>
                  <a:pt x="1880769" y="1265416"/>
                  <a:pt x="1761444" y="1273417"/>
                </a:cubicBezTo>
                <a:cubicBezTo>
                  <a:pt x="1711167" y="1276751"/>
                  <a:pt x="1659184" y="1280275"/>
                  <a:pt x="1608382" y="1284466"/>
                </a:cubicBezTo>
                <a:cubicBezTo>
                  <a:pt x="1408589" y="1300944"/>
                  <a:pt x="1214570" y="1325805"/>
                  <a:pt x="999942" y="1354284"/>
                </a:cubicBezTo>
                <a:cubicBezTo>
                  <a:pt x="826403" y="1377240"/>
                  <a:pt x="647744" y="1400957"/>
                  <a:pt x="484705" y="1450487"/>
                </a:cubicBezTo>
                <a:cubicBezTo>
                  <a:pt x="355831" y="1489635"/>
                  <a:pt x="231387" y="1544374"/>
                  <a:pt x="113310" y="1613700"/>
                </a:cubicBezTo>
                <a:lnTo>
                  <a:pt x="39668" y="1660822"/>
                </a:lnTo>
                <a:lnTo>
                  <a:pt x="0" y="1660822"/>
                </a:lnTo>
                <a:lnTo>
                  <a:pt x="96701" y="1598934"/>
                </a:lnTo>
                <a:cubicBezTo>
                  <a:pt x="216635" y="1528533"/>
                  <a:pt x="343196" y="1472919"/>
                  <a:pt x="474335" y="1433056"/>
                </a:cubicBezTo>
                <a:cubicBezTo>
                  <a:pt x="639999" y="1382669"/>
                  <a:pt x="820102" y="1358856"/>
                  <a:pt x="994299" y="1335806"/>
                </a:cubicBezTo>
                <a:cubicBezTo>
                  <a:pt x="1210239" y="1307231"/>
                  <a:pt x="1404650" y="1282275"/>
                  <a:pt x="1605231" y="1265702"/>
                </a:cubicBezTo>
                <a:cubicBezTo>
                  <a:pt x="1656428" y="1261511"/>
                  <a:pt x="1708411" y="1257987"/>
                  <a:pt x="1758819" y="1254558"/>
                </a:cubicBezTo>
                <a:cubicBezTo>
                  <a:pt x="1877487" y="1246557"/>
                  <a:pt x="2000094" y="1238365"/>
                  <a:pt x="2118106" y="1220077"/>
                </a:cubicBezTo>
                <a:cubicBezTo>
                  <a:pt x="2239531" y="1201313"/>
                  <a:pt x="2359513" y="1172357"/>
                  <a:pt x="2475557" y="1144353"/>
                </a:cubicBezTo>
                <a:cubicBezTo>
                  <a:pt x="2508243" y="1136448"/>
                  <a:pt x="2541060" y="1128542"/>
                  <a:pt x="2573878" y="1120827"/>
                </a:cubicBezTo>
                <a:cubicBezTo>
                  <a:pt x="2684276" y="1094919"/>
                  <a:pt x="2797694" y="1071963"/>
                  <a:pt x="2907437" y="1049675"/>
                </a:cubicBezTo>
                <a:cubicBezTo>
                  <a:pt x="2978061" y="1035387"/>
                  <a:pt x="3051178" y="1020528"/>
                  <a:pt x="3122589" y="1005098"/>
                </a:cubicBezTo>
                <a:cubicBezTo>
                  <a:pt x="3206997" y="986810"/>
                  <a:pt x="3302823" y="966141"/>
                  <a:pt x="3391169" y="935756"/>
                </a:cubicBezTo>
                <a:cubicBezTo>
                  <a:pt x="3494479" y="900132"/>
                  <a:pt x="3578886" y="856508"/>
                  <a:pt x="3642290" y="806216"/>
                </a:cubicBezTo>
                <a:cubicBezTo>
                  <a:pt x="3720133" y="744303"/>
                  <a:pt x="3773953" y="668103"/>
                  <a:pt x="3825937" y="594475"/>
                </a:cubicBezTo>
                <a:cubicBezTo>
                  <a:pt x="3837621" y="577902"/>
                  <a:pt x="3849435" y="561233"/>
                  <a:pt x="3861381" y="544755"/>
                </a:cubicBezTo>
                <a:cubicBezTo>
                  <a:pt x="3889997" y="505416"/>
                  <a:pt x="3920715" y="465983"/>
                  <a:pt x="3950381" y="427978"/>
                </a:cubicBezTo>
                <a:cubicBezTo>
                  <a:pt x="4007353" y="354921"/>
                  <a:pt x="4066163" y="279388"/>
                  <a:pt x="4112370" y="201378"/>
                </a:cubicBezTo>
                <a:cubicBezTo>
                  <a:pt x="4144662" y="146800"/>
                  <a:pt x="4170785" y="89364"/>
                  <a:pt x="4195989" y="3383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481" name="Graphic 141">
            <a:extLst>
              <a:ext uri="{FF2B5EF4-FFF2-40B4-BE49-F238E27FC236}">
                <a16:creationId xmlns:a16="http://schemas.microsoft.com/office/drawing/2014/main" id="{9F7902D6-8CCA-3A22-98EA-65FF84A5F1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15178"/>
            <a:ext cx="2198951" cy="3331254"/>
            <a:chOff x="4473129" y="923925"/>
            <a:chExt cx="3308947" cy="5012817"/>
          </a:xfrm>
          <a:noFill/>
        </p:grpSpPr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016068BF-C8EF-085A-F3A2-B17BC648D3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85988" y="924020"/>
              <a:ext cx="3296088" cy="5012722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0C5BC229-1794-AA82-7ABC-AE04775569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923925"/>
              <a:ext cx="2977477" cy="462714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FD8CE204-3832-38C3-3116-45FBDDD8D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94561" y="923925"/>
              <a:ext cx="2356712" cy="4118991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D99A1D0F-47CC-E3A8-61B9-458C190BB6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923925"/>
              <a:ext cx="2059193" cy="3980116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97E928FC-949E-4241-E1DB-69C6CEFAEF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85131" y="1719357"/>
              <a:ext cx="743796" cy="2867501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D34D60B9-67F5-AF9B-BF59-BBD01C2EDF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1912731"/>
              <a:ext cx="597294" cy="2543540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E6FC0F41-05F3-FDE4-DC81-659848232B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91417" y="2227197"/>
              <a:ext cx="389425" cy="2011236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490" name="Graphic 157">
            <a:extLst>
              <a:ext uri="{FF2B5EF4-FFF2-40B4-BE49-F238E27FC236}">
                <a16:creationId xmlns:a16="http://schemas.microsoft.com/office/drawing/2014/main" id="{7387589F-B93D-9529-D20F-FEF5EF49B0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610600" y="3276600"/>
            <a:ext cx="3529260" cy="3581398"/>
            <a:chOff x="4114800" y="1423987"/>
            <a:chExt cx="3961542" cy="4007547"/>
          </a:xfrm>
          <a:noFill/>
        </p:grpSpPr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9BD60751-BCFF-0187-9ED5-D43E1BC519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114800" y="1423987"/>
              <a:ext cx="3946874" cy="3989641"/>
            </a:xfrm>
            <a:custGeom>
              <a:avLst/>
              <a:gdLst>
                <a:gd name="connsiteX0" fmla="*/ 0 w 3946874"/>
                <a:gd name="connsiteY0" fmla="*/ 3989641 h 3989641"/>
                <a:gd name="connsiteX1" fmla="*/ 79439 w 3946874"/>
                <a:gd name="connsiteY1" fmla="*/ 3891153 h 3989641"/>
                <a:gd name="connsiteX2" fmla="*/ 297371 w 3946874"/>
                <a:gd name="connsiteY2" fmla="*/ 3626930 h 3989641"/>
                <a:gd name="connsiteX3" fmla="*/ 454343 w 3946874"/>
                <a:gd name="connsiteY3" fmla="*/ 3440335 h 3989641"/>
                <a:gd name="connsiteX4" fmla="*/ 622363 w 3946874"/>
                <a:gd name="connsiteY4" fmla="*/ 3290697 h 3989641"/>
                <a:gd name="connsiteX5" fmla="*/ 927068 w 3946874"/>
                <a:gd name="connsiteY5" fmla="*/ 3087434 h 3989641"/>
                <a:gd name="connsiteX6" fmla="*/ 1176338 w 3946874"/>
                <a:gd name="connsiteY6" fmla="*/ 2915603 h 3989641"/>
                <a:gd name="connsiteX7" fmla="*/ 1394270 w 3946874"/>
                <a:gd name="connsiteY7" fmla="*/ 2780729 h 3989641"/>
                <a:gd name="connsiteX8" fmla="*/ 1601057 w 3946874"/>
                <a:gd name="connsiteY8" fmla="*/ 2723483 h 3989641"/>
                <a:gd name="connsiteX9" fmla="*/ 1756220 w 3946874"/>
                <a:gd name="connsiteY9" fmla="*/ 2743772 h 3989641"/>
                <a:gd name="connsiteX10" fmla="*/ 1889189 w 3946874"/>
                <a:gd name="connsiteY10" fmla="*/ 2765965 h 3989641"/>
                <a:gd name="connsiteX11" fmla="*/ 2007394 w 3946874"/>
                <a:gd name="connsiteY11" fmla="*/ 2765965 h 3989641"/>
                <a:gd name="connsiteX12" fmla="*/ 2184654 w 3946874"/>
                <a:gd name="connsiteY12" fmla="*/ 2671763 h 3989641"/>
                <a:gd name="connsiteX13" fmla="*/ 2372773 w 3946874"/>
                <a:gd name="connsiteY13" fmla="*/ 2538984 h 3989641"/>
                <a:gd name="connsiteX14" fmla="*/ 2439543 w 3946874"/>
                <a:gd name="connsiteY14" fmla="*/ 2510504 h 3989641"/>
                <a:gd name="connsiteX15" fmla="*/ 2650617 w 3946874"/>
                <a:gd name="connsiteY15" fmla="*/ 2434781 h 3989641"/>
                <a:gd name="connsiteX16" fmla="*/ 2785110 w 3946874"/>
                <a:gd name="connsiteY16" fmla="*/ 2383060 h 3989641"/>
                <a:gd name="connsiteX17" fmla="*/ 2897315 w 3946874"/>
                <a:gd name="connsiteY17" fmla="*/ 2318861 h 3989641"/>
                <a:gd name="connsiteX18" fmla="*/ 2997994 w 3946874"/>
                <a:gd name="connsiteY18" fmla="*/ 2226183 h 3989641"/>
                <a:gd name="connsiteX19" fmla="*/ 3061240 w 3946874"/>
                <a:gd name="connsiteY19" fmla="*/ 2141506 h 3989641"/>
                <a:gd name="connsiteX20" fmla="*/ 3152108 w 3946874"/>
                <a:gd name="connsiteY20" fmla="*/ 2005203 h 3989641"/>
                <a:gd name="connsiteX21" fmla="*/ 3274124 w 3946874"/>
                <a:gd name="connsiteY21" fmla="*/ 1871567 h 3989641"/>
                <a:gd name="connsiteX22" fmla="*/ 3388138 w 3946874"/>
                <a:gd name="connsiteY22" fmla="*/ 1770888 h 3989641"/>
                <a:gd name="connsiteX23" fmla="*/ 3466529 w 3946874"/>
                <a:gd name="connsiteY23" fmla="*/ 1679162 h 3989641"/>
                <a:gd name="connsiteX24" fmla="*/ 3538633 w 3946874"/>
                <a:gd name="connsiteY24" fmla="*/ 1551718 h 3989641"/>
                <a:gd name="connsiteX25" fmla="*/ 3588544 w 3946874"/>
                <a:gd name="connsiteY25" fmla="*/ 1376172 h 3989641"/>
                <a:gd name="connsiteX26" fmla="*/ 3597402 w 3946874"/>
                <a:gd name="connsiteY26" fmla="*/ 1293305 h 3989641"/>
                <a:gd name="connsiteX27" fmla="*/ 3721227 w 3946874"/>
                <a:gd name="connsiteY27" fmla="*/ 880491 h 3989641"/>
                <a:gd name="connsiteX28" fmla="*/ 3761137 w 3946874"/>
                <a:gd name="connsiteY28" fmla="*/ 463677 h 3989641"/>
                <a:gd name="connsiteX29" fmla="*/ 3946874 w 3946874"/>
                <a:gd name="connsiteY29" fmla="*/ 0 h 3989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946874" h="3989641">
                  <a:moveTo>
                    <a:pt x="0" y="3989641"/>
                  </a:moveTo>
                  <a:cubicBezTo>
                    <a:pt x="19050" y="3957257"/>
                    <a:pt x="50959" y="3916013"/>
                    <a:pt x="79439" y="3891153"/>
                  </a:cubicBezTo>
                  <a:cubicBezTo>
                    <a:pt x="165544" y="3815906"/>
                    <a:pt x="227933" y="3717989"/>
                    <a:pt x="297371" y="3626930"/>
                  </a:cubicBezTo>
                  <a:cubicBezTo>
                    <a:pt x="346615" y="3562255"/>
                    <a:pt x="398050" y="3499009"/>
                    <a:pt x="454343" y="3440335"/>
                  </a:cubicBezTo>
                  <a:cubicBezTo>
                    <a:pt x="506349" y="3386042"/>
                    <a:pt x="562642" y="3336227"/>
                    <a:pt x="622363" y="3290697"/>
                  </a:cubicBezTo>
                  <a:cubicBezTo>
                    <a:pt x="719519" y="3216688"/>
                    <a:pt x="824960" y="3154585"/>
                    <a:pt x="927068" y="3087434"/>
                  </a:cubicBezTo>
                  <a:cubicBezTo>
                    <a:pt x="1011365" y="3031998"/>
                    <a:pt x="1093565" y="2973324"/>
                    <a:pt x="1176338" y="2915603"/>
                  </a:cubicBezTo>
                  <a:cubicBezTo>
                    <a:pt x="1246537" y="2866644"/>
                    <a:pt x="1317308" y="2818066"/>
                    <a:pt x="1394270" y="2780729"/>
                  </a:cubicBezTo>
                  <a:cubicBezTo>
                    <a:pt x="1459421" y="2749106"/>
                    <a:pt x="1528763" y="2724436"/>
                    <a:pt x="1601057" y="2723483"/>
                  </a:cubicBezTo>
                  <a:cubicBezTo>
                    <a:pt x="1653350" y="2722721"/>
                    <a:pt x="1704785" y="2733485"/>
                    <a:pt x="1756220" y="2743772"/>
                  </a:cubicBezTo>
                  <a:cubicBezTo>
                    <a:pt x="1800320" y="2752630"/>
                    <a:pt x="1844612" y="2760250"/>
                    <a:pt x="1889189" y="2765965"/>
                  </a:cubicBezTo>
                  <a:cubicBezTo>
                    <a:pt x="1928622" y="2771013"/>
                    <a:pt x="1968437" y="2773299"/>
                    <a:pt x="2007394" y="2765965"/>
                  </a:cubicBezTo>
                  <a:cubicBezTo>
                    <a:pt x="2073878" y="2753487"/>
                    <a:pt x="2130647" y="2712911"/>
                    <a:pt x="2184654" y="2671763"/>
                  </a:cubicBezTo>
                  <a:cubicBezTo>
                    <a:pt x="2245900" y="2625090"/>
                    <a:pt x="2304002" y="2573465"/>
                    <a:pt x="2372773" y="2538984"/>
                  </a:cubicBezTo>
                  <a:cubicBezTo>
                    <a:pt x="2394395" y="2528126"/>
                    <a:pt x="2416874" y="2518982"/>
                    <a:pt x="2439543" y="2510504"/>
                  </a:cubicBezTo>
                  <a:cubicBezTo>
                    <a:pt x="2509552" y="2484215"/>
                    <a:pt x="2580037" y="2459450"/>
                    <a:pt x="2650617" y="2434781"/>
                  </a:cubicBezTo>
                  <a:cubicBezTo>
                    <a:pt x="2695956" y="2418874"/>
                    <a:pt x="2741295" y="2402872"/>
                    <a:pt x="2785110" y="2383060"/>
                  </a:cubicBezTo>
                  <a:cubicBezTo>
                    <a:pt x="2824448" y="2365248"/>
                    <a:pt x="2862358" y="2344198"/>
                    <a:pt x="2897315" y="2318861"/>
                  </a:cubicBezTo>
                  <a:cubicBezTo>
                    <a:pt x="2934367" y="2292096"/>
                    <a:pt x="2968085" y="2260854"/>
                    <a:pt x="2997994" y="2226183"/>
                  </a:cubicBezTo>
                  <a:cubicBezTo>
                    <a:pt x="3020949" y="2199513"/>
                    <a:pt x="3041714" y="2170938"/>
                    <a:pt x="3061240" y="2141506"/>
                  </a:cubicBezTo>
                  <a:cubicBezTo>
                    <a:pt x="3091529" y="2095976"/>
                    <a:pt x="3119533" y="2049018"/>
                    <a:pt x="3152108" y="2005203"/>
                  </a:cubicBezTo>
                  <a:cubicBezTo>
                    <a:pt x="3188113" y="1956626"/>
                    <a:pt x="3229261" y="1912144"/>
                    <a:pt x="3274124" y="1871567"/>
                  </a:cubicBezTo>
                  <a:cubicBezTo>
                    <a:pt x="3311747" y="1837563"/>
                    <a:pt x="3351848" y="1806321"/>
                    <a:pt x="3388138" y="1770888"/>
                  </a:cubicBezTo>
                  <a:cubicBezTo>
                    <a:pt x="3416999" y="1742694"/>
                    <a:pt x="3443002" y="1711833"/>
                    <a:pt x="3466529" y="1679162"/>
                  </a:cubicBezTo>
                  <a:cubicBezTo>
                    <a:pt x="3495008" y="1639348"/>
                    <a:pt x="3519392" y="1596771"/>
                    <a:pt x="3538633" y="1551718"/>
                  </a:cubicBezTo>
                  <a:cubicBezTo>
                    <a:pt x="3562731" y="1495616"/>
                    <a:pt x="3578924" y="1436465"/>
                    <a:pt x="3588544" y="1376172"/>
                  </a:cubicBezTo>
                  <a:cubicBezTo>
                    <a:pt x="3592925" y="1348740"/>
                    <a:pt x="3595688" y="1321022"/>
                    <a:pt x="3597402" y="1293305"/>
                  </a:cubicBezTo>
                  <a:cubicBezTo>
                    <a:pt x="3605974" y="1155859"/>
                    <a:pt x="3717703" y="1018127"/>
                    <a:pt x="3721227" y="880491"/>
                  </a:cubicBezTo>
                  <a:cubicBezTo>
                    <a:pt x="3724751" y="740855"/>
                    <a:pt x="3743135" y="602171"/>
                    <a:pt x="3761137" y="463677"/>
                  </a:cubicBezTo>
                  <a:cubicBezTo>
                    <a:pt x="3776186" y="347758"/>
                    <a:pt x="3934968" y="116205"/>
                    <a:pt x="3946874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343DE8FC-B2D1-B7C3-73FC-D4007B2427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95978" y="2441733"/>
              <a:ext cx="3665410" cy="2985611"/>
            </a:xfrm>
            <a:custGeom>
              <a:avLst/>
              <a:gdLst>
                <a:gd name="connsiteX0" fmla="*/ 0 w 3665410"/>
                <a:gd name="connsiteY0" fmla="*/ 2985611 h 2985611"/>
                <a:gd name="connsiteX1" fmla="*/ 166211 w 3665410"/>
                <a:gd name="connsiteY1" fmla="*/ 2699766 h 2985611"/>
                <a:gd name="connsiteX2" fmla="*/ 397002 w 3665410"/>
                <a:gd name="connsiteY2" fmla="*/ 2414969 h 2985611"/>
                <a:gd name="connsiteX3" fmla="*/ 620173 w 3665410"/>
                <a:gd name="connsiteY3" fmla="*/ 2237899 h 2985611"/>
                <a:gd name="connsiteX4" fmla="*/ 823341 w 3665410"/>
                <a:gd name="connsiteY4" fmla="*/ 2085499 h 2985611"/>
                <a:gd name="connsiteX5" fmla="*/ 1089565 w 3665410"/>
                <a:gd name="connsiteY5" fmla="*/ 1911477 h 2985611"/>
                <a:gd name="connsiteX6" fmla="*/ 1145000 w 3665410"/>
                <a:gd name="connsiteY6" fmla="*/ 1886807 h 2985611"/>
                <a:gd name="connsiteX7" fmla="*/ 1375791 w 3665410"/>
                <a:gd name="connsiteY7" fmla="*/ 1842135 h 2985611"/>
                <a:gd name="connsiteX8" fmla="*/ 1486567 w 3665410"/>
                <a:gd name="connsiteY8" fmla="*/ 1857566 h 2985611"/>
                <a:gd name="connsiteX9" fmla="*/ 1568101 w 3665410"/>
                <a:gd name="connsiteY9" fmla="*/ 1871377 h 2985611"/>
                <a:gd name="connsiteX10" fmla="*/ 1810607 w 3665410"/>
                <a:gd name="connsiteY10" fmla="*/ 1871377 h 2985611"/>
                <a:gd name="connsiteX11" fmla="*/ 1997964 w 3665410"/>
                <a:gd name="connsiteY11" fmla="*/ 1790605 h 2985611"/>
                <a:gd name="connsiteX12" fmla="*/ 2109883 w 3665410"/>
                <a:gd name="connsiteY12" fmla="*/ 1702784 h 2985611"/>
                <a:gd name="connsiteX13" fmla="*/ 2321433 w 3665410"/>
                <a:gd name="connsiteY13" fmla="*/ 1552384 h 2985611"/>
                <a:gd name="connsiteX14" fmla="*/ 2558891 w 3665410"/>
                <a:gd name="connsiteY14" fmla="*/ 1453420 h 2985611"/>
                <a:gd name="connsiteX15" fmla="*/ 2709767 w 3665410"/>
                <a:gd name="connsiteY15" fmla="*/ 1377887 h 2985611"/>
                <a:gd name="connsiteX16" fmla="*/ 2885408 w 3665410"/>
                <a:gd name="connsiteY16" fmla="*/ 1237393 h 2985611"/>
                <a:gd name="connsiteX17" fmla="*/ 3017711 w 3665410"/>
                <a:gd name="connsiteY17" fmla="*/ 1072229 h 2985611"/>
                <a:gd name="connsiteX18" fmla="*/ 3150680 w 3665410"/>
                <a:gd name="connsiteY18" fmla="*/ 921830 h 2985611"/>
                <a:gd name="connsiteX19" fmla="*/ 3255169 w 3665410"/>
                <a:gd name="connsiteY19" fmla="*/ 801815 h 2985611"/>
                <a:gd name="connsiteX20" fmla="*/ 3339275 w 3665410"/>
                <a:gd name="connsiteY20" fmla="*/ 694182 h 2985611"/>
                <a:gd name="connsiteX21" fmla="*/ 3409188 w 3665410"/>
                <a:gd name="connsiteY21" fmla="*/ 546926 h 2985611"/>
                <a:gd name="connsiteX22" fmla="*/ 3464243 w 3665410"/>
                <a:gd name="connsiteY22" fmla="*/ 347663 h 2985611"/>
                <a:gd name="connsiteX23" fmla="*/ 3665411 w 3665410"/>
                <a:gd name="connsiteY23" fmla="*/ 0 h 29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665410" h="2985611">
                  <a:moveTo>
                    <a:pt x="0" y="2985611"/>
                  </a:moveTo>
                  <a:cubicBezTo>
                    <a:pt x="0" y="2985611"/>
                    <a:pt x="86773" y="2802827"/>
                    <a:pt x="166211" y="2699766"/>
                  </a:cubicBezTo>
                  <a:cubicBezTo>
                    <a:pt x="240983" y="2602706"/>
                    <a:pt x="309182" y="2500122"/>
                    <a:pt x="397002" y="2414969"/>
                  </a:cubicBezTo>
                  <a:cubicBezTo>
                    <a:pt x="465296" y="2348865"/>
                    <a:pt x="543592" y="2294477"/>
                    <a:pt x="620173" y="2237899"/>
                  </a:cubicBezTo>
                  <a:cubicBezTo>
                    <a:pt x="688277" y="2187607"/>
                    <a:pt x="755333" y="2135886"/>
                    <a:pt x="823341" y="2085499"/>
                  </a:cubicBezTo>
                  <a:cubicBezTo>
                    <a:pt x="908685" y="2022253"/>
                    <a:pt x="994791" y="1959197"/>
                    <a:pt x="1089565" y="1911477"/>
                  </a:cubicBezTo>
                  <a:cubicBezTo>
                    <a:pt x="1107662" y="1902428"/>
                    <a:pt x="1126141" y="1894141"/>
                    <a:pt x="1145000" y="1886807"/>
                  </a:cubicBezTo>
                  <a:cubicBezTo>
                    <a:pt x="1218819" y="1858232"/>
                    <a:pt x="1296924" y="1838611"/>
                    <a:pt x="1375791" y="1842135"/>
                  </a:cubicBezTo>
                  <a:cubicBezTo>
                    <a:pt x="1413129" y="1843754"/>
                    <a:pt x="1449896" y="1850422"/>
                    <a:pt x="1486567" y="1857566"/>
                  </a:cubicBezTo>
                  <a:cubicBezTo>
                    <a:pt x="1513618" y="1862804"/>
                    <a:pt x="1540859" y="1867376"/>
                    <a:pt x="1568101" y="1871377"/>
                  </a:cubicBezTo>
                  <a:cubicBezTo>
                    <a:pt x="1648778" y="1883188"/>
                    <a:pt x="1730978" y="1887665"/>
                    <a:pt x="1810607" y="1871377"/>
                  </a:cubicBezTo>
                  <a:cubicBezTo>
                    <a:pt x="1877854" y="1857661"/>
                    <a:pt x="1941100" y="1829086"/>
                    <a:pt x="1997964" y="1790605"/>
                  </a:cubicBezTo>
                  <a:cubicBezTo>
                    <a:pt x="2037302" y="1764030"/>
                    <a:pt x="2073497" y="1733264"/>
                    <a:pt x="2109883" y="1702784"/>
                  </a:cubicBezTo>
                  <a:cubicBezTo>
                    <a:pt x="2176367" y="1647063"/>
                    <a:pt x="2244852" y="1593151"/>
                    <a:pt x="2321433" y="1552384"/>
                  </a:cubicBezTo>
                  <a:cubicBezTo>
                    <a:pt x="2397157" y="1512094"/>
                    <a:pt x="2479548" y="1486281"/>
                    <a:pt x="2558891" y="1453420"/>
                  </a:cubicBezTo>
                  <a:cubicBezTo>
                    <a:pt x="2610898" y="1431798"/>
                    <a:pt x="2661571" y="1407033"/>
                    <a:pt x="2709767" y="1377887"/>
                  </a:cubicBezTo>
                  <a:cubicBezTo>
                    <a:pt x="2774252" y="1338929"/>
                    <a:pt x="2834069" y="1292447"/>
                    <a:pt x="2885408" y="1237393"/>
                  </a:cubicBezTo>
                  <a:cubicBezTo>
                    <a:pt x="2933605" y="1185767"/>
                    <a:pt x="2973324" y="1127093"/>
                    <a:pt x="3017711" y="1072229"/>
                  </a:cubicBezTo>
                  <a:cubicBezTo>
                    <a:pt x="3059811" y="1020223"/>
                    <a:pt x="3105912" y="971645"/>
                    <a:pt x="3150680" y="921830"/>
                  </a:cubicBezTo>
                  <a:cubicBezTo>
                    <a:pt x="3186113" y="882396"/>
                    <a:pt x="3220593" y="842010"/>
                    <a:pt x="3255169" y="801815"/>
                  </a:cubicBezTo>
                  <a:cubicBezTo>
                    <a:pt x="3284887" y="767239"/>
                    <a:pt x="3314605" y="732473"/>
                    <a:pt x="3339275" y="694182"/>
                  </a:cubicBezTo>
                  <a:cubicBezTo>
                    <a:pt x="3368707" y="648367"/>
                    <a:pt x="3390138" y="597980"/>
                    <a:pt x="3409188" y="546926"/>
                  </a:cubicBezTo>
                  <a:cubicBezTo>
                    <a:pt x="3433382" y="482156"/>
                    <a:pt x="3453384" y="415861"/>
                    <a:pt x="3464243" y="347663"/>
                  </a:cubicBezTo>
                  <a:cubicBezTo>
                    <a:pt x="3476244" y="272224"/>
                    <a:pt x="3661696" y="76295"/>
                    <a:pt x="366541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CB3F7F21-E989-5F81-38E9-D42BE9AE90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90402" y="5229700"/>
              <a:ext cx="285940" cy="199072"/>
            </a:xfrm>
            <a:custGeom>
              <a:avLst/>
              <a:gdLst>
                <a:gd name="connsiteX0" fmla="*/ 0 w 285940"/>
                <a:gd name="connsiteY0" fmla="*/ 199073 h 199072"/>
                <a:gd name="connsiteX1" fmla="*/ 285940 w 285940"/>
                <a:gd name="connsiteY1" fmla="*/ 0 h 199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85940" h="199072">
                  <a:moveTo>
                    <a:pt x="0" y="199073"/>
                  </a:moveTo>
                  <a:cubicBezTo>
                    <a:pt x="0" y="199073"/>
                    <a:pt x="242125" y="39243"/>
                    <a:pt x="28594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345B2358-82A7-6C1B-E7C8-00EE1F946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393114" y="5049773"/>
              <a:ext cx="655796" cy="381190"/>
            </a:xfrm>
            <a:custGeom>
              <a:avLst/>
              <a:gdLst>
                <a:gd name="connsiteX0" fmla="*/ 0 w 655796"/>
                <a:gd name="connsiteY0" fmla="*/ 381190 h 381190"/>
                <a:gd name="connsiteX1" fmla="*/ 655796 w 655796"/>
                <a:gd name="connsiteY1" fmla="*/ 0 h 381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5796" h="381190">
                  <a:moveTo>
                    <a:pt x="0" y="381190"/>
                  </a:moveTo>
                  <a:cubicBezTo>
                    <a:pt x="0" y="381190"/>
                    <a:pt x="461105" y="172117"/>
                    <a:pt x="65579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53003332-6F4F-9F6C-ED52-198AED5268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154072" y="3867816"/>
              <a:ext cx="2907315" cy="1544764"/>
            </a:xfrm>
            <a:custGeom>
              <a:avLst/>
              <a:gdLst>
                <a:gd name="connsiteX0" fmla="*/ 0 w 2907315"/>
                <a:gd name="connsiteY0" fmla="*/ 1544764 h 1544764"/>
                <a:gd name="connsiteX1" fmla="*/ 201644 w 2907315"/>
                <a:gd name="connsiteY1" fmla="*/ 1352550 h 1544764"/>
                <a:gd name="connsiteX2" fmla="*/ 423196 w 2907315"/>
                <a:gd name="connsiteY2" fmla="*/ 1196054 h 1544764"/>
                <a:gd name="connsiteX3" fmla="*/ 782193 w 2907315"/>
                <a:gd name="connsiteY3" fmla="*/ 1099947 h 1544764"/>
                <a:gd name="connsiteX4" fmla="*/ 1052513 w 2907315"/>
                <a:gd name="connsiteY4" fmla="*/ 1042321 h 1544764"/>
                <a:gd name="connsiteX5" fmla="*/ 1311783 w 2907315"/>
                <a:gd name="connsiteY5" fmla="*/ 1056037 h 1544764"/>
                <a:gd name="connsiteX6" fmla="*/ 1484662 w 2907315"/>
                <a:gd name="connsiteY6" fmla="*/ 1083469 h 1544764"/>
                <a:gd name="connsiteX7" fmla="*/ 1788224 w 2907315"/>
                <a:gd name="connsiteY7" fmla="*/ 1023080 h 1544764"/>
                <a:gd name="connsiteX8" fmla="*/ 2269045 w 2907315"/>
                <a:gd name="connsiteY8" fmla="*/ 734758 h 1544764"/>
                <a:gd name="connsiteX9" fmla="*/ 2534984 w 2907315"/>
                <a:gd name="connsiteY9" fmla="*/ 572738 h 1544764"/>
                <a:gd name="connsiteX10" fmla="*/ 2907316 w 2907315"/>
                <a:gd name="connsiteY10" fmla="*/ 0 h 1544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7315" h="1544764">
                  <a:moveTo>
                    <a:pt x="0" y="1544764"/>
                  </a:moveTo>
                  <a:cubicBezTo>
                    <a:pt x="0" y="1544764"/>
                    <a:pt x="98012" y="1443990"/>
                    <a:pt x="201644" y="1352550"/>
                  </a:cubicBezTo>
                  <a:cubicBezTo>
                    <a:pt x="271272" y="1291209"/>
                    <a:pt x="343662" y="1234249"/>
                    <a:pt x="423196" y="1196054"/>
                  </a:cubicBezTo>
                  <a:cubicBezTo>
                    <a:pt x="537591" y="1141095"/>
                    <a:pt x="661226" y="1127189"/>
                    <a:pt x="782193" y="1099947"/>
                  </a:cubicBezTo>
                  <a:cubicBezTo>
                    <a:pt x="872300" y="1079659"/>
                    <a:pt x="961358" y="1051370"/>
                    <a:pt x="1052513" y="1042321"/>
                  </a:cubicBezTo>
                  <a:cubicBezTo>
                    <a:pt x="1139000" y="1033653"/>
                    <a:pt x="1225868" y="1040321"/>
                    <a:pt x="1311783" y="1056037"/>
                  </a:cubicBezTo>
                  <a:cubicBezTo>
                    <a:pt x="1369314" y="1066609"/>
                    <a:pt x="1426559" y="1079373"/>
                    <a:pt x="1484662" y="1083469"/>
                  </a:cubicBezTo>
                  <a:cubicBezTo>
                    <a:pt x="1587913" y="1090803"/>
                    <a:pt x="1690402" y="1064800"/>
                    <a:pt x="1788224" y="1023080"/>
                  </a:cubicBezTo>
                  <a:cubicBezTo>
                    <a:pt x="1956721" y="951262"/>
                    <a:pt x="2106549" y="825722"/>
                    <a:pt x="2269045" y="734758"/>
                  </a:cubicBezTo>
                  <a:cubicBezTo>
                    <a:pt x="2359438" y="684181"/>
                    <a:pt x="2452497" y="640556"/>
                    <a:pt x="2534984" y="572738"/>
                  </a:cubicBezTo>
                  <a:cubicBezTo>
                    <a:pt x="2673001" y="459391"/>
                    <a:pt x="2847023" y="191453"/>
                    <a:pt x="290731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A630650F-D1E8-47E9-8F3E-22A65E293F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07946" y="3479100"/>
              <a:ext cx="3168300" cy="1952434"/>
            </a:xfrm>
            <a:custGeom>
              <a:avLst/>
              <a:gdLst>
                <a:gd name="connsiteX0" fmla="*/ 0 w 3168300"/>
                <a:gd name="connsiteY0" fmla="*/ 1952435 h 1952434"/>
                <a:gd name="connsiteX1" fmla="*/ 202121 w 3168300"/>
                <a:gd name="connsiteY1" fmla="*/ 1687068 h 1952434"/>
                <a:gd name="connsiteX2" fmla="*/ 545116 w 3168300"/>
                <a:gd name="connsiteY2" fmla="*/ 1450277 h 1952434"/>
                <a:gd name="connsiteX3" fmla="*/ 906780 w 3168300"/>
                <a:gd name="connsiteY3" fmla="*/ 1354455 h 1952434"/>
                <a:gd name="connsiteX4" fmla="*/ 1332262 w 3168300"/>
                <a:gd name="connsiteY4" fmla="*/ 1285304 h 1952434"/>
                <a:gd name="connsiteX5" fmla="*/ 1691259 w 3168300"/>
                <a:gd name="connsiteY5" fmla="*/ 1240060 h 1952434"/>
                <a:gd name="connsiteX6" fmla="*/ 2010346 w 3168300"/>
                <a:gd name="connsiteY6" fmla="*/ 1141667 h 1952434"/>
                <a:gd name="connsiteX7" fmla="*/ 2393252 w 3168300"/>
                <a:gd name="connsiteY7" fmla="*/ 1027271 h 1952434"/>
                <a:gd name="connsiteX8" fmla="*/ 2582037 w 3168300"/>
                <a:gd name="connsiteY8" fmla="*/ 958120 h 1952434"/>
                <a:gd name="connsiteX9" fmla="*/ 2760155 w 3168300"/>
                <a:gd name="connsiteY9" fmla="*/ 827723 h 1952434"/>
                <a:gd name="connsiteX10" fmla="*/ 2914364 w 3168300"/>
                <a:gd name="connsiteY10" fmla="*/ 567023 h 1952434"/>
                <a:gd name="connsiteX11" fmla="*/ 3168301 w 3168300"/>
                <a:gd name="connsiteY11" fmla="*/ 0 h 1952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68300" h="1952434">
                  <a:moveTo>
                    <a:pt x="0" y="1952435"/>
                  </a:moveTo>
                  <a:cubicBezTo>
                    <a:pt x="0" y="1952435"/>
                    <a:pt x="91059" y="1796415"/>
                    <a:pt x="202121" y="1687068"/>
                  </a:cubicBezTo>
                  <a:cubicBezTo>
                    <a:pt x="301943" y="1588675"/>
                    <a:pt x="416528" y="1505617"/>
                    <a:pt x="545116" y="1450277"/>
                  </a:cubicBezTo>
                  <a:cubicBezTo>
                    <a:pt x="659987" y="1400747"/>
                    <a:pt x="783622" y="1377601"/>
                    <a:pt x="906780" y="1354455"/>
                  </a:cubicBezTo>
                  <a:cubicBezTo>
                    <a:pt x="1048036" y="1327976"/>
                    <a:pt x="1189482" y="1301972"/>
                    <a:pt x="1332262" y="1285304"/>
                  </a:cubicBezTo>
                  <a:cubicBezTo>
                    <a:pt x="1452182" y="1271302"/>
                    <a:pt x="1573340" y="1265873"/>
                    <a:pt x="1691259" y="1240060"/>
                  </a:cubicBezTo>
                  <a:cubicBezTo>
                    <a:pt x="1800035" y="1216247"/>
                    <a:pt x="1904619" y="1176718"/>
                    <a:pt x="2010346" y="1141667"/>
                  </a:cubicBezTo>
                  <a:cubicBezTo>
                    <a:pt x="2136743" y="1099661"/>
                    <a:pt x="2265902" y="1066229"/>
                    <a:pt x="2393252" y="1027271"/>
                  </a:cubicBezTo>
                  <a:cubicBezTo>
                    <a:pt x="2457450" y="1007650"/>
                    <a:pt x="2521744" y="987552"/>
                    <a:pt x="2582037" y="958120"/>
                  </a:cubicBezTo>
                  <a:cubicBezTo>
                    <a:pt x="2648807" y="925449"/>
                    <a:pt x="2710815" y="883349"/>
                    <a:pt x="2760155" y="827723"/>
                  </a:cubicBezTo>
                  <a:cubicBezTo>
                    <a:pt x="2827496" y="751904"/>
                    <a:pt x="2867978" y="657511"/>
                    <a:pt x="2914364" y="567023"/>
                  </a:cubicBezTo>
                  <a:cubicBezTo>
                    <a:pt x="2972753" y="453200"/>
                    <a:pt x="3119152" y="118015"/>
                    <a:pt x="316830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65937507-58D9-5225-D0CD-228B074C4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04778" y="2976752"/>
              <a:ext cx="3356800" cy="2452020"/>
            </a:xfrm>
            <a:custGeom>
              <a:avLst/>
              <a:gdLst>
                <a:gd name="connsiteX0" fmla="*/ 0 w 3356800"/>
                <a:gd name="connsiteY0" fmla="*/ 2452021 h 2452020"/>
                <a:gd name="connsiteX1" fmla="*/ 130874 w 3356800"/>
                <a:gd name="connsiteY1" fmla="*/ 2247710 h 2452020"/>
                <a:gd name="connsiteX2" fmla="*/ 437197 w 3356800"/>
                <a:gd name="connsiteY2" fmla="*/ 1941195 h 2452020"/>
                <a:gd name="connsiteX3" fmla="*/ 737140 w 3356800"/>
                <a:gd name="connsiteY3" fmla="*/ 1736884 h 2452020"/>
                <a:gd name="connsiteX4" fmla="*/ 1031843 w 3356800"/>
                <a:gd name="connsiteY4" fmla="*/ 1685068 h 2452020"/>
                <a:gd name="connsiteX5" fmla="*/ 1287304 w 3356800"/>
                <a:gd name="connsiteY5" fmla="*/ 1655826 h 2452020"/>
                <a:gd name="connsiteX6" fmla="*/ 1471994 w 3356800"/>
                <a:gd name="connsiteY6" fmla="*/ 1634300 h 2452020"/>
                <a:gd name="connsiteX7" fmla="*/ 1898237 w 3356800"/>
                <a:gd name="connsiteY7" fmla="*/ 1512665 h 2452020"/>
                <a:gd name="connsiteX8" fmla="*/ 2229136 w 3356800"/>
                <a:gd name="connsiteY8" fmla="*/ 1355598 h 2452020"/>
                <a:gd name="connsiteX9" fmla="*/ 2512314 w 3356800"/>
                <a:gd name="connsiteY9" fmla="*/ 1238631 h 2452020"/>
                <a:gd name="connsiteX10" fmla="*/ 2758535 w 3356800"/>
                <a:gd name="connsiteY10" fmla="*/ 1096994 h 2452020"/>
                <a:gd name="connsiteX11" fmla="*/ 2935510 w 3356800"/>
                <a:gd name="connsiteY11" fmla="*/ 919925 h 2452020"/>
                <a:gd name="connsiteX12" fmla="*/ 3081719 w 3356800"/>
                <a:gd name="connsiteY12" fmla="*/ 687419 h 2452020"/>
                <a:gd name="connsiteX13" fmla="*/ 3356800 w 3356800"/>
                <a:gd name="connsiteY13" fmla="*/ 0 h 2452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356800" h="2452020">
                  <a:moveTo>
                    <a:pt x="0" y="2452021"/>
                  </a:moveTo>
                  <a:cubicBezTo>
                    <a:pt x="0" y="2452021"/>
                    <a:pt x="57150" y="2344198"/>
                    <a:pt x="130874" y="2247710"/>
                  </a:cubicBezTo>
                  <a:cubicBezTo>
                    <a:pt x="218694" y="2132648"/>
                    <a:pt x="328136" y="2036635"/>
                    <a:pt x="437197" y="1941195"/>
                  </a:cubicBezTo>
                  <a:cubicBezTo>
                    <a:pt x="529304" y="1860709"/>
                    <a:pt x="623030" y="1779556"/>
                    <a:pt x="737140" y="1736884"/>
                  </a:cubicBezTo>
                  <a:cubicBezTo>
                    <a:pt x="830866" y="1701736"/>
                    <a:pt x="932021" y="1695450"/>
                    <a:pt x="1031843" y="1685068"/>
                  </a:cubicBezTo>
                  <a:cubicBezTo>
                    <a:pt x="1117092" y="1676210"/>
                    <a:pt x="1202055" y="1665160"/>
                    <a:pt x="1287304" y="1655826"/>
                  </a:cubicBezTo>
                  <a:cubicBezTo>
                    <a:pt x="1348931" y="1649063"/>
                    <a:pt x="1410653" y="1643539"/>
                    <a:pt x="1471994" y="1634300"/>
                  </a:cubicBezTo>
                  <a:cubicBezTo>
                    <a:pt x="1618679" y="1612011"/>
                    <a:pt x="1761935" y="1571149"/>
                    <a:pt x="1898237" y="1512665"/>
                  </a:cubicBezTo>
                  <a:cubicBezTo>
                    <a:pt x="2010442" y="1464564"/>
                    <a:pt x="2117503" y="1405128"/>
                    <a:pt x="2229136" y="1355598"/>
                  </a:cubicBezTo>
                  <a:cubicBezTo>
                    <a:pt x="2322481" y="1314164"/>
                    <a:pt x="2418969" y="1280160"/>
                    <a:pt x="2512314" y="1238631"/>
                  </a:cubicBezTo>
                  <a:cubicBezTo>
                    <a:pt x="2599087" y="1199960"/>
                    <a:pt x="2683193" y="1154811"/>
                    <a:pt x="2758535" y="1096994"/>
                  </a:cubicBezTo>
                  <a:cubicBezTo>
                    <a:pt x="2825020" y="1046035"/>
                    <a:pt x="2883789" y="985837"/>
                    <a:pt x="2935510" y="919925"/>
                  </a:cubicBezTo>
                  <a:cubicBezTo>
                    <a:pt x="2992184" y="847725"/>
                    <a:pt x="3039904" y="769144"/>
                    <a:pt x="3081719" y="687419"/>
                  </a:cubicBezTo>
                  <a:cubicBezTo>
                    <a:pt x="3138297" y="576739"/>
                    <a:pt x="3314129" y="116776"/>
                    <a:pt x="335680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 useBgFill="1">
        <p:nvSpPr>
          <p:cNvPr id="499" name="Rectangle 498">
            <a:extLst>
              <a:ext uri="{FF2B5EF4-FFF2-40B4-BE49-F238E27FC236}">
                <a16:creationId xmlns:a16="http://schemas.microsoft.com/office/drawing/2014/main" id="{04E1CB59-089E-CB91-6448-6A0702B914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501" name="Rectangle 500">
            <a:extLst>
              <a:ext uri="{FF2B5EF4-FFF2-40B4-BE49-F238E27FC236}">
                <a16:creationId xmlns:a16="http://schemas.microsoft.com/office/drawing/2014/main" id="{E16B7DAF-F0FF-7C67-A881-5E46601E9B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503" name="Top Left">
            <a:extLst>
              <a:ext uri="{FF2B5EF4-FFF2-40B4-BE49-F238E27FC236}">
                <a16:creationId xmlns:a16="http://schemas.microsoft.com/office/drawing/2014/main" id="{8A645F08-BDA7-777E-CC25-3E505961F8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-3086"/>
            <a:ext cx="2198951" cy="3349518"/>
            <a:chOff x="10849" y="-3086"/>
            <a:chExt cx="2198951" cy="3349518"/>
          </a:xfrm>
        </p:grpSpPr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D3794470-42E6-FB12-2584-06B7B42B8A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A7552956-2523-C5B7-7C19-D24EAC2A3D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E989C489-A3BB-46BF-CAEA-56AA67B600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C2493D9A-99FD-F045-9B31-F63E8FCBCA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DDFBF459-0597-8903-D922-593B509622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FA3FACA7-A85D-F3DB-3B92-05FCE6FEC2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EFD77EBA-9B11-F111-8BDC-5CCF8D1218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74DDD9DA-D1B7-8292-A5A7-69D2CBD536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513" name="Bottom Right">
            <a:extLst>
              <a:ext uri="{FF2B5EF4-FFF2-40B4-BE49-F238E27FC236}">
                <a16:creationId xmlns:a16="http://schemas.microsoft.com/office/drawing/2014/main" id="{1E090128-F3E8-96F8-8D77-A79C427F59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sp>
          <p:nvSpPr>
            <p:cNvPr id="514" name="Freeform: Shape 513">
              <a:extLst>
                <a:ext uri="{FF2B5EF4-FFF2-40B4-BE49-F238E27FC236}">
                  <a16:creationId xmlns:a16="http://schemas.microsoft.com/office/drawing/2014/main" id="{E9B5C513-F7FE-FC9E-E896-F79A364F1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39256" y="6178637"/>
              <a:ext cx="1482102" cy="67936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grpSp>
          <p:nvGrpSpPr>
            <p:cNvPr id="515" name="Graphic 157">
              <a:extLst>
                <a:ext uri="{FF2B5EF4-FFF2-40B4-BE49-F238E27FC236}">
                  <a16:creationId xmlns:a16="http://schemas.microsoft.com/office/drawing/2014/main" id="{555D117F-BFEF-E00B-C311-5C388CF599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517" name="Freeform: Shape 516">
                <a:extLst>
                  <a:ext uri="{FF2B5EF4-FFF2-40B4-BE49-F238E27FC236}">
                    <a16:creationId xmlns:a16="http://schemas.microsoft.com/office/drawing/2014/main" id="{7D4D0E07-2592-1D4C-806E-F562F1E4782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18" name="Freeform: Shape 517">
                <a:extLst>
                  <a:ext uri="{FF2B5EF4-FFF2-40B4-BE49-F238E27FC236}">
                    <a16:creationId xmlns:a16="http://schemas.microsoft.com/office/drawing/2014/main" id="{3C81F119-A94D-FC70-CA37-E2ADDFF666E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19" name="Freeform: Shape 518">
                <a:extLst>
                  <a:ext uri="{FF2B5EF4-FFF2-40B4-BE49-F238E27FC236}">
                    <a16:creationId xmlns:a16="http://schemas.microsoft.com/office/drawing/2014/main" id="{4D6FE206-F714-84C5-9948-F3DDC441BFE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20" name="Freeform: Shape 519">
                <a:extLst>
                  <a:ext uri="{FF2B5EF4-FFF2-40B4-BE49-F238E27FC236}">
                    <a16:creationId xmlns:a16="http://schemas.microsoft.com/office/drawing/2014/main" id="{140FD50A-59E5-8B97-082F-1679E003403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21" name="Freeform: Shape 520">
                <a:extLst>
                  <a:ext uri="{FF2B5EF4-FFF2-40B4-BE49-F238E27FC236}">
                    <a16:creationId xmlns:a16="http://schemas.microsoft.com/office/drawing/2014/main" id="{EDDD7D07-C30C-33B8-412B-25BBBD58456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22" name="Freeform: Shape 521">
                <a:extLst>
                  <a:ext uri="{FF2B5EF4-FFF2-40B4-BE49-F238E27FC236}">
                    <a16:creationId xmlns:a16="http://schemas.microsoft.com/office/drawing/2014/main" id="{EFE2914D-D4F9-E658-8361-3E3BCB560D1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23" name="Freeform: Shape 522">
                <a:extLst>
                  <a:ext uri="{FF2B5EF4-FFF2-40B4-BE49-F238E27FC236}">
                    <a16:creationId xmlns:a16="http://schemas.microsoft.com/office/drawing/2014/main" id="{B99E5330-D935-14C6-027E-0E1680EFDA6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516" name="Freeform: Shape 515">
              <a:extLst>
                <a:ext uri="{FF2B5EF4-FFF2-40B4-BE49-F238E27FC236}">
                  <a16:creationId xmlns:a16="http://schemas.microsoft.com/office/drawing/2014/main" id="{C1FECDA9-764B-7339-952B-3EE0DC46B9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10268E52-B494-063F-4249-27A38669B5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6275" y="744909"/>
            <a:ext cx="10190071" cy="314585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dirty="0"/>
              <a:t>MobileNetV2</a:t>
            </a:r>
            <a:endParaRPr lang="en-US" sz="5400" kern="1200" dirty="0">
              <a:latin typeface="+mj-lt"/>
              <a:cs typeface="Posterama"/>
            </a:endParaRPr>
          </a:p>
        </p:txBody>
      </p:sp>
      <p:grpSp>
        <p:nvGrpSpPr>
          <p:cNvPr id="525" name="Cross">
            <a:extLst>
              <a:ext uri="{FF2B5EF4-FFF2-40B4-BE49-F238E27FC236}">
                <a16:creationId xmlns:a16="http://schemas.microsoft.com/office/drawing/2014/main" id="{671E84F2-8591-4287-5D8E-6E25AFF674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23216" y="3924272"/>
            <a:ext cx="118872" cy="118872"/>
            <a:chOff x="1175347" y="3733800"/>
            <a:chExt cx="118872" cy="118872"/>
          </a:xfrm>
        </p:grpSpPr>
        <p:cxnSp>
          <p:nvCxnSpPr>
            <p:cNvPr id="526" name="Straight Connector 525">
              <a:extLst>
                <a:ext uri="{FF2B5EF4-FFF2-40B4-BE49-F238E27FC236}">
                  <a16:creationId xmlns:a16="http://schemas.microsoft.com/office/drawing/2014/main" id="{7C276603-E4B7-3ED9-36EF-5FD91E0708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34783" y="3733800"/>
              <a:ext cx="0" cy="118872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527" name="Straight Connector 526">
              <a:extLst>
                <a:ext uri="{FF2B5EF4-FFF2-40B4-BE49-F238E27FC236}">
                  <a16:creationId xmlns:a16="http://schemas.microsoft.com/office/drawing/2014/main" id="{28A6035E-BEC4-3746-7EB4-DD9C19F49A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347" y="3793236"/>
              <a:ext cx="11887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355593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30AF95-171A-D310-171D-ABE4BF03E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 101">
            <a:extLst>
              <a:ext uri="{FF2B5EF4-FFF2-40B4-BE49-F238E27FC236}">
                <a16:creationId xmlns:a16="http://schemas.microsoft.com/office/drawing/2014/main" id="{16FF7209-9201-15BD-CFD5-01C83722FF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03" name="Freeform: Shape 102">
            <a:extLst>
              <a:ext uri="{FF2B5EF4-FFF2-40B4-BE49-F238E27FC236}">
                <a16:creationId xmlns:a16="http://schemas.microsoft.com/office/drawing/2014/main" id="{BCA1BB9F-80C6-1BA1-6227-4F43B721AC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692844" y="-3086"/>
            <a:ext cx="1326111" cy="59760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rPr>
              <a:t> </a:t>
            </a:r>
          </a:p>
        </p:txBody>
      </p:sp>
      <p:sp>
        <p:nvSpPr>
          <p:cNvPr id="104" name="Freeform: Shape 103">
            <a:extLst>
              <a:ext uri="{FF2B5EF4-FFF2-40B4-BE49-F238E27FC236}">
                <a16:creationId xmlns:a16="http://schemas.microsoft.com/office/drawing/2014/main" id="{8E3DB214-64AC-E6AE-8AB2-1B0407EE3A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9256" y="6172200"/>
            <a:ext cx="1482102" cy="67936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rPr>
              <a:t> </a:t>
            </a:r>
          </a:p>
        </p:txBody>
      </p:sp>
      <p:sp>
        <p:nvSpPr>
          <p:cNvPr id="105" name="Freeform: Shape 104">
            <a:extLst>
              <a:ext uri="{FF2B5EF4-FFF2-40B4-BE49-F238E27FC236}">
                <a16:creationId xmlns:a16="http://schemas.microsoft.com/office/drawing/2014/main" id="{B5CFBFEA-21E5-D430-EA1B-D1F8498F89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7352" y="5197178"/>
            <a:ext cx="4211600" cy="1660822"/>
          </a:xfrm>
          <a:custGeom>
            <a:avLst/>
            <a:gdLst>
              <a:gd name="connsiteX0" fmla="*/ 4211600 w 4211600"/>
              <a:gd name="connsiteY0" fmla="*/ 0 h 1660822"/>
              <a:gd name="connsiteX1" fmla="*/ 4211600 w 4211600"/>
              <a:gd name="connsiteY1" fmla="*/ 58430 h 1660822"/>
              <a:gd name="connsiteX2" fmla="*/ 4136524 w 4211600"/>
              <a:gd name="connsiteY2" fmla="*/ 208808 h 1660822"/>
              <a:gd name="connsiteX3" fmla="*/ 3973354 w 4211600"/>
              <a:gd name="connsiteY3" fmla="*/ 437313 h 1660822"/>
              <a:gd name="connsiteX4" fmla="*/ 3884746 w 4211600"/>
              <a:gd name="connsiteY4" fmla="*/ 553613 h 1660822"/>
              <a:gd name="connsiteX5" fmla="*/ 3849435 w 4211600"/>
              <a:gd name="connsiteY5" fmla="*/ 603143 h 1660822"/>
              <a:gd name="connsiteX6" fmla="*/ 3661849 w 4211600"/>
              <a:gd name="connsiteY6" fmla="*/ 819075 h 1660822"/>
              <a:gd name="connsiteX7" fmla="*/ 3402589 w 4211600"/>
              <a:gd name="connsiteY7" fmla="*/ 952996 h 1660822"/>
              <a:gd name="connsiteX8" fmla="*/ 3130202 w 4211600"/>
              <a:gd name="connsiteY8" fmla="*/ 1023386 h 1660822"/>
              <a:gd name="connsiteX9" fmla="*/ 2914657 w 4211600"/>
              <a:gd name="connsiteY9" fmla="*/ 1068058 h 1660822"/>
              <a:gd name="connsiteX10" fmla="*/ 2582149 w 4211600"/>
              <a:gd name="connsiteY10" fmla="*/ 1138924 h 1660822"/>
              <a:gd name="connsiteX11" fmla="*/ 2483958 w 4211600"/>
              <a:gd name="connsiteY11" fmla="*/ 1162356 h 1660822"/>
              <a:gd name="connsiteX12" fmla="*/ 2123750 w 4211600"/>
              <a:gd name="connsiteY12" fmla="*/ 1238651 h 1660822"/>
              <a:gd name="connsiteX13" fmla="*/ 1761444 w 4211600"/>
              <a:gd name="connsiteY13" fmla="*/ 1273417 h 1660822"/>
              <a:gd name="connsiteX14" fmla="*/ 1608382 w 4211600"/>
              <a:gd name="connsiteY14" fmla="*/ 1284466 h 1660822"/>
              <a:gd name="connsiteX15" fmla="*/ 999942 w 4211600"/>
              <a:gd name="connsiteY15" fmla="*/ 1354284 h 1660822"/>
              <a:gd name="connsiteX16" fmla="*/ 484705 w 4211600"/>
              <a:gd name="connsiteY16" fmla="*/ 1450487 h 1660822"/>
              <a:gd name="connsiteX17" fmla="*/ 113310 w 4211600"/>
              <a:gd name="connsiteY17" fmla="*/ 1613700 h 1660822"/>
              <a:gd name="connsiteX18" fmla="*/ 39668 w 4211600"/>
              <a:gd name="connsiteY18" fmla="*/ 1660822 h 1660822"/>
              <a:gd name="connsiteX19" fmla="*/ 0 w 4211600"/>
              <a:gd name="connsiteY19" fmla="*/ 1660822 h 1660822"/>
              <a:gd name="connsiteX20" fmla="*/ 96701 w 4211600"/>
              <a:gd name="connsiteY20" fmla="*/ 1598934 h 1660822"/>
              <a:gd name="connsiteX21" fmla="*/ 474335 w 4211600"/>
              <a:gd name="connsiteY21" fmla="*/ 1433056 h 1660822"/>
              <a:gd name="connsiteX22" fmla="*/ 994299 w 4211600"/>
              <a:gd name="connsiteY22" fmla="*/ 1335806 h 1660822"/>
              <a:gd name="connsiteX23" fmla="*/ 1605231 w 4211600"/>
              <a:gd name="connsiteY23" fmla="*/ 1265702 h 1660822"/>
              <a:gd name="connsiteX24" fmla="*/ 1758819 w 4211600"/>
              <a:gd name="connsiteY24" fmla="*/ 1254558 h 1660822"/>
              <a:gd name="connsiteX25" fmla="*/ 2118106 w 4211600"/>
              <a:gd name="connsiteY25" fmla="*/ 1220077 h 1660822"/>
              <a:gd name="connsiteX26" fmla="*/ 2475557 w 4211600"/>
              <a:gd name="connsiteY26" fmla="*/ 1144353 h 1660822"/>
              <a:gd name="connsiteX27" fmla="*/ 2573878 w 4211600"/>
              <a:gd name="connsiteY27" fmla="*/ 1120827 h 1660822"/>
              <a:gd name="connsiteX28" fmla="*/ 2907437 w 4211600"/>
              <a:gd name="connsiteY28" fmla="*/ 1049675 h 1660822"/>
              <a:gd name="connsiteX29" fmla="*/ 3122589 w 4211600"/>
              <a:gd name="connsiteY29" fmla="*/ 1005098 h 1660822"/>
              <a:gd name="connsiteX30" fmla="*/ 3391169 w 4211600"/>
              <a:gd name="connsiteY30" fmla="*/ 935756 h 1660822"/>
              <a:gd name="connsiteX31" fmla="*/ 3642290 w 4211600"/>
              <a:gd name="connsiteY31" fmla="*/ 806216 h 1660822"/>
              <a:gd name="connsiteX32" fmla="*/ 3825937 w 4211600"/>
              <a:gd name="connsiteY32" fmla="*/ 594475 h 1660822"/>
              <a:gd name="connsiteX33" fmla="*/ 3861381 w 4211600"/>
              <a:gd name="connsiteY33" fmla="*/ 544755 h 1660822"/>
              <a:gd name="connsiteX34" fmla="*/ 3950381 w 4211600"/>
              <a:gd name="connsiteY34" fmla="*/ 427978 h 1660822"/>
              <a:gd name="connsiteX35" fmla="*/ 4112370 w 4211600"/>
              <a:gd name="connsiteY35" fmla="*/ 201378 h 1660822"/>
              <a:gd name="connsiteX36" fmla="*/ 4195989 w 4211600"/>
              <a:gd name="connsiteY36" fmla="*/ 33834 h 1660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211600" h="1660822">
                <a:moveTo>
                  <a:pt x="4211600" y="0"/>
                </a:moveTo>
                <a:lnTo>
                  <a:pt x="4211600" y="58430"/>
                </a:lnTo>
                <a:lnTo>
                  <a:pt x="4136524" y="208808"/>
                </a:lnTo>
                <a:cubicBezTo>
                  <a:pt x="4089791" y="287770"/>
                  <a:pt x="4030588" y="363780"/>
                  <a:pt x="3973354" y="437313"/>
                </a:cubicBezTo>
                <a:cubicBezTo>
                  <a:pt x="3943819" y="475222"/>
                  <a:pt x="3913231" y="514465"/>
                  <a:pt x="3884746" y="553613"/>
                </a:cubicBezTo>
                <a:cubicBezTo>
                  <a:pt x="3872801" y="569996"/>
                  <a:pt x="3861119" y="586569"/>
                  <a:pt x="3849435" y="603143"/>
                </a:cubicBezTo>
                <a:cubicBezTo>
                  <a:pt x="3796665" y="678009"/>
                  <a:pt x="3742187" y="755352"/>
                  <a:pt x="3661849" y="819075"/>
                </a:cubicBezTo>
                <a:cubicBezTo>
                  <a:pt x="3596214" y="871176"/>
                  <a:pt x="3509050" y="916230"/>
                  <a:pt x="3402589" y="952996"/>
                </a:cubicBezTo>
                <a:cubicBezTo>
                  <a:pt x="3312406" y="984048"/>
                  <a:pt x="3215660" y="1005003"/>
                  <a:pt x="3130202" y="1023386"/>
                </a:cubicBezTo>
                <a:cubicBezTo>
                  <a:pt x="3058529" y="1038816"/>
                  <a:pt x="2985412" y="1053675"/>
                  <a:pt x="2914657" y="1068058"/>
                </a:cubicBezTo>
                <a:cubicBezTo>
                  <a:pt x="2805176" y="1090251"/>
                  <a:pt x="2692021" y="1113207"/>
                  <a:pt x="2582149" y="1138924"/>
                </a:cubicBezTo>
                <a:cubicBezTo>
                  <a:pt x="2549330" y="1146639"/>
                  <a:pt x="2516644" y="1154450"/>
                  <a:pt x="2483958" y="1162356"/>
                </a:cubicBezTo>
                <a:cubicBezTo>
                  <a:pt x="2367257" y="1190550"/>
                  <a:pt x="2246621" y="1219601"/>
                  <a:pt x="2123750" y="1238651"/>
                </a:cubicBezTo>
                <a:cubicBezTo>
                  <a:pt x="2004294" y="1257129"/>
                  <a:pt x="1880769" y="1265416"/>
                  <a:pt x="1761444" y="1273417"/>
                </a:cubicBezTo>
                <a:cubicBezTo>
                  <a:pt x="1711167" y="1276751"/>
                  <a:pt x="1659184" y="1280275"/>
                  <a:pt x="1608382" y="1284466"/>
                </a:cubicBezTo>
                <a:cubicBezTo>
                  <a:pt x="1408589" y="1300944"/>
                  <a:pt x="1214570" y="1325805"/>
                  <a:pt x="999942" y="1354284"/>
                </a:cubicBezTo>
                <a:cubicBezTo>
                  <a:pt x="826403" y="1377240"/>
                  <a:pt x="647744" y="1400957"/>
                  <a:pt x="484705" y="1450487"/>
                </a:cubicBezTo>
                <a:cubicBezTo>
                  <a:pt x="355831" y="1489635"/>
                  <a:pt x="231387" y="1544374"/>
                  <a:pt x="113310" y="1613700"/>
                </a:cubicBezTo>
                <a:lnTo>
                  <a:pt x="39668" y="1660822"/>
                </a:lnTo>
                <a:lnTo>
                  <a:pt x="0" y="1660822"/>
                </a:lnTo>
                <a:lnTo>
                  <a:pt x="96701" y="1598934"/>
                </a:lnTo>
                <a:cubicBezTo>
                  <a:pt x="216635" y="1528533"/>
                  <a:pt x="343196" y="1472919"/>
                  <a:pt x="474335" y="1433056"/>
                </a:cubicBezTo>
                <a:cubicBezTo>
                  <a:pt x="639999" y="1382669"/>
                  <a:pt x="820102" y="1358856"/>
                  <a:pt x="994299" y="1335806"/>
                </a:cubicBezTo>
                <a:cubicBezTo>
                  <a:pt x="1210239" y="1307231"/>
                  <a:pt x="1404650" y="1282275"/>
                  <a:pt x="1605231" y="1265702"/>
                </a:cubicBezTo>
                <a:cubicBezTo>
                  <a:pt x="1656428" y="1261511"/>
                  <a:pt x="1708411" y="1257987"/>
                  <a:pt x="1758819" y="1254558"/>
                </a:cubicBezTo>
                <a:cubicBezTo>
                  <a:pt x="1877487" y="1246557"/>
                  <a:pt x="2000094" y="1238365"/>
                  <a:pt x="2118106" y="1220077"/>
                </a:cubicBezTo>
                <a:cubicBezTo>
                  <a:pt x="2239531" y="1201313"/>
                  <a:pt x="2359513" y="1172357"/>
                  <a:pt x="2475557" y="1144353"/>
                </a:cubicBezTo>
                <a:cubicBezTo>
                  <a:pt x="2508243" y="1136448"/>
                  <a:pt x="2541060" y="1128542"/>
                  <a:pt x="2573878" y="1120827"/>
                </a:cubicBezTo>
                <a:cubicBezTo>
                  <a:pt x="2684276" y="1094919"/>
                  <a:pt x="2797694" y="1071963"/>
                  <a:pt x="2907437" y="1049675"/>
                </a:cubicBezTo>
                <a:cubicBezTo>
                  <a:pt x="2978061" y="1035387"/>
                  <a:pt x="3051178" y="1020528"/>
                  <a:pt x="3122589" y="1005098"/>
                </a:cubicBezTo>
                <a:cubicBezTo>
                  <a:pt x="3206997" y="986810"/>
                  <a:pt x="3302823" y="966141"/>
                  <a:pt x="3391169" y="935756"/>
                </a:cubicBezTo>
                <a:cubicBezTo>
                  <a:pt x="3494479" y="900132"/>
                  <a:pt x="3578886" y="856508"/>
                  <a:pt x="3642290" y="806216"/>
                </a:cubicBezTo>
                <a:cubicBezTo>
                  <a:pt x="3720133" y="744303"/>
                  <a:pt x="3773953" y="668103"/>
                  <a:pt x="3825937" y="594475"/>
                </a:cubicBezTo>
                <a:cubicBezTo>
                  <a:pt x="3837621" y="577902"/>
                  <a:pt x="3849435" y="561233"/>
                  <a:pt x="3861381" y="544755"/>
                </a:cubicBezTo>
                <a:cubicBezTo>
                  <a:pt x="3889997" y="505416"/>
                  <a:pt x="3920715" y="465983"/>
                  <a:pt x="3950381" y="427978"/>
                </a:cubicBezTo>
                <a:cubicBezTo>
                  <a:pt x="4007353" y="354921"/>
                  <a:pt x="4066163" y="279388"/>
                  <a:pt x="4112370" y="201378"/>
                </a:cubicBezTo>
                <a:cubicBezTo>
                  <a:pt x="4144662" y="146800"/>
                  <a:pt x="4170785" y="89364"/>
                  <a:pt x="4195989" y="3383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06" name="Graphic 141">
            <a:extLst>
              <a:ext uri="{FF2B5EF4-FFF2-40B4-BE49-F238E27FC236}">
                <a16:creationId xmlns:a16="http://schemas.microsoft.com/office/drawing/2014/main" id="{09B36522-7889-FEB0-2AA8-5C68A0498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15178"/>
            <a:ext cx="2198951" cy="3331254"/>
            <a:chOff x="4473129" y="923925"/>
            <a:chExt cx="3308947" cy="5012817"/>
          </a:xfrm>
          <a:noFill/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ACCAC84B-41AD-029E-9A08-2AEF7EB22C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85988" y="924020"/>
              <a:ext cx="3296088" cy="5012722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3609C0D1-39AD-F5AE-A005-9863545EF2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923925"/>
              <a:ext cx="2977477" cy="462714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03C02836-C947-63C1-A1C7-9730AF509C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94561" y="923925"/>
              <a:ext cx="2356712" cy="4118991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AD8A449-5D4F-D049-0DB1-2AE7E5AC00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923925"/>
              <a:ext cx="2059193" cy="3980116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8F759C7-443D-90FC-27D4-1DF13B48E9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85131" y="1719357"/>
              <a:ext cx="743796" cy="2867501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08B8604-653A-FC5C-FEB8-250A8F0377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1912731"/>
              <a:ext cx="597294" cy="2543540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FCF08397-07EF-8AB1-9B3E-100B35488D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91417" y="2227197"/>
              <a:ext cx="389425" cy="2011236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07" name="Graphic 157">
            <a:extLst>
              <a:ext uri="{FF2B5EF4-FFF2-40B4-BE49-F238E27FC236}">
                <a16:creationId xmlns:a16="http://schemas.microsoft.com/office/drawing/2014/main" id="{5BF53493-48AD-24C9-27B5-996971FB44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610600" y="3276600"/>
            <a:ext cx="3529260" cy="3581398"/>
            <a:chOff x="4114800" y="1423987"/>
            <a:chExt cx="3961542" cy="4007547"/>
          </a:xfrm>
          <a:noFill/>
        </p:grpSpPr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81EFAFCD-2D60-DBAD-9A74-FD7F313B36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114800" y="1423987"/>
              <a:ext cx="3946874" cy="3989641"/>
            </a:xfrm>
            <a:custGeom>
              <a:avLst/>
              <a:gdLst>
                <a:gd name="connsiteX0" fmla="*/ 0 w 3946874"/>
                <a:gd name="connsiteY0" fmla="*/ 3989641 h 3989641"/>
                <a:gd name="connsiteX1" fmla="*/ 79439 w 3946874"/>
                <a:gd name="connsiteY1" fmla="*/ 3891153 h 3989641"/>
                <a:gd name="connsiteX2" fmla="*/ 297371 w 3946874"/>
                <a:gd name="connsiteY2" fmla="*/ 3626930 h 3989641"/>
                <a:gd name="connsiteX3" fmla="*/ 454343 w 3946874"/>
                <a:gd name="connsiteY3" fmla="*/ 3440335 h 3989641"/>
                <a:gd name="connsiteX4" fmla="*/ 622363 w 3946874"/>
                <a:gd name="connsiteY4" fmla="*/ 3290697 h 3989641"/>
                <a:gd name="connsiteX5" fmla="*/ 927068 w 3946874"/>
                <a:gd name="connsiteY5" fmla="*/ 3087434 h 3989641"/>
                <a:gd name="connsiteX6" fmla="*/ 1176338 w 3946874"/>
                <a:gd name="connsiteY6" fmla="*/ 2915603 h 3989641"/>
                <a:gd name="connsiteX7" fmla="*/ 1394270 w 3946874"/>
                <a:gd name="connsiteY7" fmla="*/ 2780729 h 3989641"/>
                <a:gd name="connsiteX8" fmla="*/ 1601057 w 3946874"/>
                <a:gd name="connsiteY8" fmla="*/ 2723483 h 3989641"/>
                <a:gd name="connsiteX9" fmla="*/ 1756220 w 3946874"/>
                <a:gd name="connsiteY9" fmla="*/ 2743772 h 3989641"/>
                <a:gd name="connsiteX10" fmla="*/ 1889189 w 3946874"/>
                <a:gd name="connsiteY10" fmla="*/ 2765965 h 3989641"/>
                <a:gd name="connsiteX11" fmla="*/ 2007394 w 3946874"/>
                <a:gd name="connsiteY11" fmla="*/ 2765965 h 3989641"/>
                <a:gd name="connsiteX12" fmla="*/ 2184654 w 3946874"/>
                <a:gd name="connsiteY12" fmla="*/ 2671763 h 3989641"/>
                <a:gd name="connsiteX13" fmla="*/ 2372773 w 3946874"/>
                <a:gd name="connsiteY13" fmla="*/ 2538984 h 3989641"/>
                <a:gd name="connsiteX14" fmla="*/ 2439543 w 3946874"/>
                <a:gd name="connsiteY14" fmla="*/ 2510504 h 3989641"/>
                <a:gd name="connsiteX15" fmla="*/ 2650617 w 3946874"/>
                <a:gd name="connsiteY15" fmla="*/ 2434781 h 3989641"/>
                <a:gd name="connsiteX16" fmla="*/ 2785110 w 3946874"/>
                <a:gd name="connsiteY16" fmla="*/ 2383060 h 3989641"/>
                <a:gd name="connsiteX17" fmla="*/ 2897315 w 3946874"/>
                <a:gd name="connsiteY17" fmla="*/ 2318861 h 3989641"/>
                <a:gd name="connsiteX18" fmla="*/ 2997994 w 3946874"/>
                <a:gd name="connsiteY18" fmla="*/ 2226183 h 3989641"/>
                <a:gd name="connsiteX19" fmla="*/ 3061240 w 3946874"/>
                <a:gd name="connsiteY19" fmla="*/ 2141506 h 3989641"/>
                <a:gd name="connsiteX20" fmla="*/ 3152108 w 3946874"/>
                <a:gd name="connsiteY20" fmla="*/ 2005203 h 3989641"/>
                <a:gd name="connsiteX21" fmla="*/ 3274124 w 3946874"/>
                <a:gd name="connsiteY21" fmla="*/ 1871567 h 3989641"/>
                <a:gd name="connsiteX22" fmla="*/ 3388138 w 3946874"/>
                <a:gd name="connsiteY22" fmla="*/ 1770888 h 3989641"/>
                <a:gd name="connsiteX23" fmla="*/ 3466529 w 3946874"/>
                <a:gd name="connsiteY23" fmla="*/ 1679162 h 3989641"/>
                <a:gd name="connsiteX24" fmla="*/ 3538633 w 3946874"/>
                <a:gd name="connsiteY24" fmla="*/ 1551718 h 3989641"/>
                <a:gd name="connsiteX25" fmla="*/ 3588544 w 3946874"/>
                <a:gd name="connsiteY25" fmla="*/ 1376172 h 3989641"/>
                <a:gd name="connsiteX26" fmla="*/ 3597402 w 3946874"/>
                <a:gd name="connsiteY26" fmla="*/ 1293305 h 3989641"/>
                <a:gd name="connsiteX27" fmla="*/ 3721227 w 3946874"/>
                <a:gd name="connsiteY27" fmla="*/ 880491 h 3989641"/>
                <a:gd name="connsiteX28" fmla="*/ 3761137 w 3946874"/>
                <a:gd name="connsiteY28" fmla="*/ 463677 h 3989641"/>
                <a:gd name="connsiteX29" fmla="*/ 3946874 w 3946874"/>
                <a:gd name="connsiteY29" fmla="*/ 0 h 3989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946874" h="3989641">
                  <a:moveTo>
                    <a:pt x="0" y="3989641"/>
                  </a:moveTo>
                  <a:cubicBezTo>
                    <a:pt x="19050" y="3957257"/>
                    <a:pt x="50959" y="3916013"/>
                    <a:pt x="79439" y="3891153"/>
                  </a:cubicBezTo>
                  <a:cubicBezTo>
                    <a:pt x="165544" y="3815906"/>
                    <a:pt x="227933" y="3717989"/>
                    <a:pt x="297371" y="3626930"/>
                  </a:cubicBezTo>
                  <a:cubicBezTo>
                    <a:pt x="346615" y="3562255"/>
                    <a:pt x="398050" y="3499009"/>
                    <a:pt x="454343" y="3440335"/>
                  </a:cubicBezTo>
                  <a:cubicBezTo>
                    <a:pt x="506349" y="3386042"/>
                    <a:pt x="562642" y="3336227"/>
                    <a:pt x="622363" y="3290697"/>
                  </a:cubicBezTo>
                  <a:cubicBezTo>
                    <a:pt x="719519" y="3216688"/>
                    <a:pt x="824960" y="3154585"/>
                    <a:pt x="927068" y="3087434"/>
                  </a:cubicBezTo>
                  <a:cubicBezTo>
                    <a:pt x="1011365" y="3031998"/>
                    <a:pt x="1093565" y="2973324"/>
                    <a:pt x="1176338" y="2915603"/>
                  </a:cubicBezTo>
                  <a:cubicBezTo>
                    <a:pt x="1246537" y="2866644"/>
                    <a:pt x="1317308" y="2818066"/>
                    <a:pt x="1394270" y="2780729"/>
                  </a:cubicBezTo>
                  <a:cubicBezTo>
                    <a:pt x="1459421" y="2749106"/>
                    <a:pt x="1528763" y="2724436"/>
                    <a:pt x="1601057" y="2723483"/>
                  </a:cubicBezTo>
                  <a:cubicBezTo>
                    <a:pt x="1653350" y="2722721"/>
                    <a:pt x="1704785" y="2733485"/>
                    <a:pt x="1756220" y="2743772"/>
                  </a:cubicBezTo>
                  <a:cubicBezTo>
                    <a:pt x="1800320" y="2752630"/>
                    <a:pt x="1844612" y="2760250"/>
                    <a:pt x="1889189" y="2765965"/>
                  </a:cubicBezTo>
                  <a:cubicBezTo>
                    <a:pt x="1928622" y="2771013"/>
                    <a:pt x="1968437" y="2773299"/>
                    <a:pt x="2007394" y="2765965"/>
                  </a:cubicBezTo>
                  <a:cubicBezTo>
                    <a:pt x="2073878" y="2753487"/>
                    <a:pt x="2130647" y="2712911"/>
                    <a:pt x="2184654" y="2671763"/>
                  </a:cubicBezTo>
                  <a:cubicBezTo>
                    <a:pt x="2245900" y="2625090"/>
                    <a:pt x="2304002" y="2573465"/>
                    <a:pt x="2372773" y="2538984"/>
                  </a:cubicBezTo>
                  <a:cubicBezTo>
                    <a:pt x="2394395" y="2528126"/>
                    <a:pt x="2416874" y="2518982"/>
                    <a:pt x="2439543" y="2510504"/>
                  </a:cubicBezTo>
                  <a:cubicBezTo>
                    <a:pt x="2509552" y="2484215"/>
                    <a:pt x="2580037" y="2459450"/>
                    <a:pt x="2650617" y="2434781"/>
                  </a:cubicBezTo>
                  <a:cubicBezTo>
                    <a:pt x="2695956" y="2418874"/>
                    <a:pt x="2741295" y="2402872"/>
                    <a:pt x="2785110" y="2383060"/>
                  </a:cubicBezTo>
                  <a:cubicBezTo>
                    <a:pt x="2824448" y="2365248"/>
                    <a:pt x="2862358" y="2344198"/>
                    <a:pt x="2897315" y="2318861"/>
                  </a:cubicBezTo>
                  <a:cubicBezTo>
                    <a:pt x="2934367" y="2292096"/>
                    <a:pt x="2968085" y="2260854"/>
                    <a:pt x="2997994" y="2226183"/>
                  </a:cubicBezTo>
                  <a:cubicBezTo>
                    <a:pt x="3020949" y="2199513"/>
                    <a:pt x="3041714" y="2170938"/>
                    <a:pt x="3061240" y="2141506"/>
                  </a:cubicBezTo>
                  <a:cubicBezTo>
                    <a:pt x="3091529" y="2095976"/>
                    <a:pt x="3119533" y="2049018"/>
                    <a:pt x="3152108" y="2005203"/>
                  </a:cubicBezTo>
                  <a:cubicBezTo>
                    <a:pt x="3188113" y="1956626"/>
                    <a:pt x="3229261" y="1912144"/>
                    <a:pt x="3274124" y="1871567"/>
                  </a:cubicBezTo>
                  <a:cubicBezTo>
                    <a:pt x="3311747" y="1837563"/>
                    <a:pt x="3351848" y="1806321"/>
                    <a:pt x="3388138" y="1770888"/>
                  </a:cubicBezTo>
                  <a:cubicBezTo>
                    <a:pt x="3416999" y="1742694"/>
                    <a:pt x="3443002" y="1711833"/>
                    <a:pt x="3466529" y="1679162"/>
                  </a:cubicBezTo>
                  <a:cubicBezTo>
                    <a:pt x="3495008" y="1639348"/>
                    <a:pt x="3519392" y="1596771"/>
                    <a:pt x="3538633" y="1551718"/>
                  </a:cubicBezTo>
                  <a:cubicBezTo>
                    <a:pt x="3562731" y="1495616"/>
                    <a:pt x="3578924" y="1436465"/>
                    <a:pt x="3588544" y="1376172"/>
                  </a:cubicBezTo>
                  <a:cubicBezTo>
                    <a:pt x="3592925" y="1348740"/>
                    <a:pt x="3595688" y="1321022"/>
                    <a:pt x="3597402" y="1293305"/>
                  </a:cubicBezTo>
                  <a:cubicBezTo>
                    <a:pt x="3605974" y="1155859"/>
                    <a:pt x="3717703" y="1018127"/>
                    <a:pt x="3721227" y="880491"/>
                  </a:cubicBezTo>
                  <a:cubicBezTo>
                    <a:pt x="3724751" y="740855"/>
                    <a:pt x="3743135" y="602171"/>
                    <a:pt x="3761137" y="463677"/>
                  </a:cubicBezTo>
                  <a:cubicBezTo>
                    <a:pt x="3776186" y="347758"/>
                    <a:pt x="3934968" y="116205"/>
                    <a:pt x="3946874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C431404E-79F0-B8D2-E469-3D911D250D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95978" y="2441733"/>
              <a:ext cx="3665410" cy="2985611"/>
            </a:xfrm>
            <a:custGeom>
              <a:avLst/>
              <a:gdLst>
                <a:gd name="connsiteX0" fmla="*/ 0 w 3665410"/>
                <a:gd name="connsiteY0" fmla="*/ 2985611 h 2985611"/>
                <a:gd name="connsiteX1" fmla="*/ 166211 w 3665410"/>
                <a:gd name="connsiteY1" fmla="*/ 2699766 h 2985611"/>
                <a:gd name="connsiteX2" fmla="*/ 397002 w 3665410"/>
                <a:gd name="connsiteY2" fmla="*/ 2414969 h 2985611"/>
                <a:gd name="connsiteX3" fmla="*/ 620173 w 3665410"/>
                <a:gd name="connsiteY3" fmla="*/ 2237899 h 2985611"/>
                <a:gd name="connsiteX4" fmla="*/ 823341 w 3665410"/>
                <a:gd name="connsiteY4" fmla="*/ 2085499 h 2985611"/>
                <a:gd name="connsiteX5" fmla="*/ 1089565 w 3665410"/>
                <a:gd name="connsiteY5" fmla="*/ 1911477 h 2985611"/>
                <a:gd name="connsiteX6" fmla="*/ 1145000 w 3665410"/>
                <a:gd name="connsiteY6" fmla="*/ 1886807 h 2985611"/>
                <a:gd name="connsiteX7" fmla="*/ 1375791 w 3665410"/>
                <a:gd name="connsiteY7" fmla="*/ 1842135 h 2985611"/>
                <a:gd name="connsiteX8" fmla="*/ 1486567 w 3665410"/>
                <a:gd name="connsiteY8" fmla="*/ 1857566 h 2985611"/>
                <a:gd name="connsiteX9" fmla="*/ 1568101 w 3665410"/>
                <a:gd name="connsiteY9" fmla="*/ 1871377 h 2985611"/>
                <a:gd name="connsiteX10" fmla="*/ 1810607 w 3665410"/>
                <a:gd name="connsiteY10" fmla="*/ 1871377 h 2985611"/>
                <a:gd name="connsiteX11" fmla="*/ 1997964 w 3665410"/>
                <a:gd name="connsiteY11" fmla="*/ 1790605 h 2985611"/>
                <a:gd name="connsiteX12" fmla="*/ 2109883 w 3665410"/>
                <a:gd name="connsiteY12" fmla="*/ 1702784 h 2985611"/>
                <a:gd name="connsiteX13" fmla="*/ 2321433 w 3665410"/>
                <a:gd name="connsiteY13" fmla="*/ 1552384 h 2985611"/>
                <a:gd name="connsiteX14" fmla="*/ 2558891 w 3665410"/>
                <a:gd name="connsiteY14" fmla="*/ 1453420 h 2985611"/>
                <a:gd name="connsiteX15" fmla="*/ 2709767 w 3665410"/>
                <a:gd name="connsiteY15" fmla="*/ 1377887 h 2985611"/>
                <a:gd name="connsiteX16" fmla="*/ 2885408 w 3665410"/>
                <a:gd name="connsiteY16" fmla="*/ 1237393 h 2985611"/>
                <a:gd name="connsiteX17" fmla="*/ 3017711 w 3665410"/>
                <a:gd name="connsiteY17" fmla="*/ 1072229 h 2985611"/>
                <a:gd name="connsiteX18" fmla="*/ 3150680 w 3665410"/>
                <a:gd name="connsiteY18" fmla="*/ 921830 h 2985611"/>
                <a:gd name="connsiteX19" fmla="*/ 3255169 w 3665410"/>
                <a:gd name="connsiteY19" fmla="*/ 801815 h 2985611"/>
                <a:gd name="connsiteX20" fmla="*/ 3339275 w 3665410"/>
                <a:gd name="connsiteY20" fmla="*/ 694182 h 2985611"/>
                <a:gd name="connsiteX21" fmla="*/ 3409188 w 3665410"/>
                <a:gd name="connsiteY21" fmla="*/ 546926 h 2985611"/>
                <a:gd name="connsiteX22" fmla="*/ 3464243 w 3665410"/>
                <a:gd name="connsiteY22" fmla="*/ 347663 h 2985611"/>
                <a:gd name="connsiteX23" fmla="*/ 3665411 w 3665410"/>
                <a:gd name="connsiteY23" fmla="*/ 0 h 29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665410" h="2985611">
                  <a:moveTo>
                    <a:pt x="0" y="2985611"/>
                  </a:moveTo>
                  <a:cubicBezTo>
                    <a:pt x="0" y="2985611"/>
                    <a:pt x="86773" y="2802827"/>
                    <a:pt x="166211" y="2699766"/>
                  </a:cubicBezTo>
                  <a:cubicBezTo>
                    <a:pt x="240983" y="2602706"/>
                    <a:pt x="309182" y="2500122"/>
                    <a:pt x="397002" y="2414969"/>
                  </a:cubicBezTo>
                  <a:cubicBezTo>
                    <a:pt x="465296" y="2348865"/>
                    <a:pt x="543592" y="2294477"/>
                    <a:pt x="620173" y="2237899"/>
                  </a:cubicBezTo>
                  <a:cubicBezTo>
                    <a:pt x="688277" y="2187607"/>
                    <a:pt x="755333" y="2135886"/>
                    <a:pt x="823341" y="2085499"/>
                  </a:cubicBezTo>
                  <a:cubicBezTo>
                    <a:pt x="908685" y="2022253"/>
                    <a:pt x="994791" y="1959197"/>
                    <a:pt x="1089565" y="1911477"/>
                  </a:cubicBezTo>
                  <a:cubicBezTo>
                    <a:pt x="1107662" y="1902428"/>
                    <a:pt x="1126141" y="1894141"/>
                    <a:pt x="1145000" y="1886807"/>
                  </a:cubicBezTo>
                  <a:cubicBezTo>
                    <a:pt x="1218819" y="1858232"/>
                    <a:pt x="1296924" y="1838611"/>
                    <a:pt x="1375791" y="1842135"/>
                  </a:cubicBezTo>
                  <a:cubicBezTo>
                    <a:pt x="1413129" y="1843754"/>
                    <a:pt x="1449896" y="1850422"/>
                    <a:pt x="1486567" y="1857566"/>
                  </a:cubicBezTo>
                  <a:cubicBezTo>
                    <a:pt x="1513618" y="1862804"/>
                    <a:pt x="1540859" y="1867376"/>
                    <a:pt x="1568101" y="1871377"/>
                  </a:cubicBezTo>
                  <a:cubicBezTo>
                    <a:pt x="1648778" y="1883188"/>
                    <a:pt x="1730978" y="1887665"/>
                    <a:pt x="1810607" y="1871377"/>
                  </a:cubicBezTo>
                  <a:cubicBezTo>
                    <a:pt x="1877854" y="1857661"/>
                    <a:pt x="1941100" y="1829086"/>
                    <a:pt x="1997964" y="1790605"/>
                  </a:cubicBezTo>
                  <a:cubicBezTo>
                    <a:pt x="2037302" y="1764030"/>
                    <a:pt x="2073497" y="1733264"/>
                    <a:pt x="2109883" y="1702784"/>
                  </a:cubicBezTo>
                  <a:cubicBezTo>
                    <a:pt x="2176367" y="1647063"/>
                    <a:pt x="2244852" y="1593151"/>
                    <a:pt x="2321433" y="1552384"/>
                  </a:cubicBezTo>
                  <a:cubicBezTo>
                    <a:pt x="2397157" y="1512094"/>
                    <a:pt x="2479548" y="1486281"/>
                    <a:pt x="2558891" y="1453420"/>
                  </a:cubicBezTo>
                  <a:cubicBezTo>
                    <a:pt x="2610898" y="1431798"/>
                    <a:pt x="2661571" y="1407033"/>
                    <a:pt x="2709767" y="1377887"/>
                  </a:cubicBezTo>
                  <a:cubicBezTo>
                    <a:pt x="2774252" y="1338929"/>
                    <a:pt x="2834069" y="1292447"/>
                    <a:pt x="2885408" y="1237393"/>
                  </a:cubicBezTo>
                  <a:cubicBezTo>
                    <a:pt x="2933605" y="1185767"/>
                    <a:pt x="2973324" y="1127093"/>
                    <a:pt x="3017711" y="1072229"/>
                  </a:cubicBezTo>
                  <a:cubicBezTo>
                    <a:pt x="3059811" y="1020223"/>
                    <a:pt x="3105912" y="971645"/>
                    <a:pt x="3150680" y="921830"/>
                  </a:cubicBezTo>
                  <a:cubicBezTo>
                    <a:pt x="3186113" y="882396"/>
                    <a:pt x="3220593" y="842010"/>
                    <a:pt x="3255169" y="801815"/>
                  </a:cubicBezTo>
                  <a:cubicBezTo>
                    <a:pt x="3284887" y="767239"/>
                    <a:pt x="3314605" y="732473"/>
                    <a:pt x="3339275" y="694182"/>
                  </a:cubicBezTo>
                  <a:cubicBezTo>
                    <a:pt x="3368707" y="648367"/>
                    <a:pt x="3390138" y="597980"/>
                    <a:pt x="3409188" y="546926"/>
                  </a:cubicBezTo>
                  <a:cubicBezTo>
                    <a:pt x="3433382" y="482156"/>
                    <a:pt x="3453384" y="415861"/>
                    <a:pt x="3464243" y="347663"/>
                  </a:cubicBezTo>
                  <a:cubicBezTo>
                    <a:pt x="3476244" y="272224"/>
                    <a:pt x="3661696" y="76295"/>
                    <a:pt x="366541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CB705458-F92A-325B-3930-AF7BF2FD44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90402" y="5229700"/>
              <a:ext cx="285940" cy="199072"/>
            </a:xfrm>
            <a:custGeom>
              <a:avLst/>
              <a:gdLst>
                <a:gd name="connsiteX0" fmla="*/ 0 w 285940"/>
                <a:gd name="connsiteY0" fmla="*/ 199073 h 199072"/>
                <a:gd name="connsiteX1" fmla="*/ 285940 w 285940"/>
                <a:gd name="connsiteY1" fmla="*/ 0 h 199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85940" h="199072">
                  <a:moveTo>
                    <a:pt x="0" y="199073"/>
                  </a:moveTo>
                  <a:cubicBezTo>
                    <a:pt x="0" y="199073"/>
                    <a:pt x="242125" y="39243"/>
                    <a:pt x="28594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2B4CB717-87C6-C4FA-7713-5F1DC0CDEC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393114" y="5049773"/>
              <a:ext cx="655796" cy="381190"/>
            </a:xfrm>
            <a:custGeom>
              <a:avLst/>
              <a:gdLst>
                <a:gd name="connsiteX0" fmla="*/ 0 w 655796"/>
                <a:gd name="connsiteY0" fmla="*/ 381190 h 381190"/>
                <a:gd name="connsiteX1" fmla="*/ 655796 w 655796"/>
                <a:gd name="connsiteY1" fmla="*/ 0 h 381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5796" h="381190">
                  <a:moveTo>
                    <a:pt x="0" y="381190"/>
                  </a:moveTo>
                  <a:cubicBezTo>
                    <a:pt x="0" y="381190"/>
                    <a:pt x="461105" y="172117"/>
                    <a:pt x="65579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5E2850D4-F5B5-40A9-B540-6F73DFA70B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154072" y="3867816"/>
              <a:ext cx="2907315" cy="1544764"/>
            </a:xfrm>
            <a:custGeom>
              <a:avLst/>
              <a:gdLst>
                <a:gd name="connsiteX0" fmla="*/ 0 w 2907315"/>
                <a:gd name="connsiteY0" fmla="*/ 1544764 h 1544764"/>
                <a:gd name="connsiteX1" fmla="*/ 201644 w 2907315"/>
                <a:gd name="connsiteY1" fmla="*/ 1352550 h 1544764"/>
                <a:gd name="connsiteX2" fmla="*/ 423196 w 2907315"/>
                <a:gd name="connsiteY2" fmla="*/ 1196054 h 1544764"/>
                <a:gd name="connsiteX3" fmla="*/ 782193 w 2907315"/>
                <a:gd name="connsiteY3" fmla="*/ 1099947 h 1544764"/>
                <a:gd name="connsiteX4" fmla="*/ 1052513 w 2907315"/>
                <a:gd name="connsiteY4" fmla="*/ 1042321 h 1544764"/>
                <a:gd name="connsiteX5" fmla="*/ 1311783 w 2907315"/>
                <a:gd name="connsiteY5" fmla="*/ 1056037 h 1544764"/>
                <a:gd name="connsiteX6" fmla="*/ 1484662 w 2907315"/>
                <a:gd name="connsiteY6" fmla="*/ 1083469 h 1544764"/>
                <a:gd name="connsiteX7" fmla="*/ 1788224 w 2907315"/>
                <a:gd name="connsiteY7" fmla="*/ 1023080 h 1544764"/>
                <a:gd name="connsiteX8" fmla="*/ 2269045 w 2907315"/>
                <a:gd name="connsiteY8" fmla="*/ 734758 h 1544764"/>
                <a:gd name="connsiteX9" fmla="*/ 2534984 w 2907315"/>
                <a:gd name="connsiteY9" fmla="*/ 572738 h 1544764"/>
                <a:gd name="connsiteX10" fmla="*/ 2907316 w 2907315"/>
                <a:gd name="connsiteY10" fmla="*/ 0 h 1544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7315" h="1544764">
                  <a:moveTo>
                    <a:pt x="0" y="1544764"/>
                  </a:moveTo>
                  <a:cubicBezTo>
                    <a:pt x="0" y="1544764"/>
                    <a:pt x="98012" y="1443990"/>
                    <a:pt x="201644" y="1352550"/>
                  </a:cubicBezTo>
                  <a:cubicBezTo>
                    <a:pt x="271272" y="1291209"/>
                    <a:pt x="343662" y="1234249"/>
                    <a:pt x="423196" y="1196054"/>
                  </a:cubicBezTo>
                  <a:cubicBezTo>
                    <a:pt x="537591" y="1141095"/>
                    <a:pt x="661226" y="1127189"/>
                    <a:pt x="782193" y="1099947"/>
                  </a:cubicBezTo>
                  <a:cubicBezTo>
                    <a:pt x="872300" y="1079659"/>
                    <a:pt x="961358" y="1051370"/>
                    <a:pt x="1052513" y="1042321"/>
                  </a:cubicBezTo>
                  <a:cubicBezTo>
                    <a:pt x="1139000" y="1033653"/>
                    <a:pt x="1225868" y="1040321"/>
                    <a:pt x="1311783" y="1056037"/>
                  </a:cubicBezTo>
                  <a:cubicBezTo>
                    <a:pt x="1369314" y="1066609"/>
                    <a:pt x="1426559" y="1079373"/>
                    <a:pt x="1484662" y="1083469"/>
                  </a:cubicBezTo>
                  <a:cubicBezTo>
                    <a:pt x="1587913" y="1090803"/>
                    <a:pt x="1690402" y="1064800"/>
                    <a:pt x="1788224" y="1023080"/>
                  </a:cubicBezTo>
                  <a:cubicBezTo>
                    <a:pt x="1956721" y="951262"/>
                    <a:pt x="2106549" y="825722"/>
                    <a:pt x="2269045" y="734758"/>
                  </a:cubicBezTo>
                  <a:cubicBezTo>
                    <a:pt x="2359438" y="684181"/>
                    <a:pt x="2452497" y="640556"/>
                    <a:pt x="2534984" y="572738"/>
                  </a:cubicBezTo>
                  <a:cubicBezTo>
                    <a:pt x="2673001" y="459391"/>
                    <a:pt x="2847023" y="191453"/>
                    <a:pt x="290731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BB57E20A-2B88-9104-37AB-8FDCFB81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07946" y="3479100"/>
              <a:ext cx="3168300" cy="1952434"/>
            </a:xfrm>
            <a:custGeom>
              <a:avLst/>
              <a:gdLst>
                <a:gd name="connsiteX0" fmla="*/ 0 w 3168300"/>
                <a:gd name="connsiteY0" fmla="*/ 1952435 h 1952434"/>
                <a:gd name="connsiteX1" fmla="*/ 202121 w 3168300"/>
                <a:gd name="connsiteY1" fmla="*/ 1687068 h 1952434"/>
                <a:gd name="connsiteX2" fmla="*/ 545116 w 3168300"/>
                <a:gd name="connsiteY2" fmla="*/ 1450277 h 1952434"/>
                <a:gd name="connsiteX3" fmla="*/ 906780 w 3168300"/>
                <a:gd name="connsiteY3" fmla="*/ 1354455 h 1952434"/>
                <a:gd name="connsiteX4" fmla="*/ 1332262 w 3168300"/>
                <a:gd name="connsiteY4" fmla="*/ 1285304 h 1952434"/>
                <a:gd name="connsiteX5" fmla="*/ 1691259 w 3168300"/>
                <a:gd name="connsiteY5" fmla="*/ 1240060 h 1952434"/>
                <a:gd name="connsiteX6" fmla="*/ 2010346 w 3168300"/>
                <a:gd name="connsiteY6" fmla="*/ 1141667 h 1952434"/>
                <a:gd name="connsiteX7" fmla="*/ 2393252 w 3168300"/>
                <a:gd name="connsiteY7" fmla="*/ 1027271 h 1952434"/>
                <a:gd name="connsiteX8" fmla="*/ 2582037 w 3168300"/>
                <a:gd name="connsiteY8" fmla="*/ 958120 h 1952434"/>
                <a:gd name="connsiteX9" fmla="*/ 2760155 w 3168300"/>
                <a:gd name="connsiteY9" fmla="*/ 827723 h 1952434"/>
                <a:gd name="connsiteX10" fmla="*/ 2914364 w 3168300"/>
                <a:gd name="connsiteY10" fmla="*/ 567023 h 1952434"/>
                <a:gd name="connsiteX11" fmla="*/ 3168301 w 3168300"/>
                <a:gd name="connsiteY11" fmla="*/ 0 h 1952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68300" h="1952434">
                  <a:moveTo>
                    <a:pt x="0" y="1952435"/>
                  </a:moveTo>
                  <a:cubicBezTo>
                    <a:pt x="0" y="1952435"/>
                    <a:pt x="91059" y="1796415"/>
                    <a:pt x="202121" y="1687068"/>
                  </a:cubicBezTo>
                  <a:cubicBezTo>
                    <a:pt x="301943" y="1588675"/>
                    <a:pt x="416528" y="1505617"/>
                    <a:pt x="545116" y="1450277"/>
                  </a:cubicBezTo>
                  <a:cubicBezTo>
                    <a:pt x="659987" y="1400747"/>
                    <a:pt x="783622" y="1377601"/>
                    <a:pt x="906780" y="1354455"/>
                  </a:cubicBezTo>
                  <a:cubicBezTo>
                    <a:pt x="1048036" y="1327976"/>
                    <a:pt x="1189482" y="1301972"/>
                    <a:pt x="1332262" y="1285304"/>
                  </a:cubicBezTo>
                  <a:cubicBezTo>
                    <a:pt x="1452182" y="1271302"/>
                    <a:pt x="1573340" y="1265873"/>
                    <a:pt x="1691259" y="1240060"/>
                  </a:cubicBezTo>
                  <a:cubicBezTo>
                    <a:pt x="1800035" y="1216247"/>
                    <a:pt x="1904619" y="1176718"/>
                    <a:pt x="2010346" y="1141667"/>
                  </a:cubicBezTo>
                  <a:cubicBezTo>
                    <a:pt x="2136743" y="1099661"/>
                    <a:pt x="2265902" y="1066229"/>
                    <a:pt x="2393252" y="1027271"/>
                  </a:cubicBezTo>
                  <a:cubicBezTo>
                    <a:pt x="2457450" y="1007650"/>
                    <a:pt x="2521744" y="987552"/>
                    <a:pt x="2582037" y="958120"/>
                  </a:cubicBezTo>
                  <a:cubicBezTo>
                    <a:pt x="2648807" y="925449"/>
                    <a:pt x="2710815" y="883349"/>
                    <a:pt x="2760155" y="827723"/>
                  </a:cubicBezTo>
                  <a:cubicBezTo>
                    <a:pt x="2827496" y="751904"/>
                    <a:pt x="2867978" y="657511"/>
                    <a:pt x="2914364" y="567023"/>
                  </a:cubicBezTo>
                  <a:cubicBezTo>
                    <a:pt x="2972753" y="453200"/>
                    <a:pt x="3119152" y="118015"/>
                    <a:pt x="316830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9AD85F79-4ECA-CA81-E818-2DA05C6733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04778" y="2976752"/>
              <a:ext cx="3356800" cy="2452020"/>
            </a:xfrm>
            <a:custGeom>
              <a:avLst/>
              <a:gdLst>
                <a:gd name="connsiteX0" fmla="*/ 0 w 3356800"/>
                <a:gd name="connsiteY0" fmla="*/ 2452021 h 2452020"/>
                <a:gd name="connsiteX1" fmla="*/ 130874 w 3356800"/>
                <a:gd name="connsiteY1" fmla="*/ 2247710 h 2452020"/>
                <a:gd name="connsiteX2" fmla="*/ 437197 w 3356800"/>
                <a:gd name="connsiteY2" fmla="*/ 1941195 h 2452020"/>
                <a:gd name="connsiteX3" fmla="*/ 737140 w 3356800"/>
                <a:gd name="connsiteY3" fmla="*/ 1736884 h 2452020"/>
                <a:gd name="connsiteX4" fmla="*/ 1031843 w 3356800"/>
                <a:gd name="connsiteY4" fmla="*/ 1685068 h 2452020"/>
                <a:gd name="connsiteX5" fmla="*/ 1287304 w 3356800"/>
                <a:gd name="connsiteY5" fmla="*/ 1655826 h 2452020"/>
                <a:gd name="connsiteX6" fmla="*/ 1471994 w 3356800"/>
                <a:gd name="connsiteY6" fmla="*/ 1634300 h 2452020"/>
                <a:gd name="connsiteX7" fmla="*/ 1898237 w 3356800"/>
                <a:gd name="connsiteY7" fmla="*/ 1512665 h 2452020"/>
                <a:gd name="connsiteX8" fmla="*/ 2229136 w 3356800"/>
                <a:gd name="connsiteY8" fmla="*/ 1355598 h 2452020"/>
                <a:gd name="connsiteX9" fmla="*/ 2512314 w 3356800"/>
                <a:gd name="connsiteY9" fmla="*/ 1238631 h 2452020"/>
                <a:gd name="connsiteX10" fmla="*/ 2758535 w 3356800"/>
                <a:gd name="connsiteY10" fmla="*/ 1096994 h 2452020"/>
                <a:gd name="connsiteX11" fmla="*/ 2935510 w 3356800"/>
                <a:gd name="connsiteY11" fmla="*/ 919925 h 2452020"/>
                <a:gd name="connsiteX12" fmla="*/ 3081719 w 3356800"/>
                <a:gd name="connsiteY12" fmla="*/ 687419 h 2452020"/>
                <a:gd name="connsiteX13" fmla="*/ 3356800 w 3356800"/>
                <a:gd name="connsiteY13" fmla="*/ 0 h 2452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356800" h="2452020">
                  <a:moveTo>
                    <a:pt x="0" y="2452021"/>
                  </a:moveTo>
                  <a:cubicBezTo>
                    <a:pt x="0" y="2452021"/>
                    <a:pt x="57150" y="2344198"/>
                    <a:pt x="130874" y="2247710"/>
                  </a:cubicBezTo>
                  <a:cubicBezTo>
                    <a:pt x="218694" y="2132648"/>
                    <a:pt x="328136" y="2036635"/>
                    <a:pt x="437197" y="1941195"/>
                  </a:cubicBezTo>
                  <a:cubicBezTo>
                    <a:pt x="529304" y="1860709"/>
                    <a:pt x="623030" y="1779556"/>
                    <a:pt x="737140" y="1736884"/>
                  </a:cubicBezTo>
                  <a:cubicBezTo>
                    <a:pt x="830866" y="1701736"/>
                    <a:pt x="932021" y="1695450"/>
                    <a:pt x="1031843" y="1685068"/>
                  </a:cubicBezTo>
                  <a:cubicBezTo>
                    <a:pt x="1117092" y="1676210"/>
                    <a:pt x="1202055" y="1665160"/>
                    <a:pt x="1287304" y="1655826"/>
                  </a:cubicBezTo>
                  <a:cubicBezTo>
                    <a:pt x="1348931" y="1649063"/>
                    <a:pt x="1410653" y="1643539"/>
                    <a:pt x="1471994" y="1634300"/>
                  </a:cubicBezTo>
                  <a:cubicBezTo>
                    <a:pt x="1618679" y="1612011"/>
                    <a:pt x="1761935" y="1571149"/>
                    <a:pt x="1898237" y="1512665"/>
                  </a:cubicBezTo>
                  <a:cubicBezTo>
                    <a:pt x="2010442" y="1464564"/>
                    <a:pt x="2117503" y="1405128"/>
                    <a:pt x="2229136" y="1355598"/>
                  </a:cubicBezTo>
                  <a:cubicBezTo>
                    <a:pt x="2322481" y="1314164"/>
                    <a:pt x="2418969" y="1280160"/>
                    <a:pt x="2512314" y="1238631"/>
                  </a:cubicBezTo>
                  <a:cubicBezTo>
                    <a:pt x="2599087" y="1199960"/>
                    <a:pt x="2683193" y="1154811"/>
                    <a:pt x="2758535" y="1096994"/>
                  </a:cubicBezTo>
                  <a:cubicBezTo>
                    <a:pt x="2825020" y="1046035"/>
                    <a:pt x="2883789" y="985837"/>
                    <a:pt x="2935510" y="919925"/>
                  </a:cubicBezTo>
                  <a:cubicBezTo>
                    <a:pt x="2992184" y="847725"/>
                    <a:pt x="3039904" y="769144"/>
                    <a:pt x="3081719" y="687419"/>
                  </a:cubicBezTo>
                  <a:cubicBezTo>
                    <a:pt x="3138297" y="576739"/>
                    <a:pt x="3314129" y="116776"/>
                    <a:pt x="335680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 useBgFill="1">
        <p:nvSpPr>
          <p:cNvPr id="108" name="Rectangle 107">
            <a:extLst>
              <a:ext uri="{FF2B5EF4-FFF2-40B4-BE49-F238E27FC236}">
                <a16:creationId xmlns:a16="http://schemas.microsoft.com/office/drawing/2014/main" id="{79FAAE16-742A-66B2-D5D8-F6901ACCFF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9F8A6294-19E7-3415-A067-C3421F7F11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110" name="Top Left">
            <a:extLst>
              <a:ext uri="{FF2B5EF4-FFF2-40B4-BE49-F238E27FC236}">
                <a16:creationId xmlns:a16="http://schemas.microsoft.com/office/drawing/2014/main" id="{961A45A9-E1C1-AA36-C589-8142047605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-3086"/>
            <a:ext cx="2198951" cy="3349518"/>
            <a:chOff x="10849" y="-3086"/>
            <a:chExt cx="2198951" cy="3349518"/>
          </a:xfrm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9DA2086-C77F-55D9-464B-58A36FA8B3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35BB6CD1-0CB5-23D8-64CE-CDE809DE67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AA8DC26C-3E0B-CB5E-58F4-1F46E56BA3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091CE4E9-067C-C443-D1EE-DF8998DD1D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996B268E-E7A9-3758-4070-77876CE460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A9276221-9A36-873F-76B0-BAAB9BB2E1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9B646E1E-BF61-EC33-6242-98983DC14F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D2E29DA6-A79B-3952-3A93-C3966D530A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2" name="Title 11">
            <a:extLst>
              <a:ext uri="{FF2B5EF4-FFF2-40B4-BE49-F238E27FC236}">
                <a16:creationId xmlns:a16="http://schemas.microsoft.com/office/drawing/2014/main" id="{F68DD012-0A2C-3D5F-038F-00573C93A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8107" y="-4631"/>
            <a:ext cx="9988166" cy="166457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dirty="0"/>
              <a:t>Architecture of MobileNetV2</a:t>
            </a: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111" name="Bottom Right">
            <a:extLst>
              <a:ext uri="{FF2B5EF4-FFF2-40B4-BE49-F238E27FC236}">
                <a16:creationId xmlns:a16="http://schemas.microsoft.com/office/drawing/2014/main" id="{5F5FE528-FDAB-805A-7E13-0EF53D504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ADC30D12-E347-D203-08E0-383F6E112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39256" y="6178637"/>
              <a:ext cx="1482102" cy="67936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grpSp>
          <p:nvGrpSpPr>
            <p:cNvPr id="60" name="Graphic 157">
              <a:extLst>
                <a:ext uri="{FF2B5EF4-FFF2-40B4-BE49-F238E27FC236}">
                  <a16:creationId xmlns:a16="http://schemas.microsoft.com/office/drawing/2014/main" id="{B979A412-AA8A-2906-2B4F-E604501D02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DAA628FE-1EDF-AE26-725A-B299A049D44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EF7F7FCB-6476-D544-56EA-68F26AEA891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D499AAD3-108B-BCE4-5963-B92583CE6F0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9BACF119-402F-8F40-1CE8-3919FCC7E28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DC768CFB-4D0C-6B95-8A3B-F303FFDC55F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F2F6A1C3-7355-D349-A389-BC0D09CAFCB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FD91306D-DAD7-858A-8E1B-5B7766AFA82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C3A46BBF-95E0-3A63-0354-578AE87D74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86C087E-636B-CC96-F60D-2452860308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4494" y="1453141"/>
            <a:ext cx="9987523" cy="4895130"/>
          </a:xfrm>
          <a:prstGeom prst="round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algn="just">
              <a:lnSpc>
                <a:spcPct val="150000"/>
              </a:lnSpc>
              <a:buFont typeface="Avenir Next LT Pro" panose="020B0504020202020204" pitchFamily="34" charset="0"/>
              <a:buChar char="+"/>
            </a:pPr>
            <a:r>
              <a:rPr lang="en-US" dirty="0">
                <a:ea typeface="+mn-lt"/>
                <a:cs typeface="+mn-lt"/>
              </a:rPr>
              <a:t>MobileNetV2 was published in March 2019. It uses </a:t>
            </a:r>
            <a:r>
              <a:rPr lang="en-US" b="1" dirty="0">
                <a:ea typeface="+mn-lt"/>
                <a:cs typeface="+mn-lt"/>
              </a:rPr>
              <a:t>inverted residual layers</a:t>
            </a:r>
            <a:r>
              <a:rPr lang="en-US" dirty="0">
                <a:ea typeface="+mn-lt"/>
                <a:cs typeface="+mn-lt"/>
              </a:rPr>
              <a:t> and </a:t>
            </a:r>
            <a:r>
              <a:rPr lang="en-US" b="1" dirty="0">
                <a:ea typeface="+mn-lt"/>
                <a:cs typeface="+mn-lt"/>
              </a:rPr>
              <a:t>linear bottlenecks</a:t>
            </a:r>
            <a:r>
              <a:rPr lang="en-US" dirty="0">
                <a:ea typeface="+mn-lt"/>
                <a:cs typeface="+mn-lt"/>
              </a:rPr>
              <a:t>.</a:t>
            </a:r>
          </a:p>
          <a:p>
            <a:pPr indent="-228600" algn="just">
              <a:lnSpc>
                <a:spcPct val="150000"/>
              </a:lnSpc>
              <a:buFont typeface="Avenir Next LT Pro" panose="020B0504020202020204" pitchFamily="34" charset="0"/>
              <a:buChar char="+"/>
            </a:pPr>
            <a:r>
              <a:rPr lang="en-US" b="1" dirty="0">
                <a:ea typeface="+mn-lt"/>
                <a:cs typeface="+mn-lt"/>
              </a:rPr>
              <a:t>Inverted residuals</a:t>
            </a:r>
            <a:r>
              <a:rPr lang="en-US" dirty="0">
                <a:ea typeface="+mn-lt"/>
                <a:cs typeface="+mn-lt"/>
              </a:rPr>
              <a:t> modify the traditional residual block structure. Instead of compressing the input channels before the depth-wise convolution, they expand them. This expansion is followed by a 1 × 1 depth-wise convolution and then a 1 × 1 projection layer that reduces the number of channels back down. </a:t>
            </a:r>
            <a:endParaRPr lang="en-US"/>
          </a:p>
          <a:p>
            <a:pPr indent="-228600" algn="just">
              <a:lnSpc>
                <a:spcPct val="150000"/>
              </a:lnSpc>
              <a:buFont typeface="Avenir Next LT Pro" panose="020B0504020202020204" pitchFamily="34" charset="0"/>
              <a:buChar char="+"/>
            </a:pPr>
            <a:r>
              <a:rPr lang="en-US" dirty="0">
                <a:ea typeface="+mn-lt"/>
                <a:cs typeface="+mn-lt"/>
              </a:rPr>
              <a:t>This inverted structure helps to maintain representational capacity by allowing the depth-wise convolution to operate on a higher-dimensional feature space, thus preserving more information flow during the convolutional process.</a:t>
            </a:r>
            <a:endParaRPr lang="en-US"/>
          </a:p>
          <a:p>
            <a:pPr indent="-228600" algn="just">
              <a:lnSpc>
                <a:spcPct val="150000"/>
              </a:lnSpc>
              <a:buFont typeface="Avenir Next LT Pro" panose="020B0504020202020204" pitchFamily="34" charset="0"/>
              <a:buChar char="+"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755649-4B94-9E56-ED1C-EFC5D0B6D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6000" y="6356350"/>
            <a:ext cx="1447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73B850FF-6169-4056-8077-06FFA93A5366}" type="slidenum">
              <a:rPr lang="en-US" cap="all" smtClean="0">
                <a:cs typeface="Segoe UI Semilight" panose="020B0402040204020203" pitchFamily="34" charset="0"/>
              </a:rPr>
              <a:pPr>
                <a:spcAft>
                  <a:spcPts val="600"/>
                </a:spcAft>
              </a:pPr>
              <a:t>19</a:t>
            </a:fld>
            <a:endParaRPr lang="en-US" cap="all">
              <a:cs typeface="Segoe UI Semilight" panose="020B04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77675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896769-4177-5FC1-7FDF-7F8B295D5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 101">
            <a:extLst>
              <a:ext uri="{FF2B5EF4-FFF2-40B4-BE49-F238E27FC236}">
                <a16:creationId xmlns:a16="http://schemas.microsoft.com/office/drawing/2014/main" id="{CDF6627E-3DE9-E32B-721F-6CE62735E7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03" name="Freeform: Shape 102">
            <a:extLst>
              <a:ext uri="{FF2B5EF4-FFF2-40B4-BE49-F238E27FC236}">
                <a16:creationId xmlns:a16="http://schemas.microsoft.com/office/drawing/2014/main" id="{D248452C-23BD-207B-62CB-C797885BE1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692844" y="-3086"/>
            <a:ext cx="1326111" cy="59760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rPr>
              <a:t> </a:t>
            </a:r>
          </a:p>
        </p:txBody>
      </p:sp>
      <p:sp>
        <p:nvSpPr>
          <p:cNvPr id="104" name="Freeform: Shape 103">
            <a:extLst>
              <a:ext uri="{FF2B5EF4-FFF2-40B4-BE49-F238E27FC236}">
                <a16:creationId xmlns:a16="http://schemas.microsoft.com/office/drawing/2014/main" id="{B53D0841-4087-BAD3-7AE4-F5C7048D30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9256" y="6172200"/>
            <a:ext cx="1482102" cy="67936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rPr>
              <a:t> </a:t>
            </a:r>
          </a:p>
        </p:txBody>
      </p:sp>
      <p:sp>
        <p:nvSpPr>
          <p:cNvPr id="105" name="Freeform: Shape 104">
            <a:extLst>
              <a:ext uri="{FF2B5EF4-FFF2-40B4-BE49-F238E27FC236}">
                <a16:creationId xmlns:a16="http://schemas.microsoft.com/office/drawing/2014/main" id="{60F65081-0F43-9123-1F2E-975EABC8E3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7352" y="5197178"/>
            <a:ext cx="4211600" cy="1660822"/>
          </a:xfrm>
          <a:custGeom>
            <a:avLst/>
            <a:gdLst>
              <a:gd name="connsiteX0" fmla="*/ 4211600 w 4211600"/>
              <a:gd name="connsiteY0" fmla="*/ 0 h 1660822"/>
              <a:gd name="connsiteX1" fmla="*/ 4211600 w 4211600"/>
              <a:gd name="connsiteY1" fmla="*/ 58430 h 1660822"/>
              <a:gd name="connsiteX2" fmla="*/ 4136524 w 4211600"/>
              <a:gd name="connsiteY2" fmla="*/ 208808 h 1660822"/>
              <a:gd name="connsiteX3" fmla="*/ 3973354 w 4211600"/>
              <a:gd name="connsiteY3" fmla="*/ 437313 h 1660822"/>
              <a:gd name="connsiteX4" fmla="*/ 3884746 w 4211600"/>
              <a:gd name="connsiteY4" fmla="*/ 553613 h 1660822"/>
              <a:gd name="connsiteX5" fmla="*/ 3849435 w 4211600"/>
              <a:gd name="connsiteY5" fmla="*/ 603143 h 1660822"/>
              <a:gd name="connsiteX6" fmla="*/ 3661849 w 4211600"/>
              <a:gd name="connsiteY6" fmla="*/ 819075 h 1660822"/>
              <a:gd name="connsiteX7" fmla="*/ 3402589 w 4211600"/>
              <a:gd name="connsiteY7" fmla="*/ 952996 h 1660822"/>
              <a:gd name="connsiteX8" fmla="*/ 3130202 w 4211600"/>
              <a:gd name="connsiteY8" fmla="*/ 1023386 h 1660822"/>
              <a:gd name="connsiteX9" fmla="*/ 2914657 w 4211600"/>
              <a:gd name="connsiteY9" fmla="*/ 1068058 h 1660822"/>
              <a:gd name="connsiteX10" fmla="*/ 2582149 w 4211600"/>
              <a:gd name="connsiteY10" fmla="*/ 1138924 h 1660822"/>
              <a:gd name="connsiteX11" fmla="*/ 2483958 w 4211600"/>
              <a:gd name="connsiteY11" fmla="*/ 1162356 h 1660822"/>
              <a:gd name="connsiteX12" fmla="*/ 2123750 w 4211600"/>
              <a:gd name="connsiteY12" fmla="*/ 1238651 h 1660822"/>
              <a:gd name="connsiteX13" fmla="*/ 1761444 w 4211600"/>
              <a:gd name="connsiteY13" fmla="*/ 1273417 h 1660822"/>
              <a:gd name="connsiteX14" fmla="*/ 1608382 w 4211600"/>
              <a:gd name="connsiteY14" fmla="*/ 1284466 h 1660822"/>
              <a:gd name="connsiteX15" fmla="*/ 999942 w 4211600"/>
              <a:gd name="connsiteY15" fmla="*/ 1354284 h 1660822"/>
              <a:gd name="connsiteX16" fmla="*/ 484705 w 4211600"/>
              <a:gd name="connsiteY16" fmla="*/ 1450487 h 1660822"/>
              <a:gd name="connsiteX17" fmla="*/ 113310 w 4211600"/>
              <a:gd name="connsiteY17" fmla="*/ 1613700 h 1660822"/>
              <a:gd name="connsiteX18" fmla="*/ 39668 w 4211600"/>
              <a:gd name="connsiteY18" fmla="*/ 1660822 h 1660822"/>
              <a:gd name="connsiteX19" fmla="*/ 0 w 4211600"/>
              <a:gd name="connsiteY19" fmla="*/ 1660822 h 1660822"/>
              <a:gd name="connsiteX20" fmla="*/ 96701 w 4211600"/>
              <a:gd name="connsiteY20" fmla="*/ 1598934 h 1660822"/>
              <a:gd name="connsiteX21" fmla="*/ 474335 w 4211600"/>
              <a:gd name="connsiteY21" fmla="*/ 1433056 h 1660822"/>
              <a:gd name="connsiteX22" fmla="*/ 994299 w 4211600"/>
              <a:gd name="connsiteY22" fmla="*/ 1335806 h 1660822"/>
              <a:gd name="connsiteX23" fmla="*/ 1605231 w 4211600"/>
              <a:gd name="connsiteY23" fmla="*/ 1265702 h 1660822"/>
              <a:gd name="connsiteX24" fmla="*/ 1758819 w 4211600"/>
              <a:gd name="connsiteY24" fmla="*/ 1254558 h 1660822"/>
              <a:gd name="connsiteX25" fmla="*/ 2118106 w 4211600"/>
              <a:gd name="connsiteY25" fmla="*/ 1220077 h 1660822"/>
              <a:gd name="connsiteX26" fmla="*/ 2475557 w 4211600"/>
              <a:gd name="connsiteY26" fmla="*/ 1144353 h 1660822"/>
              <a:gd name="connsiteX27" fmla="*/ 2573878 w 4211600"/>
              <a:gd name="connsiteY27" fmla="*/ 1120827 h 1660822"/>
              <a:gd name="connsiteX28" fmla="*/ 2907437 w 4211600"/>
              <a:gd name="connsiteY28" fmla="*/ 1049675 h 1660822"/>
              <a:gd name="connsiteX29" fmla="*/ 3122589 w 4211600"/>
              <a:gd name="connsiteY29" fmla="*/ 1005098 h 1660822"/>
              <a:gd name="connsiteX30" fmla="*/ 3391169 w 4211600"/>
              <a:gd name="connsiteY30" fmla="*/ 935756 h 1660822"/>
              <a:gd name="connsiteX31" fmla="*/ 3642290 w 4211600"/>
              <a:gd name="connsiteY31" fmla="*/ 806216 h 1660822"/>
              <a:gd name="connsiteX32" fmla="*/ 3825937 w 4211600"/>
              <a:gd name="connsiteY32" fmla="*/ 594475 h 1660822"/>
              <a:gd name="connsiteX33" fmla="*/ 3861381 w 4211600"/>
              <a:gd name="connsiteY33" fmla="*/ 544755 h 1660822"/>
              <a:gd name="connsiteX34" fmla="*/ 3950381 w 4211600"/>
              <a:gd name="connsiteY34" fmla="*/ 427978 h 1660822"/>
              <a:gd name="connsiteX35" fmla="*/ 4112370 w 4211600"/>
              <a:gd name="connsiteY35" fmla="*/ 201378 h 1660822"/>
              <a:gd name="connsiteX36" fmla="*/ 4195989 w 4211600"/>
              <a:gd name="connsiteY36" fmla="*/ 33834 h 1660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211600" h="1660822">
                <a:moveTo>
                  <a:pt x="4211600" y="0"/>
                </a:moveTo>
                <a:lnTo>
                  <a:pt x="4211600" y="58430"/>
                </a:lnTo>
                <a:lnTo>
                  <a:pt x="4136524" y="208808"/>
                </a:lnTo>
                <a:cubicBezTo>
                  <a:pt x="4089791" y="287770"/>
                  <a:pt x="4030588" y="363780"/>
                  <a:pt x="3973354" y="437313"/>
                </a:cubicBezTo>
                <a:cubicBezTo>
                  <a:pt x="3943819" y="475222"/>
                  <a:pt x="3913231" y="514465"/>
                  <a:pt x="3884746" y="553613"/>
                </a:cubicBezTo>
                <a:cubicBezTo>
                  <a:pt x="3872801" y="569996"/>
                  <a:pt x="3861119" y="586569"/>
                  <a:pt x="3849435" y="603143"/>
                </a:cubicBezTo>
                <a:cubicBezTo>
                  <a:pt x="3796665" y="678009"/>
                  <a:pt x="3742187" y="755352"/>
                  <a:pt x="3661849" y="819075"/>
                </a:cubicBezTo>
                <a:cubicBezTo>
                  <a:pt x="3596214" y="871176"/>
                  <a:pt x="3509050" y="916230"/>
                  <a:pt x="3402589" y="952996"/>
                </a:cubicBezTo>
                <a:cubicBezTo>
                  <a:pt x="3312406" y="984048"/>
                  <a:pt x="3215660" y="1005003"/>
                  <a:pt x="3130202" y="1023386"/>
                </a:cubicBezTo>
                <a:cubicBezTo>
                  <a:pt x="3058529" y="1038816"/>
                  <a:pt x="2985412" y="1053675"/>
                  <a:pt x="2914657" y="1068058"/>
                </a:cubicBezTo>
                <a:cubicBezTo>
                  <a:pt x="2805176" y="1090251"/>
                  <a:pt x="2692021" y="1113207"/>
                  <a:pt x="2582149" y="1138924"/>
                </a:cubicBezTo>
                <a:cubicBezTo>
                  <a:pt x="2549330" y="1146639"/>
                  <a:pt x="2516644" y="1154450"/>
                  <a:pt x="2483958" y="1162356"/>
                </a:cubicBezTo>
                <a:cubicBezTo>
                  <a:pt x="2367257" y="1190550"/>
                  <a:pt x="2246621" y="1219601"/>
                  <a:pt x="2123750" y="1238651"/>
                </a:cubicBezTo>
                <a:cubicBezTo>
                  <a:pt x="2004294" y="1257129"/>
                  <a:pt x="1880769" y="1265416"/>
                  <a:pt x="1761444" y="1273417"/>
                </a:cubicBezTo>
                <a:cubicBezTo>
                  <a:pt x="1711167" y="1276751"/>
                  <a:pt x="1659184" y="1280275"/>
                  <a:pt x="1608382" y="1284466"/>
                </a:cubicBezTo>
                <a:cubicBezTo>
                  <a:pt x="1408589" y="1300944"/>
                  <a:pt x="1214570" y="1325805"/>
                  <a:pt x="999942" y="1354284"/>
                </a:cubicBezTo>
                <a:cubicBezTo>
                  <a:pt x="826403" y="1377240"/>
                  <a:pt x="647744" y="1400957"/>
                  <a:pt x="484705" y="1450487"/>
                </a:cubicBezTo>
                <a:cubicBezTo>
                  <a:pt x="355831" y="1489635"/>
                  <a:pt x="231387" y="1544374"/>
                  <a:pt x="113310" y="1613700"/>
                </a:cubicBezTo>
                <a:lnTo>
                  <a:pt x="39668" y="1660822"/>
                </a:lnTo>
                <a:lnTo>
                  <a:pt x="0" y="1660822"/>
                </a:lnTo>
                <a:lnTo>
                  <a:pt x="96701" y="1598934"/>
                </a:lnTo>
                <a:cubicBezTo>
                  <a:pt x="216635" y="1528533"/>
                  <a:pt x="343196" y="1472919"/>
                  <a:pt x="474335" y="1433056"/>
                </a:cubicBezTo>
                <a:cubicBezTo>
                  <a:pt x="639999" y="1382669"/>
                  <a:pt x="820102" y="1358856"/>
                  <a:pt x="994299" y="1335806"/>
                </a:cubicBezTo>
                <a:cubicBezTo>
                  <a:pt x="1210239" y="1307231"/>
                  <a:pt x="1404650" y="1282275"/>
                  <a:pt x="1605231" y="1265702"/>
                </a:cubicBezTo>
                <a:cubicBezTo>
                  <a:pt x="1656428" y="1261511"/>
                  <a:pt x="1708411" y="1257987"/>
                  <a:pt x="1758819" y="1254558"/>
                </a:cubicBezTo>
                <a:cubicBezTo>
                  <a:pt x="1877487" y="1246557"/>
                  <a:pt x="2000094" y="1238365"/>
                  <a:pt x="2118106" y="1220077"/>
                </a:cubicBezTo>
                <a:cubicBezTo>
                  <a:pt x="2239531" y="1201313"/>
                  <a:pt x="2359513" y="1172357"/>
                  <a:pt x="2475557" y="1144353"/>
                </a:cubicBezTo>
                <a:cubicBezTo>
                  <a:pt x="2508243" y="1136448"/>
                  <a:pt x="2541060" y="1128542"/>
                  <a:pt x="2573878" y="1120827"/>
                </a:cubicBezTo>
                <a:cubicBezTo>
                  <a:pt x="2684276" y="1094919"/>
                  <a:pt x="2797694" y="1071963"/>
                  <a:pt x="2907437" y="1049675"/>
                </a:cubicBezTo>
                <a:cubicBezTo>
                  <a:pt x="2978061" y="1035387"/>
                  <a:pt x="3051178" y="1020528"/>
                  <a:pt x="3122589" y="1005098"/>
                </a:cubicBezTo>
                <a:cubicBezTo>
                  <a:pt x="3206997" y="986810"/>
                  <a:pt x="3302823" y="966141"/>
                  <a:pt x="3391169" y="935756"/>
                </a:cubicBezTo>
                <a:cubicBezTo>
                  <a:pt x="3494479" y="900132"/>
                  <a:pt x="3578886" y="856508"/>
                  <a:pt x="3642290" y="806216"/>
                </a:cubicBezTo>
                <a:cubicBezTo>
                  <a:pt x="3720133" y="744303"/>
                  <a:pt x="3773953" y="668103"/>
                  <a:pt x="3825937" y="594475"/>
                </a:cubicBezTo>
                <a:cubicBezTo>
                  <a:pt x="3837621" y="577902"/>
                  <a:pt x="3849435" y="561233"/>
                  <a:pt x="3861381" y="544755"/>
                </a:cubicBezTo>
                <a:cubicBezTo>
                  <a:pt x="3889997" y="505416"/>
                  <a:pt x="3920715" y="465983"/>
                  <a:pt x="3950381" y="427978"/>
                </a:cubicBezTo>
                <a:cubicBezTo>
                  <a:pt x="4007353" y="354921"/>
                  <a:pt x="4066163" y="279388"/>
                  <a:pt x="4112370" y="201378"/>
                </a:cubicBezTo>
                <a:cubicBezTo>
                  <a:pt x="4144662" y="146800"/>
                  <a:pt x="4170785" y="89364"/>
                  <a:pt x="4195989" y="3383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06" name="Graphic 141">
            <a:extLst>
              <a:ext uri="{FF2B5EF4-FFF2-40B4-BE49-F238E27FC236}">
                <a16:creationId xmlns:a16="http://schemas.microsoft.com/office/drawing/2014/main" id="{13124EDE-5545-0955-2EAC-F7501031E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15178"/>
            <a:ext cx="2198951" cy="3331254"/>
            <a:chOff x="4473129" y="923925"/>
            <a:chExt cx="3308947" cy="5012817"/>
          </a:xfrm>
          <a:noFill/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CA07D244-37F8-30B3-DD17-C8CF5DA99B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85988" y="924020"/>
              <a:ext cx="3296088" cy="5012722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A0C77F87-40E7-35CF-1769-E694FD8A3D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923925"/>
              <a:ext cx="2977477" cy="462714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5948EEA1-FABD-FD21-973F-009465C07D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94561" y="923925"/>
              <a:ext cx="2356712" cy="4118991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3EC7137F-3FE5-DC5B-B3E3-AC47DBB61A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923925"/>
              <a:ext cx="2059193" cy="3980116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9C9BA00-F395-48CF-1482-4B5BE973CF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85131" y="1719357"/>
              <a:ext cx="743796" cy="2867501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9CB10057-55BE-EED7-105A-4123965132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1912731"/>
              <a:ext cx="597294" cy="2543540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19522D6-960C-3559-E48B-ACCA4B6679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91417" y="2227197"/>
              <a:ext cx="389425" cy="2011236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07" name="Graphic 157">
            <a:extLst>
              <a:ext uri="{FF2B5EF4-FFF2-40B4-BE49-F238E27FC236}">
                <a16:creationId xmlns:a16="http://schemas.microsoft.com/office/drawing/2014/main" id="{0CF8EDAC-86E8-3783-F643-092092CA70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610600" y="3276600"/>
            <a:ext cx="3529260" cy="3581398"/>
            <a:chOff x="4114800" y="1423987"/>
            <a:chExt cx="3961542" cy="4007547"/>
          </a:xfrm>
          <a:noFill/>
        </p:grpSpPr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39A635C1-319F-88FD-3052-F5B1086F79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114800" y="1423987"/>
              <a:ext cx="3946874" cy="3989641"/>
            </a:xfrm>
            <a:custGeom>
              <a:avLst/>
              <a:gdLst>
                <a:gd name="connsiteX0" fmla="*/ 0 w 3946874"/>
                <a:gd name="connsiteY0" fmla="*/ 3989641 h 3989641"/>
                <a:gd name="connsiteX1" fmla="*/ 79439 w 3946874"/>
                <a:gd name="connsiteY1" fmla="*/ 3891153 h 3989641"/>
                <a:gd name="connsiteX2" fmla="*/ 297371 w 3946874"/>
                <a:gd name="connsiteY2" fmla="*/ 3626930 h 3989641"/>
                <a:gd name="connsiteX3" fmla="*/ 454343 w 3946874"/>
                <a:gd name="connsiteY3" fmla="*/ 3440335 h 3989641"/>
                <a:gd name="connsiteX4" fmla="*/ 622363 w 3946874"/>
                <a:gd name="connsiteY4" fmla="*/ 3290697 h 3989641"/>
                <a:gd name="connsiteX5" fmla="*/ 927068 w 3946874"/>
                <a:gd name="connsiteY5" fmla="*/ 3087434 h 3989641"/>
                <a:gd name="connsiteX6" fmla="*/ 1176338 w 3946874"/>
                <a:gd name="connsiteY6" fmla="*/ 2915603 h 3989641"/>
                <a:gd name="connsiteX7" fmla="*/ 1394270 w 3946874"/>
                <a:gd name="connsiteY7" fmla="*/ 2780729 h 3989641"/>
                <a:gd name="connsiteX8" fmla="*/ 1601057 w 3946874"/>
                <a:gd name="connsiteY8" fmla="*/ 2723483 h 3989641"/>
                <a:gd name="connsiteX9" fmla="*/ 1756220 w 3946874"/>
                <a:gd name="connsiteY9" fmla="*/ 2743772 h 3989641"/>
                <a:gd name="connsiteX10" fmla="*/ 1889189 w 3946874"/>
                <a:gd name="connsiteY10" fmla="*/ 2765965 h 3989641"/>
                <a:gd name="connsiteX11" fmla="*/ 2007394 w 3946874"/>
                <a:gd name="connsiteY11" fmla="*/ 2765965 h 3989641"/>
                <a:gd name="connsiteX12" fmla="*/ 2184654 w 3946874"/>
                <a:gd name="connsiteY12" fmla="*/ 2671763 h 3989641"/>
                <a:gd name="connsiteX13" fmla="*/ 2372773 w 3946874"/>
                <a:gd name="connsiteY13" fmla="*/ 2538984 h 3989641"/>
                <a:gd name="connsiteX14" fmla="*/ 2439543 w 3946874"/>
                <a:gd name="connsiteY14" fmla="*/ 2510504 h 3989641"/>
                <a:gd name="connsiteX15" fmla="*/ 2650617 w 3946874"/>
                <a:gd name="connsiteY15" fmla="*/ 2434781 h 3989641"/>
                <a:gd name="connsiteX16" fmla="*/ 2785110 w 3946874"/>
                <a:gd name="connsiteY16" fmla="*/ 2383060 h 3989641"/>
                <a:gd name="connsiteX17" fmla="*/ 2897315 w 3946874"/>
                <a:gd name="connsiteY17" fmla="*/ 2318861 h 3989641"/>
                <a:gd name="connsiteX18" fmla="*/ 2997994 w 3946874"/>
                <a:gd name="connsiteY18" fmla="*/ 2226183 h 3989641"/>
                <a:gd name="connsiteX19" fmla="*/ 3061240 w 3946874"/>
                <a:gd name="connsiteY19" fmla="*/ 2141506 h 3989641"/>
                <a:gd name="connsiteX20" fmla="*/ 3152108 w 3946874"/>
                <a:gd name="connsiteY20" fmla="*/ 2005203 h 3989641"/>
                <a:gd name="connsiteX21" fmla="*/ 3274124 w 3946874"/>
                <a:gd name="connsiteY21" fmla="*/ 1871567 h 3989641"/>
                <a:gd name="connsiteX22" fmla="*/ 3388138 w 3946874"/>
                <a:gd name="connsiteY22" fmla="*/ 1770888 h 3989641"/>
                <a:gd name="connsiteX23" fmla="*/ 3466529 w 3946874"/>
                <a:gd name="connsiteY23" fmla="*/ 1679162 h 3989641"/>
                <a:gd name="connsiteX24" fmla="*/ 3538633 w 3946874"/>
                <a:gd name="connsiteY24" fmla="*/ 1551718 h 3989641"/>
                <a:gd name="connsiteX25" fmla="*/ 3588544 w 3946874"/>
                <a:gd name="connsiteY25" fmla="*/ 1376172 h 3989641"/>
                <a:gd name="connsiteX26" fmla="*/ 3597402 w 3946874"/>
                <a:gd name="connsiteY26" fmla="*/ 1293305 h 3989641"/>
                <a:gd name="connsiteX27" fmla="*/ 3721227 w 3946874"/>
                <a:gd name="connsiteY27" fmla="*/ 880491 h 3989641"/>
                <a:gd name="connsiteX28" fmla="*/ 3761137 w 3946874"/>
                <a:gd name="connsiteY28" fmla="*/ 463677 h 3989641"/>
                <a:gd name="connsiteX29" fmla="*/ 3946874 w 3946874"/>
                <a:gd name="connsiteY29" fmla="*/ 0 h 3989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946874" h="3989641">
                  <a:moveTo>
                    <a:pt x="0" y="3989641"/>
                  </a:moveTo>
                  <a:cubicBezTo>
                    <a:pt x="19050" y="3957257"/>
                    <a:pt x="50959" y="3916013"/>
                    <a:pt x="79439" y="3891153"/>
                  </a:cubicBezTo>
                  <a:cubicBezTo>
                    <a:pt x="165544" y="3815906"/>
                    <a:pt x="227933" y="3717989"/>
                    <a:pt x="297371" y="3626930"/>
                  </a:cubicBezTo>
                  <a:cubicBezTo>
                    <a:pt x="346615" y="3562255"/>
                    <a:pt x="398050" y="3499009"/>
                    <a:pt x="454343" y="3440335"/>
                  </a:cubicBezTo>
                  <a:cubicBezTo>
                    <a:pt x="506349" y="3386042"/>
                    <a:pt x="562642" y="3336227"/>
                    <a:pt x="622363" y="3290697"/>
                  </a:cubicBezTo>
                  <a:cubicBezTo>
                    <a:pt x="719519" y="3216688"/>
                    <a:pt x="824960" y="3154585"/>
                    <a:pt x="927068" y="3087434"/>
                  </a:cubicBezTo>
                  <a:cubicBezTo>
                    <a:pt x="1011365" y="3031998"/>
                    <a:pt x="1093565" y="2973324"/>
                    <a:pt x="1176338" y="2915603"/>
                  </a:cubicBezTo>
                  <a:cubicBezTo>
                    <a:pt x="1246537" y="2866644"/>
                    <a:pt x="1317308" y="2818066"/>
                    <a:pt x="1394270" y="2780729"/>
                  </a:cubicBezTo>
                  <a:cubicBezTo>
                    <a:pt x="1459421" y="2749106"/>
                    <a:pt x="1528763" y="2724436"/>
                    <a:pt x="1601057" y="2723483"/>
                  </a:cubicBezTo>
                  <a:cubicBezTo>
                    <a:pt x="1653350" y="2722721"/>
                    <a:pt x="1704785" y="2733485"/>
                    <a:pt x="1756220" y="2743772"/>
                  </a:cubicBezTo>
                  <a:cubicBezTo>
                    <a:pt x="1800320" y="2752630"/>
                    <a:pt x="1844612" y="2760250"/>
                    <a:pt x="1889189" y="2765965"/>
                  </a:cubicBezTo>
                  <a:cubicBezTo>
                    <a:pt x="1928622" y="2771013"/>
                    <a:pt x="1968437" y="2773299"/>
                    <a:pt x="2007394" y="2765965"/>
                  </a:cubicBezTo>
                  <a:cubicBezTo>
                    <a:pt x="2073878" y="2753487"/>
                    <a:pt x="2130647" y="2712911"/>
                    <a:pt x="2184654" y="2671763"/>
                  </a:cubicBezTo>
                  <a:cubicBezTo>
                    <a:pt x="2245900" y="2625090"/>
                    <a:pt x="2304002" y="2573465"/>
                    <a:pt x="2372773" y="2538984"/>
                  </a:cubicBezTo>
                  <a:cubicBezTo>
                    <a:pt x="2394395" y="2528126"/>
                    <a:pt x="2416874" y="2518982"/>
                    <a:pt x="2439543" y="2510504"/>
                  </a:cubicBezTo>
                  <a:cubicBezTo>
                    <a:pt x="2509552" y="2484215"/>
                    <a:pt x="2580037" y="2459450"/>
                    <a:pt x="2650617" y="2434781"/>
                  </a:cubicBezTo>
                  <a:cubicBezTo>
                    <a:pt x="2695956" y="2418874"/>
                    <a:pt x="2741295" y="2402872"/>
                    <a:pt x="2785110" y="2383060"/>
                  </a:cubicBezTo>
                  <a:cubicBezTo>
                    <a:pt x="2824448" y="2365248"/>
                    <a:pt x="2862358" y="2344198"/>
                    <a:pt x="2897315" y="2318861"/>
                  </a:cubicBezTo>
                  <a:cubicBezTo>
                    <a:pt x="2934367" y="2292096"/>
                    <a:pt x="2968085" y="2260854"/>
                    <a:pt x="2997994" y="2226183"/>
                  </a:cubicBezTo>
                  <a:cubicBezTo>
                    <a:pt x="3020949" y="2199513"/>
                    <a:pt x="3041714" y="2170938"/>
                    <a:pt x="3061240" y="2141506"/>
                  </a:cubicBezTo>
                  <a:cubicBezTo>
                    <a:pt x="3091529" y="2095976"/>
                    <a:pt x="3119533" y="2049018"/>
                    <a:pt x="3152108" y="2005203"/>
                  </a:cubicBezTo>
                  <a:cubicBezTo>
                    <a:pt x="3188113" y="1956626"/>
                    <a:pt x="3229261" y="1912144"/>
                    <a:pt x="3274124" y="1871567"/>
                  </a:cubicBezTo>
                  <a:cubicBezTo>
                    <a:pt x="3311747" y="1837563"/>
                    <a:pt x="3351848" y="1806321"/>
                    <a:pt x="3388138" y="1770888"/>
                  </a:cubicBezTo>
                  <a:cubicBezTo>
                    <a:pt x="3416999" y="1742694"/>
                    <a:pt x="3443002" y="1711833"/>
                    <a:pt x="3466529" y="1679162"/>
                  </a:cubicBezTo>
                  <a:cubicBezTo>
                    <a:pt x="3495008" y="1639348"/>
                    <a:pt x="3519392" y="1596771"/>
                    <a:pt x="3538633" y="1551718"/>
                  </a:cubicBezTo>
                  <a:cubicBezTo>
                    <a:pt x="3562731" y="1495616"/>
                    <a:pt x="3578924" y="1436465"/>
                    <a:pt x="3588544" y="1376172"/>
                  </a:cubicBezTo>
                  <a:cubicBezTo>
                    <a:pt x="3592925" y="1348740"/>
                    <a:pt x="3595688" y="1321022"/>
                    <a:pt x="3597402" y="1293305"/>
                  </a:cubicBezTo>
                  <a:cubicBezTo>
                    <a:pt x="3605974" y="1155859"/>
                    <a:pt x="3717703" y="1018127"/>
                    <a:pt x="3721227" y="880491"/>
                  </a:cubicBezTo>
                  <a:cubicBezTo>
                    <a:pt x="3724751" y="740855"/>
                    <a:pt x="3743135" y="602171"/>
                    <a:pt x="3761137" y="463677"/>
                  </a:cubicBezTo>
                  <a:cubicBezTo>
                    <a:pt x="3776186" y="347758"/>
                    <a:pt x="3934968" y="116205"/>
                    <a:pt x="3946874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5FBE4EF6-84E8-CA73-BABC-8A8223A997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95978" y="2441733"/>
              <a:ext cx="3665410" cy="2985611"/>
            </a:xfrm>
            <a:custGeom>
              <a:avLst/>
              <a:gdLst>
                <a:gd name="connsiteX0" fmla="*/ 0 w 3665410"/>
                <a:gd name="connsiteY0" fmla="*/ 2985611 h 2985611"/>
                <a:gd name="connsiteX1" fmla="*/ 166211 w 3665410"/>
                <a:gd name="connsiteY1" fmla="*/ 2699766 h 2985611"/>
                <a:gd name="connsiteX2" fmla="*/ 397002 w 3665410"/>
                <a:gd name="connsiteY2" fmla="*/ 2414969 h 2985611"/>
                <a:gd name="connsiteX3" fmla="*/ 620173 w 3665410"/>
                <a:gd name="connsiteY3" fmla="*/ 2237899 h 2985611"/>
                <a:gd name="connsiteX4" fmla="*/ 823341 w 3665410"/>
                <a:gd name="connsiteY4" fmla="*/ 2085499 h 2985611"/>
                <a:gd name="connsiteX5" fmla="*/ 1089565 w 3665410"/>
                <a:gd name="connsiteY5" fmla="*/ 1911477 h 2985611"/>
                <a:gd name="connsiteX6" fmla="*/ 1145000 w 3665410"/>
                <a:gd name="connsiteY6" fmla="*/ 1886807 h 2985611"/>
                <a:gd name="connsiteX7" fmla="*/ 1375791 w 3665410"/>
                <a:gd name="connsiteY7" fmla="*/ 1842135 h 2985611"/>
                <a:gd name="connsiteX8" fmla="*/ 1486567 w 3665410"/>
                <a:gd name="connsiteY8" fmla="*/ 1857566 h 2985611"/>
                <a:gd name="connsiteX9" fmla="*/ 1568101 w 3665410"/>
                <a:gd name="connsiteY9" fmla="*/ 1871377 h 2985611"/>
                <a:gd name="connsiteX10" fmla="*/ 1810607 w 3665410"/>
                <a:gd name="connsiteY10" fmla="*/ 1871377 h 2985611"/>
                <a:gd name="connsiteX11" fmla="*/ 1997964 w 3665410"/>
                <a:gd name="connsiteY11" fmla="*/ 1790605 h 2985611"/>
                <a:gd name="connsiteX12" fmla="*/ 2109883 w 3665410"/>
                <a:gd name="connsiteY12" fmla="*/ 1702784 h 2985611"/>
                <a:gd name="connsiteX13" fmla="*/ 2321433 w 3665410"/>
                <a:gd name="connsiteY13" fmla="*/ 1552384 h 2985611"/>
                <a:gd name="connsiteX14" fmla="*/ 2558891 w 3665410"/>
                <a:gd name="connsiteY14" fmla="*/ 1453420 h 2985611"/>
                <a:gd name="connsiteX15" fmla="*/ 2709767 w 3665410"/>
                <a:gd name="connsiteY15" fmla="*/ 1377887 h 2985611"/>
                <a:gd name="connsiteX16" fmla="*/ 2885408 w 3665410"/>
                <a:gd name="connsiteY16" fmla="*/ 1237393 h 2985611"/>
                <a:gd name="connsiteX17" fmla="*/ 3017711 w 3665410"/>
                <a:gd name="connsiteY17" fmla="*/ 1072229 h 2985611"/>
                <a:gd name="connsiteX18" fmla="*/ 3150680 w 3665410"/>
                <a:gd name="connsiteY18" fmla="*/ 921830 h 2985611"/>
                <a:gd name="connsiteX19" fmla="*/ 3255169 w 3665410"/>
                <a:gd name="connsiteY19" fmla="*/ 801815 h 2985611"/>
                <a:gd name="connsiteX20" fmla="*/ 3339275 w 3665410"/>
                <a:gd name="connsiteY20" fmla="*/ 694182 h 2985611"/>
                <a:gd name="connsiteX21" fmla="*/ 3409188 w 3665410"/>
                <a:gd name="connsiteY21" fmla="*/ 546926 h 2985611"/>
                <a:gd name="connsiteX22" fmla="*/ 3464243 w 3665410"/>
                <a:gd name="connsiteY22" fmla="*/ 347663 h 2985611"/>
                <a:gd name="connsiteX23" fmla="*/ 3665411 w 3665410"/>
                <a:gd name="connsiteY23" fmla="*/ 0 h 29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665410" h="2985611">
                  <a:moveTo>
                    <a:pt x="0" y="2985611"/>
                  </a:moveTo>
                  <a:cubicBezTo>
                    <a:pt x="0" y="2985611"/>
                    <a:pt x="86773" y="2802827"/>
                    <a:pt x="166211" y="2699766"/>
                  </a:cubicBezTo>
                  <a:cubicBezTo>
                    <a:pt x="240983" y="2602706"/>
                    <a:pt x="309182" y="2500122"/>
                    <a:pt x="397002" y="2414969"/>
                  </a:cubicBezTo>
                  <a:cubicBezTo>
                    <a:pt x="465296" y="2348865"/>
                    <a:pt x="543592" y="2294477"/>
                    <a:pt x="620173" y="2237899"/>
                  </a:cubicBezTo>
                  <a:cubicBezTo>
                    <a:pt x="688277" y="2187607"/>
                    <a:pt x="755333" y="2135886"/>
                    <a:pt x="823341" y="2085499"/>
                  </a:cubicBezTo>
                  <a:cubicBezTo>
                    <a:pt x="908685" y="2022253"/>
                    <a:pt x="994791" y="1959197"/>
                    <a:pt x="1089565" y="1911477"/>
                  </a:cubicBezTo>
                  <a:cubicBezTo>
                    <a:pt x="1107662" y="1902428"/>
                    <a:pt x="1126141" y="1894141"/>
                    <a:pt x="1145000" y="1886807"/>
                  </a:cubicBezTo>
                  <a:cubicBezTo>
                    <a:pt x="1218819" y="1858232"/>
                    <a:pt x="1296924" y="1838611"/>
                    <a:pt x="1375791" y="1842135"/>
                  </a:cubicBezTo>
                  <a:cubicBezTo>
                    <a:pt x="1413129" y="1843754"/>
                    <a:pt x="1449896" y="1850422"/>
                    <a:pt x="1486567" y="1857566"/>
                  </a:cubicBezTo>
                  <a:cubicBezTo>
                    <a:pt x="1513618" y="1862804"/>
                    <a:pt x="1540859" y="1867376"/>
                    <a:pt x="1568101" y="1871377"/>
                  </a:cubicBezTo>
                  <a:cubicBezTo>
                    <a:pt x="1648778" y="1883188"/>
                    <a:pt x="1730978" y="1887665"/>
                    <a:pt x="1810607" y="1871377"/>
                  </a:cubicBezTo>
                  <a:cubicBezTo>
                    <a:pt x="1877854" y="1857661"/>
                    <a:pt x="1941100" y="1829086"/>
                    <a:pt x="1997964" y="1790605"/>
                  </a:cubicBezTo>
                  <a:cubicBezTo>
                    <a:pt x="2037302" y="1764030"/>
                    <a:pt x="2073497" y="1733264"/>
                    <a:pt x="2109883" y="1702784"/>
                  </a:cubicBezTo>
                  <a:cubicBezTo>
                    <a:pt x="2176367" y="1647063"/>
                    <a:pt x="2244852" y="1593151"/>
                    <a:pt x="2321433" y="1552384"/>
                  </a:cubicBezTo>
                  <a:cubicBezTo>
                    <a:pt x="2397157" y="1512094"/>
                    <a:pt x="2479548" y="1486281"/>
                    <a:pt x="2558891" y="1453420"/>
                  </a:cubicBezTo>
                  <a:cubicBezTo>
                    <a:pt x="2610898" y="1431798"/>
                    <a:pt x="2661571" y="1407033"/>
                    <a:pt x="2709767" y="1377887"/>
                  </a:cubicBezTo>
                  <a:cubicBezTo>
                    <a:pt x="2774252" y="1338929"/>
                    <a:pt x="2834069" y="1292447"/>
                    <a:pt x="2885408" y="1237393"/>
                  </a:cubicBezTo>
                  <a:cubicBezTo>
                    <a:pt x="2933605" y="1185767"/>
                    <a:pt x="2973324" y="1127093"/>
                    <a:pt x="3017711" y="1072229"/>
                  </a:cubicBezTo>
                  <a:cubicBezTo>
                    <a:pt x="3059811" y="1020223"/>
                    <a:pt x="3105912" y="971645"/>
                    <a:pt x="3150680" y="921830"/>
                  </a:cubicBezTo>
                  <a:cubicBezTo>
                    <a:pt x="3186113" y="882396"/>
                    <a:pt x="3220593" y="842010"/>
                    <a:pt x="3255169" y="801815"/>
                  </a:cubicBezTo>
                  <a:cubicBezTo>
                    <a:pt x="3284887" y="767239"/>
                    <a:pt x="3314605" y="732473"/>
                    <a:pt x="3339275" y="694182"/>
                  </a:cubicBezTo>
                  <a:cubicBezTo>
                    <a:pt x="3368707" y="648367"/>
                    <a:pt x="3390138" y="597980"/>
                    <a:pt x="3409188" y="546926"/>
                  </a:cubicBezTo>
                  <a:cubicBezTo>
                    <a:pt x="3433382" y="482156"/>
                    <a:pt x="3453384" y="415861"/>
                    <a:pt x="3464243" y="347663"/>
                  </a:cubicBezTo>
                  <a:cubicBezTo>
                    <a:pt x="3476244" y="272224"/>
                    <a:pt x="3661696" y="76295"/>
                    <a:pt x="366541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B9CCCF1A-2589-B072-7BD9-E3DF2336FA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90402" y="5229700"/>
              <a:ext cx="285940" cy="199072"/>
            </a:xfrm>
            <a:custGeom>
              <a:avLst/>
              <a:gdLst>
                <a:gd name="connsiteX0" fmla="*/ 0 w 285940"/>
                <a:gd name="connsiteY0" fmla="*/ 199073 h 199072"/>
                <a:gd name="connsiteX1" fmla="*/ 285940 w 285940"/>
                <a:gd name="connsiteY1" fmla="*/ 0 h 199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85940" h="199072">
                  <a:moveTo>
                    <a:pt x="0" y="199073"/>
                  </a:moveTo>
                  <a:cubicBezTo>
                    <a:pt x="0" y="199073"/>
                    <a:pt x="242125" y="39243"/>
                    <a:pt x="28594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374834CF-DB89-BFDE-4617-873B0FD8D8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393114" y="5049773"/>
              <a:ext cx="655796" cy="381190"/>
            </a:xfrm>
            <a:custGeom>
              <a:avLst/>
              <a:gdLst>
                <a:gd name="connsiteX0" fmla="*/ 0 w 655796"/>
                <a:gd name="connsiteY0" fmla="*/ 381190 h 381190"/>
                <a:gd name="connsiteX1" fmla="*/ 655796 w 655796"/>
                <a:gd name="connsiteY1" fmla="*/ 0 h 381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5796" h="381190">
                  <a:moveTo>
                    <a:pt x="0" y="381190"/>
                  </a:moveTo>
                  <a:cubicBezTo>
                    <a:pt x="0" y="381190"/>
                    <a:pt x="461105" y="172117"/>
                    <a:pt x="65579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DEE0F1FC-965B-BA8D-0479-6AD191AEA2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154072" y="3867816"/>
              <a:ext cx="2907315" cy="1544764"/>
            </a:xfrm>
            <a:custGeom>
              <a:avLst/>
              <a:gdLst>
                <a:gd name="connsiteX0" fmla="*/ 0 w 2907315"/>
                <a:gd name="connsiteY0" fmla="*/ 1544764 h 1544764"/>
                <a:gd name="connsiteX1" fmla="*/ 201644 w 2907315"/>
                <a:gd name="connsiteY1" fmla="*/ 1352550 h 1544764"/>
                <a:gd name="connsiteX2" fmla="*/ 423196 w 2907315"/>
                <a:gd name="connsiteY2" fmla="*/ 1196054 h 1544764"/>
                <a:gd name="connsiteX3" fmla="*/ 782193 w 2907315"/>
                <a:gd name="connsiteY3" fmla="*/ 1099947 h 1544764"/>
                <a:gd name="connsiteX4" fmla="*/ 1052513 w 2907315"/>
                <a:gd name="connsiteY4" fmla="*/ 1042321 h 1544764"/>
                <a:gd name="connsiteX5" fmla="*/ 1311783 w 2907315"/>
                <a:gd name="connsiteY5" fmla="*/ 1056037 h 1544764"/>
                <a:gd name="connsiteX6" fmla="*/ 1484662 w 2907315"/>
                <a:gd name="connsiteY6" fmla="*/ 1083469 h 1544764"/>
                <a:gd name="connsiteX7" fmla="*/ 1788224 w 2907315"/>
                <a:gd name="connsiteY7" fmla="*/ 1023080 h 1544764"/>
                <a:gd name="connsiteX8" fmla="*/ 2269045 w 2907315"/>
                <a:gd name="connsiteY8" fmla="*/ 734758 h 1544764"/>
                <a:gd name="connsiteX9" fmla="*/ 2534984 w 2907315"/>
                <a:gd name="connsiteY9" fmla="*/ 572738 h 1544764"/>
                <a:gd name="connsiteX10" fmla="*/ 2907316 w 2907315"/>
                <a:gd name="connsiteY10" fmla="*/ 0 h 1544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7315" h="1544764">
                  <a:moveTo>
                    <a:pt x="0" y="1544764"/>
                  </a:moveTo>
                  <a:cubicBezTo>
                    <a:pt x="0" y="1544764"/>
                    <a:pt x="98012" y="1443990"/>
                    <a:pt x="201644" y="1352550"/>
                  </a:cubicBezTo>
                  <a:cubicBezTo>
                    <a:pt x="271272" y="1291209"/>
                    <a:pt x="343662" y="1234249"/>
                    <a:pt x="423196" y="1196054"/>
                  </a:cubicBezTo>
                  <a:cubicBezTo>
                    <a:pt x="537591" y="1141095"/>
                    <a:pt x="661226" y="1127189"/>
                    <a:pt x="782193" y="1099947"/>
                  </a:cubicBezTo>
                  <a:cubicBezTo>
                    <a:pt x="872300" y="1079659"/>
                    <a:pt x="961358" y="1051370"/>
                    <a:pt x="1052513" y="1042321"/>
                  </a:cubicBezTo>
                  <a:cubicBezTo>
                    <a:pt x="1139000" y="1033653"/>
                    <a:pt x="1225868" y="1040321"/>
                    <a:pt x="1311783" y="1056037"/>
                  </a:cubicBezTo>
                  <a:cubicBezTo>
                    <a:pt x="1369314" y="1066609"/>
                    <a:pt x="1426559" y="1079373"/>
                    <a:pt x="1484662" y="1083469"/>
                  </a:cubicBezTo>
                  <a:cubicBezTo>
                    <a:pt x="1587913" y="1090803"/>
                    <a:pt x="1690402" y="1064800"/>
                    <a:pt x="1788224" y="1023080"/>
                  </a:cubicBezTo>
                  <a:cubicBezTo>
                    <a:pt x="1956721" y="951262"/>
                    <a:pt x="2106549" y="825722"/>
                    <a:pt x="2269045" y="734758"/>
                  </a:cubicBezTo>
                  <a:cubicBezTo>
                    <a:pt x="2359438" y="684181"/>
                    <a:pt x="2452497" y="640556"/>
                    <a:pt x="2534984" y="572738"/>
                  </a:cubicBezTo>
                  <a:cubicBezTo>
                    <a:pt x="2673001" y="459391"/>
                    <a:pt x="2847023" y="191453"/>
                    <a:pt x="290731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F6E025CF-3153-F93C-670B-24BDB80DC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07946" y="3479100"/>
              <a:ext cx="3168300" cy="1952434"/>
            </a:xfrm>
            <a:custGeom>
              <a:avLst/>
              <a:gdLst>
                <a:gd name="connsiteX0" fmla="*/ 0 w 3168300"/>
                <a:gd name="connsiteY0" fmla="*/ 1952435 h 1952434"/>
                <a:gd name="connsiteX1" fmla="*/ 202121 w 3168300"/>
                <a:gd name="connsiteY1" fmla="*/ 1687068 h 1952434"/>
                <a:gd name="connsiteX2" fmla="*/ 545116 w 3168300"/>
                <a:gd name="connsiteY2" fmla="*/ 1450277 h 1952434"/>
                <a:gd name="connsiteX3" fmla="*/ 906780 w 3168300"/>
                <a:gd name="connsiteY3" fmla="*/ 1354455 h 1952434"/>
                <a:gd name="connsiteX4" fmla="*/ 1332262 w 3168300"/>
                <a:gd name="connsiteY4" fmla="*/ 1285304 h 1952434"/>
                <a:gd name="connsiteX5" fmla="*/ 1691259 w 3168300"/>
                <a:gd name="connsiteY5" fmla="*/ 1240060 h 1952434"/>
                <a:gd name="connsiteX6" fmla="*/ 2010346 w 3168300"/>
                <a:gd name="connsiteY6" fmla="*/ 1141667 h 1952434"/>
                <a:gd name="connsiteX7" fmla="*/ 2393252 w 3168300"/>
                <a:gd name="connsiteY7" fmla="*/ 1027271 h 1952434"/>
                <a:gd name="connsiteX8" fmla="*/ 2582037 w 3168300"/>
                <a:gd name="connsiteY8" fmla="*/ 958120 h 1952434"/>
                <a:gd name="connsiteX9" fmla="*/ 2760155 w 3168300"/>
                <a:gd name="connsiteY9" fmla="*/ 827723 h 1952434"/>
                <a:gd name="connsiteX10" fmla="*/ 2914364 w 3168300"/>
                <a:gd name="connsiteY10" fmla="*/ 567023 h 1952434"/>
                <a:gd name="connsiteX11" fmla="*/ 3168301 w 3168300"/>
                <a:gd name="connsiteY11" fmla="*/ 0 h 1952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68300" h="1952434">
                  <a:moveTo>
                    <a:pt x="0" y="1952435"/>
                  </a:moveTo>
                  <a:cubicBezTo>
                    <a:pt x="0" y="1952435"/>
                    <a:pt x="91059" y="1796415"/>
                    <a:pt x="202121" y="1687068"/>
                  </a:cubicBezTo>
                  <a:cubicBezTo>
                    <a:pt x="301943" y="1588675"/>
                    <a:pt x="416528" y="1505617"/>
                    <a:pt x="545116" y="1450277"/>
                  </a:cubicBezTo>
                  <a:cubicBezTo>
                    <a:pt x="659987" y="1400747"/>
                    <a:pt x="783622" y="1377601"/>
                    <a:pt x="906780" y="1354455"/>
                  </a:cubicBezTo>
                  <a:cubicBezTo>
                    <a:pt x="1048036" y="1327976"/>
                    <a:pt x="1189482" y="1301972"/>
                    <a:pt x="1332262" y="1285304"/>
                  </a:cubicBezTo>
                  <a:cubicBezTo>
                    <a:pt x="1452182" y="1271302"/>
                    <a:pt x="1573340" y="1265873"/>
                    <a:pt x="1691259" y="1240060"/>
                  </a:cubicBezTo>
                  <a:cubicBezTo>
                    <a:pt x="1800035" y="1216247"/>
                    <a:pt x="1904619" y="1176718"/>
                    <a:pt x="2010346" y="1141667"/>
                  </a:cubicBezTo>
                  <a:cubicBezTo>
                    <a:pt x="2136743" y="1099661"/>
                    <a:pt x="2265902" y="1066229"/>
                    <a:pt x="2393252" y="1027271"/>
                  </a:cubicBezTo>
                  <a:cubicBezTo>
                    <a:pt x="2457450" y="1007650"/>
                    <a:pt x="2521744" y="987552"/>
                    <a:pt x="2582037" y="958120"/>
                  </a:cubicBezTo>
                  <a:cubicBezTo>
                    <a:pt x="2648807" y="925449"/>
                    <a:pt x="2710815" y="883349"/>
                    <a:pt x="2760155" y="827723"/>
                  </a:cubicBezTo>
                  <a:cubicBezTo>
                    <a:pt x="2827496" y="751904"/>
                    <a:pt x="2867978" y="657511"/>
                    <a:pt x="2914364" y="567023"/>
                  </a:cubicBezTo>
                  <a:cubicBezTo>
                    <a:pt x="2972753" y="453200"/>
                    <a:pt x="3119152" y="118015"/>
                    <a:pt x="316830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A722E008-08CC-729F-B0A7-95DB1FDE2E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04778" y="2976752"/>
              <a:ext cx="3356800" cy="2452020"/>
            </a:xfrm>
            <a:custGeom>
              <a:avLst/>
              <a:gdLst>
                <a:gd name="connsiteX0" fmla="*/ 0 w 3356800"/>
                <a:gd name="connsiteY0" fmla="*/ 2452021 h 2452020"/>
                <a:gd name="connsiteX1" fmla="*/ 130874 w 3356800"/>
                <a:gd name="connsiteY1" fmla="*/ 2247710 h 2452020"/>
                <a:gd name="connsiteX2" fmla="*/ 437197 w 3356800"/>
                <a:gd name="connsiteY2" fmla="*/ 1941195 h 2452020"/>
                <a:gd name="connsiteX3" fmla="*/ 737140 w 3356800"/>
                <a:gd name="connsiteY3" fmla="*/ 1736884 h 2452020"/>
                <a:gd name="connsiteX4" fmla="*/ 1031843 w 3356800"/>
                <a:gd name="connsiteY4" fmla="*/ 1685068 h 2452020"/>
                <a:gd name="connsiteX5" fmla="*/ 1287304 w 3356800"/>
                <a:gd name="connsiteY5" fmla="*/ 1655826 h 2452020"/>
                <a:gd name="connsiteX6" fmla="*/ 1471994 w 3356800"/>
                <a:gd name="connsiteY6" fmla="*/ 1634300 h 2452020"/>
                <a:gd name="connsiteX7" fmla="*/ 1898237 w 3356800"/>
                <a:gd name="connsiteY7" fmla="*/ 1512665 h 2452020"/>
                <a:gd name="connsiteX8" fmla="*/ 2229136 w 3356800"/>
                <a:gd name="connsiteY8" fmla="*/ 1355598 h 2452020"/>
                <a:gd name="connsiteX9" fmla="*/ 2512314 w 3356800"/>
                <a:gd name="connsiteY9" fmla="*/ 1238631 h 2452020"/>
                <a:gd name="connsiteX10" fmla="*/ 2758535 w 3356800"/>
                <a:gd name="connsiteY10" fmla="*/ 1096994 h 2452020"/>
                <a:gd name="connsiteX11" fmla="*/ 2935510 w 3356800"/>
                <a:gd name="connsiteY11" fmla="*/ 919925 h 2452020"/>
                <a:gd name="connsiteX12" fmla="*/ 3081719 w 3356800"/>
                <a:gd name="connsiteY12" fmla="*/ 687419 h 2452020"/>
                <a:gd name="connsiteX13" fmla="*/ 3356800 w 3356800"/>
                <a:gd name="connsiteY13" fmla="*/ 0 h 2452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356800" h="2452020">
                  <a:moveTo>
                    <a:pt x="0" y="2452021"/>
                  </a:moveTo>
                  <a:cubicBezTo>
                    <a:pt x="0" y="2452021"/>
                    <a:pt x="57150" y="2344198"/>
                    <a:pt x="130874" y="2247710"/>
                  </a:cubicBezTo>
                  <a:cubicBezTo>
                    <a:pt x="218694" y="2132648"/>
                    <a:pt x="328136" y="2036635"/>
                    <a:pt x="437197" y="1941195"/>
                  </a:cubicBezTo>
                  <a:cubicBezTo>
                    <a:pt x="529304" y="1860709"/>
                    <a:pt x="623030" y="1779556"/>
                    <a:pt x="737140" y="1736884"/>
                  </a:cubicBezTo>
                  <a:cubicBezTo>
                    <a:pt x="830866" y="1701736"/>
                    <a:pt x="932021" y="1695450"/>
                    <a:pt x="1031843" y="1685068"/>
                  </a:cubicBezTo>
                  <a:cubicBezTo>
                    <a:pt x="1117092" y="1676210"/>
                    <a:pt x="1202055" y="1665160"/>
                    <a:pt x="1287304" y="1655826"/>
                  </a:cubicBezTo>
                  <a:cubicBezTo>
                    <a:pt x="1348931" y="1649063"/>
                    <a:pt x="1410653" y="1643539"/>
                    <a:pt x="1471994" y="1634300"/>
                  </a:cubicBezTo>
                  <a:cubicBezTo>
                    <a:pt x="1618679" y="1612011"/>
                    <a:pt x="1761935" y="1571149"/>
                    <a:pt x="1898237" y="1512665"/>
                  </a:cubicBezTo>
                  <a:cubicBezTo>
                    <a:pt x="2010442" y="1464564"/>
                    <a:pt x="2117503" y="1405128"/>
                    <a:pt x="2229136" y="1355598"/>
                  </a:cubicBezTo>
                  <a:cubicBezTo>
                    <a:pt x="2322481" y="1314164"/>
                    <a:pt x="2418969" y="1280160"/>
                    <a:pt x="2512314" y="1238631"/>
                  </a:cubicBezTo>
                  <a:cubicBezTo>
                    <a:pt x="2599087" y="1199960"/>
                    <a:pt x="2683193" y="1154811"/>
                    <a:pt x="2758535" y="1096994"/>
                  </a:cubicBezTo>
                  <a:cubicBezTo>
                    <a:pt x="2825020" y="1046035"/>
                    <a:pt x="2883789" y="985837"/>
                    <a:pt x="2935510" y="919925"/>
                  </a:cubicBezTo>
                  <a:cubicBezTo>
                    <a:pt x="2992184" y="847725"/>
                    <a:pt x="3039904" y="769144"/>
                    <a:pt x="3081719" y="687419"/>
                  </a:cubicBezTo>
                  <a:cubicBezTo>
                    <a:pt x="3138297" y="576739"/>
                    <a:pt x="3314129" y="116776"/>
                    <a:pt x="335680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 useBgFill="1">
        <p:nvSpPr>
          <p:cNvPr id="108" name="Rectangle 107">
            <a:extLst>
              <a:ext uri="{FF2B5EF4-FFF2-40B4-BE49-F238E27FC236}">
                <a16:creationId xmlns:a16="http://schemas.microsoft.com/office/drawing/2014/main" id="{10CDE320-6144-ED98-48EA-783EDDAD04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2DF77720-4407-A43F-5ADD-3230980EAC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110" name="Top Left">
            <a:extLst>
              <a:ext uri="{FF2B5EF4-FFF2-40B4-BE49-F238E27FC236}">
                <a16:creationId xmlns:a16="http://schemas.microsoft.com/office/drawing/2014/main" id="{D8AFA334-BA0D-0C79-AA4B-7B734ED17F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-3086"/>
            <a:ext cx="2198951" cy="3349518"/>
            <a:chOff x="10849" y="-3086"/>
            <a:chExt cx="2198951" cy="3349518"/>
          </a:xfrm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1E7B150E-6912-65BB-8452-3F6B58C5B8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16373B4F-7996-2EA5-B2F7-69ED65DE77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55F91600-8968-06B9-7467-06A2E5EE78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6E43D1DF-E425-8862-3D3C-8BAD9D6981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D6B63520-0ABA-E916-E621-F1179A1A8B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C4A9A15A-03C6-EC9B-7AAE-2FECB84418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6CB0F8DD-86FD-3E47-3C8C-A797DBE1B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6B5D934-6368-416E-D267-D48D502DF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2" name="Title 11">
            <a:extLst>
              <a:ext uri="{FF2B5EF4-FFF2-40B4-BE49-F238E27FC236}">
                <a16:creationId xmlns:a16="http://schemas.microsoft.com/office/drawing/2014/main" id="{9F7F4B51-EB27-B36E-EEB6-35BC9D44F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1" y="559813"/>
            <a:ext cx="9988166" cy="166457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dirty="0"/>
              <a:t>Architecture of MobileNetV2</a:t>
            </a:r>
            <a:endParaRPr lang="en-US" kern="1200" dirty="0">
              <a:latin typeface="+mj-lt"/>
              <a:ea typeface="+mj-ea"/>
              <a:cs typeface="+mj-cs"/>
            </a:endParaRPr>
          </a:p>
        </p:txBody>
      </p:sp>
      <p:grpSp>
        <p:nvGrpSpPr>
          <p:cNvPr id="111" name="Bottom Right">
            <a:extLst>
              <a:ext uri="{FF2B5EF4-FFF2-40B4-BE49-F238E27FC236}">
                <a16:creationId xmlns:a16="http://schemas.microsoft.com/office/drawing/2014/main" id="{E88FDE64-B9E4-A1D9-795C-2FC4E6C33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36A68C0C-9EF4-77EF-0886-D2A9CC2AF6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39256" y="6178637"/>
              <a:ext cx="1482102" cy="67936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grpSp>
          <p:nvGrpSpPr>
            <p:cNvPr id="60" name="Graphic 157">
              <a:extLst>
                <a:ext uri="{FF2B5EF4-FFF2-40B4-BE49-F238E27FC236}">
                  <a16:creationId xmlns:a16="http://schemas.microsoft.com/office/drawing/2014/main" id="{63144508-00F0-EF3D-B881-B676ED6457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885ACB5C-2519-FA7C-497E-814C8DD0209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30DF8F3D-4463-3DCF-BA1D-DF3B6419166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D04D6CCA-5535-E9A9-3CCC-6486298B456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26FD16DC-2A7A-D68C-9B20-6F5280BFCD5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29A86A52-34C3-6DAC-3524-513D77E4375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24AAB5DD-8E51-ECAE-7A09-B800880D60C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872F537D-2767-C774-6308-0C682B617AC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CDF03A78-FED4-70E9-2805-89955A1CFC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3BF0A4BD-1D38-2F0B-B53A-B98F610621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4512" y="2051646"/>
            <a:ext cx="9978765" cy="4113992"/>
          </a:xfrm>
          <a:prstGeom prst="round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algn="just">
              <a:lnSpc>
                <a:spcPct val="150000"/>
              </a:lnSpc>
              <a:buFont typeface="Avenir Next LT Pro" panose="020B0504020202020204" pitchFamily="34" charset="0"/>
              <a:buChar char="+"/>
            </a:pPr>
            <a:r>
              <a:rPr lang="en-US" b="1" dirty="0">
                <a:ea typeface="+mn-lt"/>
                <a:cs typeface="+mn-lt"/>
              </a:rPr>
              <a:t>Linear bottlenecks</a:t>
            </a:r>
            <a:r>
              <a:rPr lang="en-US" dirty="0">
                <a:ea typeface="+mn-lt"/>
                <a:cs typeface="+mn-lt"/>
              </a:rPr>
              <a:t> removes the typical </a:t>
            </a:r>
            <a:r>
              <a:rPr lang="en-US" dirty="0" err="1">
                <a:ea typeface="+mn-lt"/>
                <a:cs typeface="+mn-lt"/>
              </a:rPr>
              <a:t>ReLU</a:t>
            </a:r>
            <a:r>
              <a:rPr lang="en-US" dirty="0">
                <a:ea typeface="+mn-lt"/>
                <a:cs typeface="+mn-lt"/>
              </a:rPr>
              <a:t> activation function in the projection layers. This was rationalized by arguing that that nonlinear activation loses information in lower-dimensional spaces, which is problematic when the number of channels is already small.</a:t>
            </a:r>
            <a:endParaRPr lang="en-US" dirty="0"/>
          </a:p>
          <a:p>
            <a:pPr indent="-228600" algn="just">
              <a:lnSpc>
                <a:spcPct val="150000"/>
              </a:lnSpc>
              <a:buFont typeface="Avenir Next LT Pro" panose="020B0504020202020204" pitchFamily="34" charset="0"/>
              <a:buChar char="+"/>
            </a:pPr>
            <a:endParaRPr lang="en-US" dirty="0"/>
          </a:p>
          <a:p>
            <a:pPr indent="-228600" algn="just">
              <a:lnSpc>
                <a:spcPct val="150000"/>
              </a:lnSpc>
              <a:buFont typeface="Avenir Next LT Pro" panose="020B0504020202020204" pitchFamily="34" charset="0"/>
              <a:buChar char="+"/>
            </a:pPr>
            <a:endParaRPr lang="en-US"/>
          </a:p>
          <a:p>
            <a:pPr indent="-228600" algn="just">
              <a:lnSpc>
                <a:spcPct val="150000"/>
              </a:lnSpc>
              <a:buFont typeface="Avenir Next LT Pro" panose="020B0504020202020204" pitchFamily="34" charset="0"/>
              <a:buChar char="+"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1676B3-D1ED-F7F0-8AD8-3D1064B88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6000" y="6356350"/>
            <a:ext cx="1447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73B850FF-6169-4056-8077-06FFA93A5366}" type="slidenum">
              <a:rPr lang="en-US" cap="all" smtClean="0">
                <a:cs typeface="Segoe UI Semilight" panose="020B0402040204020203" pitchFamily="34" charset="0"/>
              </a:rPr>
              <a:pPr>
                <a:spcAft>
                  <a:spcPts val="600"/>
                </a:spcAft>
              </a:pPr>
              <a:t>20</a:t>
            </a:fld>
            <a:endParaRPr lang="en-US" cap="all">
              <a:cs typeface="Segoe UI Semilight" panose="020B04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93563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81F962-5980-BF75-E4C0-8B64398FC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 101">
            <a:extLst>
              <a:ext uri="{FF2B5EF4-FFF2-40B4-BE49-F238E27FC236}">
                <a16:creationId xmlns:a16="http://schemas.microsoft.com/office/drawing/2014/main" id="{02C65B9C-6EC9-B353-AE54-8736AB045E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03" name="Freeform: Shape 102">
            <a:extLst>
              <a:ext uri="{FF2B5EF4-FFF2-40B4-BE49-F238E27FC236}">
                <a16:creationId xmlns:a16="http://schemas.microsoft.com/office/drawing/2014/main" id="{19AD3779-E761-7018-9FED-EB4E0C7413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692844" y="-3086"/>
            <a:ext cx="1326111" cy="59760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rPr>
              <a:t> </a:t>
            </a:r>
          </a:p>
        </p:txBody>
      </p:sp>
      <p:sp>
        <p:nvSpPr>
          <p:cNvPr id="104" name="Freeform: Shape 103">
            <a:extLst>
              <a:ext uri="{FF2B5EF4-FFF2-40B4-BE49-F238E27FC236}">
                <a16:creationId xmlns:a16="http://schemas.microsoft.com/office/drawing/2014/main" id="{3E5C9682-E309-D9BF-FEC2-AA824D1B33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9256" y="6172200"/>
            <a:ext cx="1482102" cy="67936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rPr>
              <a:t> </a:t>
            </a:r>
          </a:p>
        </p:txBody>
      </p:sp>
      <p:sp>
        <p:nvSpPr>
          <p:cNvPr id="105" name="Freeform: Shape 104">
            <a:extLst>
              <a:ext uri="{FF2B5EF4-FFF2-40B4-BE49-F238E27FC236}">
                <a16:creationId xmlns:a16="http://schemas.microsoft.com/office/drawing/2014/main" id="{C8D1B045-BC16-7723-0845-A952188F94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7352" y="5197178"/>
            <a:ext cx="4211600" cy="1660822"/>
          </a:xfrm>
          <a:custGeom>
            <a:avLst/>
            <a:gdLst>
              <a:gd name="connsiteX0" fmla="*/ 4211600 w 4211600"/>
              <a:gd name="connsiteY0" fmla="*/ 0 h 1660822"/>
              <a:gd name="connsiteX1" fmla="*/ 4211600 w 4211600"/>
              <a:gd name="connsiteY1" fmla="*/ 58430 h 1660822"/>
              <a:gd name="connsiteX2" fmla="*/ 4136524 w 4211600"/>
              <a:gd name="connsiteY2" fmla="*/ 208808 h 1660822"/>
              <a:gd name="connsiteX3" fmla="*/ 3973354 w 4211600"/>
              <a:gd name="connsiteY3" fmla="*/ 437313 h 1660822"/>
              <a:gd name="connsiteX4" fmla="*/ 3884746 w 4211600"/>
              <a:gd name="connsiteY4" fmla="*/ 553613 h 1660822"/>
              <a:gd name="connsiteX5" fmla="*/ 3849435 w 4211600"/>
              <a:gd name="connsiteY5" fmla="*/ 603143 h 1660822"/>
              <a:gd name="connsiteX6" fmla="*/ 3661849 w 4211600"/>
              <a:gd name="connsiteY6" fmla="*/ 819075 h 1660822"/>
              <a:gd name="connsiteX7" fmla="*/ 3402589 w 4211600"/>
              <a:gd name="connsiteY7" fmla="*/ 952996 h 1660822"/>
              <a:gd name="connsiteX8" fmla="*/ 3130202 w 4211600"/>
              <a:gd name="connsiteY8" fmla="*/ 1023386 h 1660822"/>
              <a:gd name="connsiteX9" fmla="*/ 2914657 w 4211600"/>
              <a:gd name="connsiteY9" fmla="*/ 1068058 h 1660822"/>
              <a:gd name="connsiteX10" fmla="*/ 2582149 w 4211600"/>
              <a:gd name="connsiteY10" fmla="*/ 1138924 h 1660822"/>
              <a:gd name="connsiteX11" fmla="*/ 2483958 w 4211600"/>
              <a:gd name="connsiteY11" fmla="*/ 1162356 h 1660822"/>
              <a:gd name="connsiteX12" fmla="*/ 2123750 w 4211600"/>
              <a:gd name="connsiteY12" fmla="*/ 1238651 h 1660822"/>
              <a:gd name="connsiteX13" fmla="*/ 1761444 w 4211600"/>
              <a:gd name="connsiteY13" fmla="*/ 1273417 h 1660822"/>
              <a:gd name="connsiteX14" fmla="*/ 1608382 w 4211600"/>
              <a:gd name="connsiteY14" fmla="*/ 1284466 h 1660822"/>
              <a:gd name="connsiteX15" fmla="*/ 999942 w 4211600"/>
              <a:gd name="connsiteY15" fmla="*/ 1354284 h 1660822"/>
              <a:gd name="connsiteX16" fmla="*/ 484705 w 4211600"/>
              <a:gd name="connsiteY16" fmla="*/ 1450487 h 1660822"/>
              <a:gd name="connsiteX17" fmla="*/ 113310 w 4211600"/>
              <a:gd name="connsiteY17" fmla="*/ 1613700 h 1660822"/>
              <a:gd name="connsiteX18" fmla="*/ 39668 w 4211600"/>
              <a:gd name="connsiteY18" fmla="*/ 1660822 h 1660822"/>
              <a:gd name="connsiteX19" fmla="*/ 0 w 4211600"/>
              <a:gd name="connsiteY19" fmla="*/ 1660822 h 1660822"/>
              <a:gd name="connsiteX20" fmla="*/ 96701 w 4211600"/>
              <a:gd name="connsiteY20" fmla="*/ 1598934 h 1660822"/>
              <a:gd name="connsiteX21" fmla="*/ 474335 w 4211600"/>
              <a:gd name="connsiteY21" fmla="*/ 1433056 h 1660822"/>
              <a:gd name="connsiteX22" fmla="*/ 994299 w 4211600"/>
              <a:gd name="connsiteY22" fmla="*/ 1335806 h 1660822"/>
              <a:gd name="connsiteX23" fmla="*/ 1605231 w 4211600"/>
              <a:gd name="connsiteY23" fmla="*/ 1265702 h 1660822"/>
              <a:gd name="connsiteX24" fmla="*/ 1758819 w 4211600"/>
              <a:gd name="connsiteY24" fmla="*/ 1254558 h 1660822"/>
              <a:gd name="connsiteX25" fmla="*/ 2118106 w 4211600"/>
              <a:gd name="connsiteY25" fmla="*/ 1220077 h 1660822"/>
              <a:gd name="connsiteX26" fmla="*/ 2475557 w 4211600"/>
              <a:gd name="connsiteY26" fmla="*/ 1144353 h 1660822"/>
              <a:gd name="connsiteX27" fmla="*/ 2573878 w 4211600"/>
              <a:gd name="connsiteY27" fmla="*/ 1120827 h 1660822"/>
              <a:gd name="connsiteX28" fmla="*/ 2907437 w 4211600"/>
              <a:gd name="connsiteY28" fmla="*/ 1049675 h 1660822"/>
              <a:gd name="connsiteX29" fmla="*/ 3122589 w 4211600"/>
              <a:gd name="connsiteY29" fmla="*/ 1005098 h 1660822"/>
              <a:gd name="connsiteX30" fmla="*/ 3391169 w 4211600"/>
              <a:gd name="connsiteY30" fmla="*/ 935756 h 1660822"/>
              <a:gd name="connsiteX31" fmla="*/ 3642290 w 4211600"/>
              <a:gd name="connsiteY31" fmla="*/ 806216 h 1660822"/>
              <a:gd name="connsiteX32" fmla="*/ 3825937 w 4211600"/>
              <a:gd name="connsiteY32" fmla="*/ 594475 h 1660822"/>
              <a:gd name="connsiteX33" fmla="*/ 3861381 w 4211600"/>
              <a:gd name="connsiteY33" fmla="*/ 544755 h 1660822"/>
              <a:gd name="connsiteX34" fmla="*/ 3950381 w 4211600"/>
              <a:gd name="connsiteY34" fmla="*/ 427978 h 1660822"/>
              <a:gd name="connsiteX35" fmla="*/ 4112370 w 4211600"/>
              <a:gd name="connsiteY35" fmla="*/ 201378 h 1660822"/>
              <a:gd name="connsiteX36" fmla="*/ 4195989 w 4211600"/>
              <a:gd name="connsiteY36" fmla="*/ 33834 h 1660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211600" h="1660822">
                <a:moveTo>
                  <a:pt x="4211600" y="0"/>
                </a:moveTo>
                <a:lnTo>
                  <a:pt x="4211600" y="58430"/>
                </a:lnTo>
                <a:lnTo>
                  <a:pt x="4136524" y="208808"/>
                </a:lnTo>
                <a:cubicBezTo>
                  <a:pt x="4089791" y="287770"/>
                  <a:pt x="4030588" y="363780"/>
                  <a:pt x="3973354" y="437313"/>
                </a:cubicBezTo>
                <a:cubicBezTo>
                  <a:pt x="3943819" y="475222"/>
                  <a:pt x="3913231" y="514465"/>
                  <a:pt x="3884746" y="553613"/>
                </a:cubicBezTo>
                <a:cubicBezTo>
                  <a:pt x="3872801" y="569996"/>
                  <a:pt x="3861119" y="586569"/>
                  <a:pt x="3849435" y="603143"/>
                </a:cubicBezTo>
                <a:cubicBezTo>
                  <a:pt x="3796665" y="678009"/>
                  <a:pt x="3742187" y="755352"/>
                  <a:pt x="3661849" y="819075"/>
                </a:cubicBezTo>
                <a:cubicBezTo>
                  <a:pt x="3596214" y="871176"/>
                  <a:pt x="3509050" y="916230"/>
                  <a:pt x="3402589" y="952996"/>
                </a:cubicBezTo>
                <a:cubicBezTo>
                  <a:pt x="3312406" y="984048"/>
                  <a:pt x="3215660" y="1005003"/>
                  <a:pt x="3130202" y="1023386"/>
                </a:cubicBezTo>
                <a:cubicBezTo>
                  <a:pt x="3058529" y="1038816"/>
                  <a:pt x="2985412" y="1053675"/>
                  <a:pt x="2914657" y="1068058"/>
                </a:cubicBezTo>
                <a:cubicBezTo>
                  <a:pt x="2805176" y="1090251"/>
                  <a:pt x="2692021" y="1113207"/>
                  <a:pt x="2582149" y="1138924"/>
                </a:cubicBezTo>
                <a:cubicBezTo>
                  <a:pt x="2549330" y="1146639"/>
                  <a:pt x="2516644" y="1154450"/>
                  <a:pt x="2483958" y="1162356"/>
                </a:cubicBezTo>
                <a:cubicBezTo>
                  <a:pt x="2367257" y="1190550"/>
                  <a:pt x="2246621" y="1219601"/>
                  <a:pt x="2123750" y="1238651"/>
                </a:cubicBezTo>
                <a:cubicBezTo>
                  <a:pt x="2004294" y="1257129"/>
                  <a:pt x="1880769" y="1265416"/>
                  <a:pt x="1761444" y="1273417"/>
                </a:cubicBezTo>
                <a:cubicBezTo>
                  <a:pt x="1711167" y="1276751"/>
                  <a:pt x="1659184" y="1280275"/>
                  <a:pt x="1608382" y="1284466"/>
                </a:cubicBezTo>
                <a:cubicBezTo>
                  <a:pt x="1408589" y="1300944"/>
                  <a:pt x="1214570" y="1325805"/>
                  <a:pt x="999942" y="1354284"/>
                </a:cubicBezTo>
                <a:cubicBezTo>
                  <a:pt x="826403" y="1377240"/>
                  <a:pt x="647744" y="1400957"/>
                  <a:pt x="484705" y="1450487"/>
                </a:cubicBezTo>
                <a:cubicBezTo>
                  <a:pt x="355831" y="1489635"/>
                  <a:pt x="231387" y="1544374"/>
                  <a:pt x="113310" y="1613700"/>
                </a:cubicBezTo>
                <a:lnTo>
                  <a:pt x="39668" y="1660822"/>
                </a:lnTo>
                <a:lnTo>
                  <a:pt x="0" y="1660822"/>
                </a:lnTo>
                <a:lnTo>
                  <a:pt x="96701" y="1598934"/>
                </a:lnTo>
                <a:cubicBezTo>
                  <a:pt x="216635" y="1528533"/>
                  <a:pt x="343196" y="1472919"/>
                  <a:pt x="474335" y="1433056"/>
                </a:cubicBezTo>
                <a:cubicBezTo>
                  <a:pt x="639999" y="1382669"/>
                  <a:pt x="820102" y="1358856"/>
                  <a:pt x="994299" y="1335806"/>
                </a:cubicBezTo>
                <a:cubicBezTo>
                  <a:pt x="1210239" y="1307231"/>
                  <a:pt x="1404650" y="1282275"/>
                  <a:pt x="1605231" y="1265702"/>
                </a:cubicBezTo>
                <a:cubicBezTo>
                  <a:pt x="1656428" y="1261511"/>
                  <a:pt x="1708411" y="1257987"/>
                  <a:pt x="1758819" y="1254558"/>
                </a:cubicBezTo>
                <a:cubicBezTo>
                  <a:pt x="1877487" y="1246557"/>
                  <a:pt x="2000094" y="1238365"/>
                  <a:pt x="2118106" y="1220077"/>
                </a:cubicBezTo>
                <a:cubicBezTo>
                  <a:pt x="2239531" y="1201313"/>
                  <a:pt x="2359513" y="1172357"/>
                  <a:pt x="2475557" y="1144353"/>
                </a:cubicBezTo>
                <a:cubicBezTo>
                  <a:pt x="2508243" y="1136448"/>
                  <a:pt x="2541060" y="1128542"/>
                  <a:pt x="2573878" y="1120827"/>
                </a:cubicBezTo>
                <a:cubicBezTo>
                  <a:pt x="2684276" y="1094919"/>
                  <a:pt x="2797694" y="1071963"/>
                  <a:pt x="2907437" y="1049675"/>
                </a:cubicBezTo>
                <a:cubicBezTo>
                  <a:pt x="2978061" y="1035387"/>
                  <a:pt x="3051178" y="1020528"/>
                  <a:pt x="3122589" y="1005098"/>
                </a:cubicBezTo>
                <a:cubicBezTo>
                  <a:pt x="3206997" y="986810"/>
                  <a:pt x="3302823" y="966141"/>
                  <a:pt x="3391169" y="935756"/>
                </a:cubicBezTo>
                <a:cubicBezTo>
                  <a:pt x="3494479" y="900132"/>
                  <a:pt x="3578886" y="856508"/>
                  <a:pt x="3642290" y="806216"/>
                </a:cubicBezTo>
                <a:cubicBezTo>
                  <a:pt x="3720133" y="744303"/>
                  <a:pt x="3773953" y="668103"/>
                  <a:pt x="3825937" y="594475"/>
                </a:cubicBezTo>
                <a:cubicBezTo>
                  <a:pt x="3837621" y="577902"/>
                  <a:pt x="3849435" y="561233"/>
                  <a:pt x="3861381" y="544755"/>
                </a:cubicBezTo>
                <a:cubicBezTo>
                  <a:pt x="3889997" y="505416"/>
                  <a:pt x="3920715" y="465983"/>
                  <a:pt x="3950381" y="427978"/>
                </a:cubicBezTo>
                <a:cubicBezTo>
                  <a:pt x="4007353" y="354921"/>
                  <a:pt x="4066163" y="279388"/>
                  <a:pt x="4112370" y="201378"/>
                </a:cubicBezTo>
                <a:cubicBezTo>
                  <a:pt x="4144662" y="146800"/>
                  <a:pt x="4170785" y="89364"/>
                  <a:pt x="4195989" y="3383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06" name="Graphic 141">
            <a:extLst>
              <a:ext uri="{FF2B5EF4-FFF2-40B4-BE49-F238E27FC236}">
                <a16:creationId xmlns:a16="http://schemas.microsoft.com/office/drawing/2014/main" id="{BC0F790C-01F1-EFB6-B788-9663E7359D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15178"/>
            <a:ext cx="2198951" cy="3331254"/>
            <a:chOff x="4473129" y="923925"/>
            <a:chExt cx="3308947" cy="5012817"/>
          </a:xfrm>
          <a:noFill/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30AFFA32-2111-1D05-DBB5-7B17E03C69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85988" y="924020"/>
              <a:ext cx="3296088" cy="5012722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9084EFB-E7A7-382D-DDEA-72E067ECC1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923925"/>
              <a:ext cx="2977477" cy="462714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DE317218-2D04-C590-08E9-77958D1906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94561" y="923925"/>
              <a:ext cx="2356712" cy="4118991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8E9259E3-A90B-7090-AFBA-5E01D468A9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923925"/>
              <a:ext cx="2059193" cy="3980116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392A571-CCDF-DC32-8C46-75115C16A3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85131" y="1719357"/>
              <a:ext cx="743796" cy="2867501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DE39F62B-5ABC-3DA1-A58B-4AED69F739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1912731"/>
              <a:ext cx="597294" cy="2543540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F62166CC-8E92-BAB0-8948-266A1F57DC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91417" y="2227197"/>
              <a:ext cx="389425" cy="2011236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07" name="Graphic 157">
            <a:extLst>
              <a:ext uri="{FF2B5EF4-FFF2-40B4-BE49-F238E27FC236}">
                <a16:creationId xmlns:a16="http://schemas.microsoft.com/office/drawing/2014/main" id="{51A37E14-F7FE-FF93-38D1-3537BFB426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610600" y="3276600"/>
            <a:ext cx="3529260" cy="3581398"/>
            <a:chOff x="4114800" y="1423987"/>
            <a:chExt cx="3961542" cy="4007547"/>
          </a:xfrm>
          <a:noFill/>
        </p:grpSpPr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F078A079-59A2-56B9-E8AD-7D4500B8E1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114800" y="1423987"/>
              <a:ext cx="3946874" cy="3989641"/>
            </a:xfrm>
            <a:custGeom>
              <a:avLst/>
              <a:gdLst>
                <a:gd name="connsiteX0" fmla="*/ 0 w 3946874"/>
                <a:gd name="connsiteY0" fmla="*/ 3989641 h 3989641"/>
                <a:gd name="connsiteX1" fmla="*/ 79439 w 3946874"/>
                <a:gd name="connsiteY1" fmla="*/ 3891153 h 3989641"/>
                <a:gd name="connsiteX2" fmla="*/ 297371 w 3946874"/>
                <a:gd name="connsiteY2" fmla="*/ 3626930 h 3989641"/>
                <a:gd name="connsiteX3" fmla="*/ 454343 w 3946874"/>
                <a:gd name="connsiteY3" fmla="*/ 3440335 h 3989641"/>
                <a:gd name="connsiteX4" fmla="*/ 622363 w 3946874"/>
                <a:gd name="connsiteY4" fmla="*/ 3290697 h 3989641"/>
                <a:gd name="connsiteX5" fmla="*/ 927068 w 3946874"/>
                <a:gd name="connsiteY5" fmla="*/ 3087434 h 3989641"/>
                <a:gd name="connsiteX6" fmla="*/ 1176338 w 3946874"/>
                <a:gd name="connsiteY6" fmla="*/ 2915603 h 3989641"/>
                <a:gd name="connsiteX7" fmla="*/ 1394270 w 3946874"/>
                <a:gd name="connsiteY7" fmla="*/ 2780729 h 3989641"/>
                <a:gd name="connsiteX8" fmla="*/ 1601057 w 3946874"/>
                <a:gd name="connsiteY8" fmla="*/ 2723483 h 3989641"/>
                <a:gd name="connsiteX9" fmla="*/ 1756220 w 3946874"/>
                <a:gd name="connsiteY9" fmla="*/ 2743772 h 3989641"/>
                <a:gd name="connsiteX10" fmla="*/ 1889189 w 3946874"/>
                <a:gd name="connsiteY10" fmla="*/ 2765965 h 3989641"/>
                <a:gd name="connsiteX11" fmla="*/ 2007394 w 3946874"/>
                <a:gd name="connsiteY11" fmla="*/ 2765965 h 3989641"/>
                <a:gd name="connsiteX12" fmla="*/ 2184654 w 3946874"/>
                <a:gd name="connsiteY12" fmla="*/ 2671763 h 3989641"/>
                <a:gd name="connsiteX13" fmla="*/ 2372773 w 3946874"/>
                <a:gd name="connsiteY13" fmla="*/ 2538984 h 3989641"/>
                <a:gd name="connsiteX14" fmla="*/ 2439543 w 3946874"/>
                <a:gd name="connsiteY14" fmla="*/ 2510504 h 3989641"/>
                <a:gd name="connsiteX15" fmla="*/ 2650617 w 3946874"/>
                <a:gd name="connsiteY15" fmla="*/ 2434781 h 3989641"/>
                <a:gd name="connsiteX16" fmla="*/ 2785110 w 3946874"/>
                <a:gd name="connsiteY16" fmla="*/ 2383060 h 3989641"/>
                <a:gd name="connsiteX17" fmla="*/ 2897315 w 3946874"/>
                <a:gd name="connsiteY17" fmla="*/ 2318861 h 3989641"/>
                <a:gd name="connsiteX18" fmla="*/ 2997994 w 3946874"/>
                <a:gd name="connsiteY18" fmla="*/ 2226183 h 3989641"/>
                <a:gd name="connsiteX19" fmla="*/ 3061240 w 3946874"/>
                <a:gd name="connsiteY19" fmla="*/ 2141506 h 3989641"/>
                <a:gd name="connsiteX20" fmla="*/ 3152108 w 3946874"/>
                <a:gd name="connsiteY20" fmla="*/ 2005203 h 3989641"/>
                <a:gd name="connsiteX21" fmla="*/ 3274124 w 3946874"/>
                <a:gd name="connsiteY21" fmla="*/ 1871567 h 3989641"/>
                <a:gd name="connsiteX22" fmla="*/ 3388138 w 3946874"/>
                <a:gd name="connsiteY22" fmla="*/ 1770888 h 3989641"/>
                <a:gd name="connsiteX23" fmla="*/ 3466529 w 3946874"/>
                <a:gd name="connsiteY23" fmla="*/ 1679162 h 3989641"/>
                <a:gd name="connsiteX24" fmla="*/ 3538633 w 3946874"/>
                <a:gd name="connsiteY24" fmla="*/ 1551718 h 3989641"/>
                <a:gd name="connsiteX25" fmla="*/ 3588544 w 3946874"/>
                <a:gd name="connsiteY25" fmla="*/ 1376172 h 3989641"/>
                <a:gd name="connsiteX26" fmla="*/ 3597402 w 3946874"/>
                <a:gd name="connsiteY26" fmla="*/ 1293305 h 3989641"/>
                <a:gd name="connsiteX27" fmla="*/ 3721227 w 3946874"/>
                <a:gd name="connsiteY27" fmla="*/ 880491 h 3989641"/>
                <a:gd name="connsiteX28" fmla="*/ 3761137 w 3946874"/>
                <a:gd name="connsiteY28" fmla="*/ 463677 h 3989641"/>
                <a:gd name="connsiteX29" fmla="*/ 3946874 w 3946874"/>
                <a:gd name="connsiteY29" fmla="*/ 0 h 3989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946874" h="3989641">
                  <a:moveTo>
                    <a:pt x="0" y="3989641"/>
                  </a:moveTo>
                  <a:cubicBezTo>
                    <a:pt x="19050" y="3957257"/>
                    <a:pt x="50959" y="3916013"/>
                    <a:pt x="79439" y="3891153"/>
                  </a:cubicBezTo>
                  <a:cubicBezTo>
                    <a:pt x="165544" y="3815906"/>
                    <a:pt x="227933" y="3717989"/>
                    <a:pt x="297371" y="3626930"/>
                  </a:cubicBezTo>
                  <a:cubicBezTo>
                    <a:pt x="346615" y="3562255"/>
                    <a:pt x="398050" y="3499009"/>
                    <a:pt x="454343" y="3440335"/>
                  </a:cubicBezTo>
                  <a:cubicBezTo>
                    <a:pt x="506349" y="3386042"/>
                    <a:pt x="562642" y="3336227"/>
                    <a:pt x="622363" y="3290697"/>
                  </a:cubicBezTo>
                  <a:cubicBezTo>
                    <a:pt x="719519" y="3216688"/>
                    <a:pt x="824960" y="3154585"/>
                    <a:pt x="927068" y="3087434"/>
                  </a:cubicBezTo>
                  <a:cubicBezTo>
                    <a:pt x="1011365" y="3031998"/>
                    <a:pt x="1093565" y="2973324"/>
                    <a:pt x="1176338" y="2915603"/>
                  </a:cubicBezTo>
                  <a:cubicBezTo>
                    <a:pt x="1246537" y="2866644"/>
                    <a:pt x="1317308" y="2818066"/>
                    <a:pt x="1394270" y="2780729"/>
                  </a:cubicBezTo>
                  <a:cubicBezTo>
                    <a:pt x="1459421" y="2749106"/>
                    <a:pt x="1528763" y="2724436"/>
                    <a:pt x="1601057" y="2723483"/>
                  </a:cubicBezTo>
                  <a:cubicBezTo>
                    <a:pt x="1653350" y="2722721"/>
                    <a:pt x="1704785" y="2733485"/>
                    <a:pt x="1756220" y="2743772"/>
                  </a:cubicBezTo>
                  <a:cubicBezTo>
                    <a:pt x="1800320" y="2752630"/>
                    <a:pt x="1844612" y="2760250"/>
                    <a:pt x="1889189" y="2765965"/>
                  </a:cubicBezTo>
                  <a:cubicBezTo>
                    <a:pt x="1928622" y="2771013"/>
                    <a:pt x="1968437" y="2773299"/>
                    <a:pt x="2007394" y="2765965"/>
                  </a:cubicBezTo>
                  <a:cubicBezTo>
                    <a:pt x="2073878" y="2753487"/>
                    <a:pt x="2130647" y="2712911"/>
                    <a:pt x="2184654" y="2671763"/>
                  </a:cubicBezTo>
                  <a:cubicBezTo>
                    <a:pt x="2245900" y="2625090"/>
                    <a:pt x="2304002" y="2573465"/>
                    <a:pt x="2372773" y="2538984"/>
                  </a:cubicBezTo>
                  <a:cubicBezTo>
                    <a:pt x="2394395" y="2528126"/>
                    <a:pt x="2416874" y="2518982"/>
                    <a:pt x="2439543" y="2510504"/>
                  </a:cubicBezTo>
                  <a:cubicBezTo>
                    <a:pt x="2509552" y="2484215"/>
                    <a:pt x="2580037" y="2459450"/>
                    <a:pt x="2650617" y="2434781"/>
                  </a:cubicBezTo>
                  <a:cubicBezTo>
                    <a:pt x="2695956" y="2418874"/>
                    <a:pt x="2741295" y="2402872"/>
                    <a:pt x="2785110" y="2383060"/>
                  </a:cubicBezTo>
                  <a:cubicBezTo>
                    <a:pt x="2824448" y="2365248"/>
                    <a:pt x="2862358" y="2344198"/>
                    <a:pt x="2897315" y="2318861"/>
                  </a:cubicBezTo>
                  <a:cubicBezTo>
                    <a:pt x="2934367" y="2292096"/>
                    <a:pt x="2968085" y="2260854"/>
                    <a:pt x="2997994" y="2226183"/>
                  </a:cubicBezTo>
                  <a:cubicBezTo>
                    <a:pt x="3020949" y="2199513"/>
                    <a:pt x="3041714" y="2170938"/>
                    <a:pt x="3061240" y="2141506"/>
                  </a:cubicBezTo>
                  <a:cubicBezTo>
                    <a:pt x="3091529" y="2095976"/>
                    <a:pt x="3119533" y="2049018"/>
                    <a:pt x="3152108" y="2005203"/>
                  </a:cubicBezTo>
                  <a:cubicBezTo>
                    <a:pt x="3188113" y="1956626"/>
                    <a:pt x="3229261" y="1912144"/>
                    <a:pt x="3274124" y="1871567"/>
                  </a:cubicBezTo>
                  <a:cubicBezTo>
                    <a:pt x="3311747" y="1837563"/>
                    <a:pt x="3351848" y="1806321"/>
                    <a:pt x="3388138" y="1770888"/>
                  </a:cubicBezTo>
                  <a:cubicBezTo>
                    <a:pt x="3416999" y="1742694"/>
                    <a:pt x="3443002" y="1711833"/>
                    <a:pt x="3466529" y="1679162"/>
                  </a:cubicBezTo>
                  <a:cubicBezTo>
                    <a:pt x="3495008" y="1639348"/>
                    <a:pt x="3519392" y="1596771"/>
                    <a:pt x="3538633" y="1551718"/>
                  </a:cubicBezTo>
                  <a:cubicBezTo>
                    <a:pt x="3562731" y="1495616"/>
                    <a:pt x="3578924" y="1436465"/>
                    <a:pt x="3588544" y="1376172"/>
                  </a:cubicBezTo>
                  <a:cubicBezTo>
                    <a:pt x="3592925" y="1348740"/>
                    <a:pt x="3595688" y="1321022"/>
                    <a:pt x="3597402" y="1293305"/>
                  </a:cubicBezTo>
                  <a:cubicBezTo>
                    <a:pt x="3605974" y="1155859"/>
                    <a:pt x="3717703" y="1018127"/>
                    <a:pt x="3721227" y="880491"/>
                  </a:cubicBezTo>
                  <a:cubicBezTo>
                    <a:pt x="3724751" y="740855"/>
                    <a:pt x="3743135" y="602171"/>
                    <a:pt x="3761137" y="463677"/>
                  </a:cubicBezTo>
                  <a:cubicBezTo>
                    <a:pt x="3776186" y="347758"/>
                    <a:pt x="3934968" y="116205"/>
                    <a:pt x="3946874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BE0C2DB8-57E7-29B9-F001-C891423E0C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95978" y="2441733"/>
              <a:ext cx="3665410" cy="2985611"/>
            </a:xfrm>
            <a:custGeom>
              <a:avLst/>
              <a:gdLst>
                <a:gd name="connsiteX0" fmla="*/ 0 w 3665410"/>
                <a:gd name="connsiteY0" fmla="*/ 2985611 h 2985611"/>
                <a:gd name="connsiteX1" fmla="*/ 166211 w 3665410"/>
                <a:gd name="connsiteY1" fmla="*/ 2699766 h 2985611"/>
                <a:gd name="connsiteX2" fmla="*/ 397002 w 3665410"/>
                <a:gd name="connsiteY2" fmla="*/ 2414969 h 2985611"/>
                <a:gd name="connsiteX3" fmla="*/ 620173 w 3665410"/>
                <a:gd name="connsiteY3" fmla="*/ 2237899 h 2985611"/>
                <a:gd name="connsiteX4" fmla="*/ 823341 w 3665410"/>
                <a:gd name="connsiteY4" fmla="*/ 2085499 h 2985611"/>
                <a:gd name="connsiteX5" fmla="*/ 1089565 w 3665410"/>
                <a:gd name="connsiteY5" fmla="*/ 1911477 h 2985611"/>
                <a:gd name="connsiteX6" fmla="*/ 1145000 w 3665410"/>
                <a:gd name="connsiteY6" fmla="*/ 1886807 h 2985611"/>
                <a:gd name="connsiteX7" fmla="*/ 1375791 w 3665410"/>
                <a:gd name="connsiteY7" fmla="*/ 1842135 h 2985611"/>
                <a:gd name="connsiteX8" fmla="*/ 1486567 w 3665410"/>
                <a:gd name="connsiteY8" fmla="*/ 1857566 h 2985611"/>
                <a:gd name="connsiteX9" fmla="*/ 1568101 w 3665410"/>
                <a:gd name="connsiteY9" fmla="*/ 1871377 h 2985611"/>
                <a:gd name="connsiteX10" fmla="*/ 1810607 w 3665410"/>
                <a:gd name="connsiteY10" fmla="*/ 1871377 h 2985611"/>
                <a:gd name="connsiteX11" fmla="*/ 1997964 w 3665410"/>
                <a:gd name="connsiteY11" fmla="*/ 1790605 h 2985611"/>
                <a:gd name="connsiteX12" fmla="*/ 2109883 w 3665410"/>
                <a:gd name="connsiteY12" fmla="*/ 1702784 h 2985611"/>
                <a:gd name="connsiteX13" fmla="*/ 2321433 w 3665410"/>
                <a:gd name="connsiteY13" fmla="*/ 1552384 h 2985611"/>
                <a:gd name="connsiteX14" fmla="*/ 2558891 w 3665410"/>
                <a:gd name="connsiteY14" fmla="*/ 1453420 h 2985611"/>
                <a:gd name="connsiteX15" fmla="*/ 2709767 w 3665410"/>
                <a:gd name="connsiteY15" fmla="*/ 1377887 h 2985611"/>
                <a:gd name="connsiteX16" fmla="*/ 2885408 w 3665410"/>
                <a:gd name="connsiteY16" fmla="*/ 1237393 h 2985611"/>
                <a:gd name="connsiteX17" fmla="*/ 3017711 w 3665410"/>
                <a:gd name="connsiteY17" fmla="*/ 1072229 h 2985611"/>
                <a:gd name="connsiteX18" fmla="*/ 3150680 w 3665410"/>
                <a:gd name="connsiteY18" fmla="*/ 921830 h 2985611"/>
                <a:gd name="connsiteX19" fmla="*/ 3255169 w 3665410"/>
                <a:gd name="connsiteY19" fmla="*/ 801815 h 2985611"/>
                <a:gd name="connsiteX20" fmla="*/ 3339275 w 3665410"/>
                <a:gd name="connsiteY20" fmla="*/ 694182 h 2985611"/>
                <a:gd name="connsiteX21" fmla="*/ 3409188 w 3665410"/>
                <a:gd name="connsiteY21" fmla="*/ 546926 h 2985611"/>
                <a:gd name="connsiteX22" fmla="*/ 3464243 w 3665410"/>
                <a:gd name="connsiteY22" fmla="*/ 347663 h 2985611"/>
                <a:gd name="connsiteX23" fmla="*/ 3665411 w 3665410"/>
                <a:gd name="connsiteY23" fmla="*/ 0 h 29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665410" h="2985611">
                  <a:moveTo>
                    <a:pt x="0" y="2985611"/>
                  </a:moveTo>
                  <a:cubicBezTo>
                    <a:pt x="0" y="2985611"/>
                    <a:pt x="86773" y="2802827"/>
                    <a:pt x="166211" y="2699766"/>
                  </a:cubicBezTo>
                  <a:cubicBezTo>
                    <a:pt x="240983" y="2602706"/>
                    <a:pt x="309182" y="2500122"/>
                    <a:pt x="397002" y="2414969"/>
                  </a:cubicBezTo>
                  <a:cubicBezTo>
                    <a:pt x="465296" y="2348865"/>
                    <a:pt x="543592" y="2294477"/>
                    <a:pt x="620173" y="2237899"/>
                  </a:cubicBezTo>
                  <a:cubicBezTo>
                    <a:pt x="688277" y="2187607"/>
                    <a:pt x="755333" y="2135886"/>
                    <a:pt x="823341" y="2085499"/>
                  </a:cubicBezTo>
                  <a:cubicBezTo>
                    <a:pt x="908685" y="2022253"/>
                    <a:pt x="994791" y="1959197"/>
                    <a:pt x="1089565" y="1911477"/>
                  </a:cubicBezTo>
                  <a:cubicBezTo>
                    <a:pt x="1107662" y="1902428"/>
                    <a:pt x="1126141" y="1894141"/>
                    <a:pt x="1145000" y="1886807"/>
                  </a:cubicBezTo>
                  <a:cubicBezTo>
                    <a:pt x="1218819" y="1858232"/>
                    <a:pt x="1296924" y="1838611"/>
                    <a:pt x="1375791" y="1842135"/>
                  </a:cubicBezTo>
                  <a:cubicBezTo>
                    <a:pt x="1413129" y="1843754"/>
                    <a:pt x="1449896" y="1850422"/>
                    <a:pt x="1486567" y="1857566"/>
                  </a:cubicBezTo>
                  <a:cubicBezTo>
                    <a:pt x="1513618" y="1862804"/>
                    <a:pt x="1540859" y="1867376"/>
                    <a:pt x="1568101" y="1871377"/>
                  </a:cubicBezTo>
                  <a:cubicBezTo>
                    <a:pt x="1648778" y="1883188"/>
                    <a:pt x="1730978" y="1887665"/>
                    <a:pt x="1810607" y="1871377"/>
                  </a:cubicBezTo>
                  <a:cubicBezTo>
                    <a:pt x="1877854" y="1857661"/>
                    <a:pt x="1941100" y="1829086"/>
                    <a:pt x="1997964" y="1790605"/>
                  </a:cubicBezTo>
                  <a:cubicBezTo>
                    <a:pt x="2037302" y="1764030"/>
                    <a:pt x="2073497" y="1733264"/>
                    <a:pt x="2109883" y="1702784"/>
                  </a:cubicBezTo>
                  <a:cubicBezTo>
                    <a:pt x="2176367" y="1647063"/>
                    <a:pt x="2244852" y="1593151"/>
                    <a:pt x="2321433" y="1552384"/>
                  </a:cubicBezTo>
                  <a:cubicBezTo>
                    <a:pt x="2397157" y="1512094"/>
                    <a:pt x="2479548" y="1486281"/>
                    <a:pt x="2558891" y="1453420"/>
                  </a:cubicBezTo>
                  <a:cubicBezTo>
                    <a:pt x="2610898" y="1431798"/>
                    <a:pt x="2661571" y="1407033"/>
                    <a:pt x="2709767" y="1377887"/>
                  </a:cubicBezTo>
                  <a:cubicBezTo>
                    <a:pt x="2774252" y="1338929"/>
                    <a:pt x="2834069" y="1292447"/>
                    <a:pt x="2885408" y="1237393"/>
                  </a:cubicBezTo>
                  <a:cubicBezTo>
                    <a:pt x="2933605" y="1185767"/>
                    <a:pt x="2973324" y="1127093"/>
                    <a:pt x="3017711" y="1072229"/>
                  </a:cubicBezTo>
                  <a:cubicBezTo>
                    <a:pt x="3059811" y="1020223"/>
                    <a:pt x="3105912" y="971645"/>
                    <a:pt x="3150680" y="921830"/>
                  </a:cubicBezTo>
                  <a:cubicBezTo>
                    <a:pt x="3186113" y="882396"/>
                    <a:pt x="3220593" y="842010"/>
                    <a:pt x="3255169" y="801815"/>
                  </a:cubicBezTo>
                  <a:cubicBezTo>
                    <a:pt x="3284887" y="767239"/>
                    <a:pt x="3314605" y="732473"/>
                    <a:pt x="3339275" y="694182"/>
                  </a:cubicBezTo>
                  <a:cubicBezTo>
                    <a:pt x="3368707" y="648367"/>
                    <a:pt x="3390138" y="597980"/>
                    <a:pt x="3409188" y="546926"/>
                  </a:cubicBezTo>
                  <a:cubicBezTo>
                    <a:pt x="3433382" y="482156"/>
                    <a:pt x="3453384" y="415861"/>
                    <a:pt x="3464243" y="347663"/>
                  </a:cubicBezTo>
                  <a:cubicBezTo>
                    <a:pt x="3476244" y="272224"/>
                    <a:pt x="3661696" y="76295"/>
                    <a:pt x="366541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AC56FEE2-48B1-CBFC-94CB-584816A95D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90402" y="5229700"/>
              <a:ext cx="285940" cy="199072"/>
            </a:xfrm>
            <a:custGeom>
              <a:avLst/>
              <a:gdLst>
                <a:gd name="connsiteX0" fmla="*/ 0 w 285940"/>
                <a:gd name="connsiteY0" fmla="*/ 199073 h 199072"/>
                <a:gd name="connsiteX1" fmla="*/ 285940 w 285940"/>
                <a:gd name="connsiteY1" fmla="*/ 0 h 199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85940" h="199072">
                  <a:moveTo>
                    <a:pt x="0" y="199073"/>
                  </a:moveTo>
                  <a:cubicBezTo>
                    <a:pt x="0" y="199073"/>
                    <a:pt x="242125" y="39243"/>
                    <a:pt x="28594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D6848CEF-A101-4D9F-97DA-A601C7F5CF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393114" y="5049773"/>
              <a:ext cx="655796" cy="381190"/>
            </a:xfrm>
            <a:custGeom>
              <a:avLst/>
              <a:gdLst>
                <a:gd name="connsiteX0" fmla="*/ 0 w 655796"/>
                <a:gd name="connsiteY0" fmla="*/ 381190 h 381190"/>
                <a:gd name="connsiteX1" fmla="*/ 655796 w 655796"/>
                <a:gd name="connsiteY1" fmla="*/ 0 h 381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5796" h="381190">
                  <a:moveTo>
                    <a:pt x="0" y="381190"/>
                  </a:moveTo>
                  <a:cubicBezTo>
                    <a:pt x="0" y="381190"/>
                    <a:pt x="461105" y="172117"/>
                    <a:pt x="65579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7AE4746A-47BA-751E-0BC6-B39E80F88F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154072" y="3867816"/>
              <a:ext cx="2907315" cy="1544764"/>
            </a:xfrm>
            <a:custGeom>
              <a:avLst/>
              <a:gdLst>
                <a:gd name="connsiteX0" fmla="*/ 0 w 2907315"/>
                <a:gd name="connsiteY0" fmla="*/ 1544764 h 1544764"/>
                <a:gd name="connsiteX1" fmla="*/ 201644 w 2907315"/>
                <a:gd name="connsiteY1" fmla="*/ 1352550 h 1544764"/>
                <a:gd name="connsiteX2" fmla="*/ 423196 w 2907315"/>
                <a:gd name="connsiteY2" fmla="*/ 1196054 h 1544764"/>
                <a:gd name="connsiteX3" fmla="*/ 782193 w 2907315"/>
                <a:gd name="connsiteY3" fmla="*/ 1099947 h 1544764"/>
                <a:gd name="connsiteX4" fmla="*/ 1052513 w 2907315"/>
                <a:gd name="connsiteY4" fmla="*/ 1042321 h 1544764"/>
                <a:gd name="connsiteX5" fmla="*/ 1311783 w 2907315"/>
                <a:gd name="connsiteY5" fmla="*/ 1056037 h 1544764"/>
                <a:gd name="connsiteX6" fmla="*/ 1484662 w 2907315"/>
                <a:gd name="connsiteY6" fmla="*/ 1083469 h 1544764"/>
                <a:gd name="connsiteX7" fmla="*/ 1788224 w 2907315"/>
                <a:gd name="connsiteY7" fmla="*/ 1023080 h 1544764"/>
                <a:gd name="connsiteX8" fmla="*/ 2269045 w 2907315"/>
                <a:gd name="connsiteY8" fmla="*/ 734758 h 1544764"/>
                <a:gd name="connsiteX9" fmla="*/ 2534984 w 2907315"/>
                <a:gd name="connsiteY9" fmla="*/ 572738 h 1544764"/>
                <a:gd name="connsiteX10" fmla="*/ 2907316 w 2907315"/>
                <a:gd name="connsiteY10" fmla="*/ 0 h 1544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7315" h="1544764">
                  <a:moveTo>
                    <a:pt x="0" y="1544764"/>
                  </a:moveTo>
                  <a:cubicBezTo>
                    <a:pt x="0" y="1544764"/>
                    <a:pt x="98012" y="1443990"/>
                    <a:pt x="201644" y="1352550"/>
                  </a:cubicBezTo>
                  <a:cubicBezTo>
                    <a:pt x="271272" y="1291209"/>
                    <a:pt x="343662" y="1234249"/>
                    <a:pt x="423196" y="1196054"/>
                  </a:cubicBezTo>
                  <a:cubicBezTo>
                    <a:pt x="537591" y="1141095"/>
                    <a:pt x="661226" y="1127189"/>
                    <a:pt x="782193" y="1099947"/>
                  </a:cubicBezTo>
                  <a:cubicBezTo>
                    <a:pt x="872300" y="1079659"/>
                    <a:pt x="961358" y="1051370"/>
                    <a:pt x="1052513" y="1042321"/>
                  </a:cubicBezTo>
                  <a:cubicBezTo>
                    <a:pt x="1139000" y="1033653"/>
                    <a:pt x="1225868" y="1040321"/>
                    <a:pt x="1311783" y="1056037"/>
                  </a:cubicBezTo>
                  <a:cubicBezTo>
                    <a:pt x="1369314" y="1066609"/>
                    <a:pt x="1426559" y="1079373"/>
                    <a:pt x="1484662" y="1083469"/>
                  </a:cubicBezTo>
                  <a:cubicBezTo>
                    <a:pt x="1587913" y="1090803"/>
                    <a:pt x="1690402" y="1064800"/>
                    <a:pt x="1788224" y="1023080"/>
                  </a:cubicBezTo>
                  <a:cubicBezTo>
                    <a:pt x="1956721" y="951262"/>
                    <a:pt x="2106549" y="825722"/>
                    <a:pt x="2269045" y="734758"/>
                  </a:cubicBezTo>
                  <a:cubicBezTo>
                    <a:pt x="2359438" y="684181"/>
                    <a:pt x="2452497" y="640556"/>
                    <a:pt x="2534984" y="572738"/>
                  </a:cubicBezTo>
                  <a:cubicBezTo>
                    <a:pt x="2673001" y="459391"/>
                    <a:pt x="2847023" y="191453"/>
                    <a:pt x="290731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1911320E-D7AD-D549-504A-6B08F13CFA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07946" y="3479100"/>
              <a:ext cx="3168300" cy="1952434"/>
            </a:xfrm>
            <a:custGeom>
              <a:avLst/>
              <a:gdLst>
                <a:gd name="connsiteX0" fmla="*/ 0 w 3168300"/>
                <a:gd name="connsiteY0" fmla="*/ 1952435 h 1952434"/>
                <a:gd name="connsiteX1" fmla="*/ 202121 w 3168300"/>
                <a:gd name="connsiteY1" fmla="*/ 1687068 h 1952434"/>
                <a:gd name="connsiteX2" fmla="*/ 545116 w 3168300"/>
                <a:gd name="connsiteY2" fmla="*/ 1450277 h 1952434"/>
                <a:gd name="connsiteX3" fmla="*/ 906780 w 3168300"/>
                <a:gd name="connsiteY3" fmla="*/ 1354455 h 1952434"/>
                <a:gd name="connsiteX4" fmla="*/ 1332262 w 3168300"/>
                <a:gd name="connsiteY4" fmla="*/ 1285304 h 1952434"/>
                <a:gd name="connsiteX5" fmla="*/ 1691259 w 3168300"/>
                <a:gd name="connsiteY5" fmla="*/ 1240060 h 1952434"/>
                <a:gd name="connsiteX6" fmla="*/ 2010346 w 3168300"/>
                <a:gd name="connsiteY6" fmla="*/ 1141667 h 1952434"/>
                <a:gd name="connsiteX7" fmla="*/ 2393252 w 3168300"/>
                <a:gd name="connsiteY7" fmla="*/ 1027271 h 1952434"/>
                <a:gd name="connsiteX8" fmla="*/ 2582037 w 3168300"/>
                <a:gd name="connsiteY8" fmla="*/ 958120 h 1952434"/>
                <a:gd name="connsiteX9" fmla="*/ 2760155 w 3168300"/>
                <a:gd name="connsiteY9" fmla="*/ 827723 h 1952434"/>
                <a:gd name="connsiteX10" fmla="*/ 2914364 w 3168300"/>
                <a:gd name="connsiteY10" fmla="*/ 567023 h 1952434"/>
                <a:gd name="connsiteX11" fmla="*/ 3168301 w 3168300"/>
                <a:gd name="connsiteY11" fmla="*/ 0 h 1952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68300" h="1952434">
                  <a:moveTo>
                    <a:pt x="0" y="1952435"/>
                  </a:moveTo>
                  <a:cubicBezTo>
                    <a:pt x="0" y="1952435"/>
                    <a:pt x="91059" y="1796415"/>
                    <a:pt x="202121" y="1687068"/>
                  </a:cubicBezTo>
                  <a:cubicBezTo>
                    <a:pt x="301943" y="1588675"/>
                    <a:pt x="416528" y="1505617"/>
                    <a:pt x="545116" y="1450277"/>
                  </a:cubicBezTo>
                  <a:cubicBezTo>
                    <a:pt x="659987" y="1400747"/>
                    <a:pt x="783622" y="1377601"/>
                    <a:pt x="906780" y="1354455"/>
                  </a:cubicBezTo>
                  <a:cubicBezTo>
                    <a:pt x="1048036" y="1327976"/>
                    <a:pt x="1189482" y="1301972"/>
                    <a:pt x="1332262" y="1285304"/>
                  </a:cubicBezTo>
                  <a:cubicBezTo>
                    <a:pt x="1452182" y="1271302"/>
                    <a:pt x="1573340" y="1265873"/>
                    <a:pt x="1691259" y="1240060"/>
                  </a:cubicBezTo>
                  <a:cubicBezTo>
                    <a:pt x="1800035" y="1216247"/>
                    <a:pt x="1904619" y="1176718"/>
                    <a:pt x="2010346" y="1141667"/>
                  </a:cubicBezTo>
                  <a:cubicBezTo>
                    <a:pt x="2136743" y="1099661"/>
                    <a:pt x="2265902" y="1066229"/>
                    <a:pt x="2393252" y="1027271"/>
                  </a:cubicBezTo>
                  <a:cubicBezTo>
                    <a:pt x="2457450" y="1007650"/>
                    <a:pt x="2521744" y="987552"/>
                    <a:pt x="2582037" y="958120"/>
                  </a:cubicBezTo>
                  <a:cubicBezTo>
                    <a:pt x="2648807" y="925449"/>
                    <a:pt x="2710815" y="883349"/>
                    <a:pt x="2760155" y="827723"/>
                  </a:cubicBezTo>
                  <a:cubicBezTo>
                    <a:pt x="2827496" y="751904"/>
                    <a:pt x="2867978" y="657511"/>
                    <a:pt x="2914364" y="567023"/>
                  </a:cubicBezTo>
                  <a:cubicBezTo>
                    <a:pt x="2972753" y="453200"/>
                    <a:pt x="3119152" y="118015"/>
                    <a:pt x="316830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D02A855E-1FA7-CD82-CD57-57D59FBD98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04778" y="2976752"/>
              <a:ext cx="3356800" cy="2452020"/>
            </a:xfrm>
            <a:custGeom>
              <a:avLst/>
              <a:gdLst>
                <a:gd name="connsiteX0" fmla="*/ 0 w 3356800"/>
                <a:gd name="connsiteY0" fmla="*/ 2452021 h 2452020"/>
                <a:gd name="connsiteX1" fmla="*/ 130874 w 3356800"/>
                <a:gd name="connsiteY1" fmla="*/ 2247710 h 2452020"/>
                <a:gd name="connsiteX2" fmla="*/ 437197 w 3356800"/>
                <a:gd name="connsiteY2" fmla="*/ 1941195 h 2452020"/>
                <a:gd name="connsiteX3" fmla="*/ 737140 w 3356800"/>
                <a:gd name="connsiteY3" fmla="*/ 1736884 h 2452020"/>
                <a:gd name="connsiteX4" fmla="*/ 1031843 w 3356800"/>
                <a:gd name="connsiteY4" fmla="*/ 1685068 h 2452020"/>
                <a:gd name="connsiteX5" fmla="*/ 1287304 w 3356800"/>
                <a:gd name="connsiteY5" fmla="*/ 1655826 h 2452020"/>
                <a:gd name="connsiteX6" fmla="*/ 1471994 w 3356800"/>
                <a:gd name="connsiteY6" fmla="*/ 1634300 h 2452020"/>
                <a:gd name="connsiteX7" fmla="*/ 1898237 w 3356800"/>
                <a:gd name="connsiteY7" fmla="*/ 1512665 h 2452020"/>
                <a:gd name="connsiteX8" fmla="*/ 2229136 w 3356800"/>
                <a:gd name="connsiteY8" fmla="*/ 1355598 h 2452020"/>
                <a:gd name="connsiteX9" fmla="*/ 2512314 w 3356800"/>
                <a:gd name="connsiteY9" fmla="*/ 1238631 h 2452020"/>
                <a:gd name="connsiteX10" fmla="*/ 2758535 w 3356800"/>
                <a:gd name="connsiteY10" fmla="*/ 1096994 h 2452020"/>
                <a:gd name="connsiteX11" fmla="*/ 2935510 w 3356800"/>
                <a:gd name="connsiteY11" fmla="*/ 919925 h 2452020"/>
                <a:gd name="connsiteX12" fmla="*/ 3081719 w 3356800"/>
                <a:gd name="connsiteY12" fmla="*/ 687419 h 2452020"/>
                <a:gd name="connsiteX13" fmla="*/ 3356800 w 3356800"/>
                <a:gd name="connsiteY13" fmla="*/ 0 h 2452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356800" h="2452020">
                  <a:moveTo>
                    <a:pt x="0" y="2452021"/>
                  </a:moveTo>
                  <a:cubicBezTo>
                    <a:pt x="0" y="2452021"/>
                    <a:pt x="57150" y="2344198"/>
                    <a:pt x="130874" y="2247710"/>
                  </a:cubicBezTo>
                  <a:cubicBezTo>
                    <a:pt x="218694" y="2132648"/>
                    <a:pt x="328136" y="2036635"/>
                    <a:pt x="437197" y="1941195"/>
                  </a:cubicBezTo>
                  <a:cubicBezTo>
                    <a:pt x="529304" y="1860709"/>
                    <a:pt x="623030" y="1779556"/>
                    <a:pt x="737140" y="1736884"/>
                  </a:cubicBezTo>
                  <a:cubicBezTo>
                    <a:pt x="830866" y="1701736"/>
                    <a:pt x="932021" y="1695450"/>
                    <a:pt x="1031843" y="1685068"/>
                  </a:cubicBezTo>
                  <a:cubicBezTo>
                    <a:pt x="1117092" y="1676210"/>
                    <a:pt x="1202055" y="1665160"/>
                    <a:pt x="1287304" y="1655826"/>
                  </a:cubicBezTo>
                  <a:cubicBezTo>
                    <a:pt x="1348931" y="1649063"/>
                    <a:pt x="1410653" y="1643539"/>
                    <a:pt x="1471994" y="1634300"/>
                  </a:cubicBezTo>
                  <a:cubicBezTo>
                    <a:pt x="1618679" y="1612011"/>
                    <a:pt x="1761935" y="1571149"/>
                    <a:pt x="1898237" y="1512665"/>
                  </a:cubicBezTo>
                  <a:cubicBezTo>
                    <a:pt x="2010442" y="1464564"/>
                    <a:pt x="2117503" y="1405128"/>
                    <a:pt x="2229136" y="1355598"/>
                  </a:cubicBezTo>
                  <a:cubicBezTo>
                    <a:pt x="2322481" y="1314164"/>
                    <a:pt x="2418969" y="1280160"/>
                    <a:pt x="2512314" y="1238631"/>
                  </a:cubicBezTo>
                  <a:cubicBezTo>
                    <a:pt x="2599087" y="1199960"/>
                    <a:pt x="2683193" y="1154811"/>
                    <a:pt x="2758535" y="1096994"/>
                  </a:cubicBezTo>
                  <a:cubicBezTo>
                    <a:pt x="2825020" y="1046035"/>
                    <a:pt x="2883789" y="985837"/>
                    <a:pt x="2935510" y="919925"/>
                  </a:cubicBezTo>
                  <a:cubicBezTo>
                    <a:pt x="2992184" y="847725"/>
                    <a:pt x="3039904" y="769144"/>
                    <a:pt x="3081719" y="687419"/>
                  </a:cubicBezTo>
                  <a:cubicBezTo>
                    <a:pt x="3138297" y="576739"/>
                    <a:pt x="3314129" y="116776"/>
                    <a:pt x="335680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 useBgFill="1">
        <p:nvSpPr>
          <p:cNvPr id="108" name="Rectangle 107">
            <a:extLst>
              <a:ext uri="{FF2B5EF4-FFF2-40B4-BE49-F238E27FC236}">
                <a16:creationId xmlns:a16="http://schemas.microsoft.com/office/drawing/2014/main" id="{AF68CCA6-9137-8961-12CB-E1FA037CD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D72ABFE5-88FE-A473-2BD9-30E6AD6BC2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110" name="Top Left">
            <a:extLst>
              <a:ext uri="{FF2B5EF4-FFF2-40B4-BE49-F238E27FC236}">
                <a16:creationId xmlns:a16="http://schemas.microsoft.com/office/drawing/2014/main" id="{60F1C073-7D3A-1C11-4501-9E058014B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-3086"/>
            <a:ext cx="2198951" cy="3349518"/>
            <a:chOff x="10849" y="-3086"/>
            <a:chExt cx="2198951" cy="3349518"/>
          </a:xfrm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CFA90F85-3D70-A5BD-FE2F-1D784EA780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117189B7-E27B-0A13-D856-45AAB3D98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AFEAB09E-E171-B4A3-8F63-7295A5669F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F2C8BDF2-3D23-D5CD-8B72-28A18D04B4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6F13535B-7761-DAAB-DFC0-BEB272F4C9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A88C686D-F573-F5BC-8C16-A04B49FF5D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4CBF6EF3-C06F-E566-214A-C5E56A98B3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1834710F-D11C-4FBC-581B-AEE2F4F06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2" name="Title 11">
            <a:extLst>
              <a:ext uri="{FF2B5EF4-FFF2-40B4-BE49-F238E27FC236}">
                <a16:creationId xmlns:a16="http://schemas.microsoft.com/office/drawing/2014/main" id="{BEDE8CDC-AC14-8059-694F-2C085ABB5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1" y="559813"/>
            <a:ext cx="9988166" cy="166457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dirty="0">
                <a:ea typeface="+mj-lt"/>
                <a:cs typeface="+mj-lt"/>
              </a:rPr>
              <a:t>Pros of </a:t>
            </a:r>
            <a:r>
              <a:rPr lang="en-US" dirty="0" err="1">
                <a:ea typeface="+mj-lt"/>
                <a:cs typeface="+mj-lt"/>
              </a:rPr>
              <a:t>MobileNet</a:t>
            </a:r>
            <a:endParaRPr lang="en-US" dirty="0" err="1">
              <a:ea typeface="+mj-ea"/>
              <a:cs typeface="+mj-cs"/>
            </a:endParaRPr>
          </a:p>
        </p:txBody>
      </p:sp>
      <p:grpSp>
        <p:nvGrpSpPr>
          <p:cNvPr id="111" name="Bottom Right">
            <a:extLst>
              <a:ext uri="{FF2B5EF4-FFF2-40B4-BE49-F238E27FC236}">
                <a16:creationId xmlns:a16="http://schemas.microsoft.com/office/drawing/2014/main" id="{AD5D845C-EBBB-E589-47A1-584A0498D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827E33A1-3499-0C63-853F-229321BAE3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39256" y="6178637"/>
              <a:ext cx="1482102" cy="67936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grpSp>
          <p:nvGrpSpPr>
            <p:cNvPr id="60" name="Graphic 157">
              <a:extLst>
                <a:ext uri="{FF2B5EF4-FFF2-40B4-BE49-F238E27FC236}">
                  <a16:creationId xmlns:a16="http://schemas.microsoft.com/office/drawing/2014/main" id="{1D2BA22D-324F-89B9-976C-CF26EB2FB0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E7528619-99E9-94D4-32E4-973C8816C8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E8B848BA-7FBB-9364-574D-54618CA37CD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100BFBFC-0FF6-D115-3191-5702B4F5607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95F1C274-3647-D92A-EC5E-BAC9F3D8B5B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DEEC605A-83C5-4A46-8987-1904AA88180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E4473333-D054-0103-4FE9-B342B6F6A87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AD3B588D-F9A7-CEAC-4A39-F1C643983A4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288305B6-AD2C-8272-1F35-AC07EB39B8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0F13FF66-DE9B-5888-4A4E-64563F4D44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5754" y="2384474"/>
            <a:ext cx="9987523" cy="3728613"/>
          </a:xfrm>
          <a:prstGeom prst="round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algn="just">
              <a:lnSpc>
                <a:spcPct val="150000"/>
              </a:lnSpc>
              <a:buChar char="+"/>
            </a:pPr>
            <a:r>
              <a:rPr lang="en-US" dirty="0">
                <a:ea typeface="+mn-lt"/>
                <a:cs typeface="+mn-lt"/>
              </a:rPr>
              <a:t>Efficiency: </a:t>
            </a:r>
            <a:r>
              <a:rPr lang="en-US" dirty="0" err="1">
                <a:ea typeface="+mn-lt"/>
                <a:cs typeface="+mn-lt"/>
              </a:rPr>
              <a:t>MobileNet</a:t>
            </a:r>
            <a:r>
              <a:rPr lang="en-US" dirty="0">
                <a:ea typeface="+mn-lt"/>
                <a:cs typeface="+mn-lt"/>
              </a:rPr>
              <a:t> is designed specifically for mobile and embedded devices, making it highly efficient in terms of processing power and memory usage.</a:t>
            </a:r>
          </a:p>
          <a:p>
            <a:pPr indent="-228600" algn="just">
              <a:lnSpc>
                <a:spcPct val="150000"/>
              </a:lnSpc>
              <a:buChar char="+"/>
            </a:pPr>
            <a:r>
              <a:rPr lang="en-US" dirty="0">
                <a:ea typeface="+mn-lt"/>
                <a:cs typeface="+mn-lt"/>
              </a:rPr>
              <a:t>Speed: The model is optimized for fast inference, making it ideal for real-time applications such as object detection and image recognition on mobile devices.</a:t>
            </a:r>
          </a:p>
          <a:p>
            <a:pPr indent="-228600" algn="just">
              <a:lnSpc>
                <a:spcPct val="150000"/>
              </a:lnSpc>
              <a:buChar char="+"/>
            </a:pPr>
            <a:r>
              <a:rPr lang="en-US" dirty="0">
                <a:ea typeface="+mn-lt"/>
                <a:cs typeface="+mn-lt"/>
              </a:rPr>
              <a:t>Accuracy: Despite its focus on efficiency, </a:t>
            </a:r>
            <a:r>
              <a:rPr lang="en-US" dirty="0" err="1">
                <a:ea typeface="+mn-lt"/>
                <a:cs typeface="+mn-lt"/>
              </a:rPr>
              <a:t>MobileNet</a:t>
            </a:r>
            <a:r>
              <a:rPr lang="en-US" dirty="0">
                <a:ea typeface="+mn-lt"/>
                <a:cs typeface="+mn-lt"/>
              </a:rPr>
              <a:t> still achieves competitive accuracy in various computer vision tasks, making it suitable for a wide range of applications.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34689F-1C8E-A535-BEFA-FC6484CE0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6000" y="6356350"/>
            <a:ext cx="1447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73B850FF-6169-4056-8077-06FFA93A5366}" type="slidenum">
              <a:rPr lang="en-US" cap="all" smtClean="0">
                <a:cs typeface="Segoe UI Semilight" panose="020B0402040204020203" pitchFamily="34" charset="0"/>
              </a:rPr>
              <a:pPr>
                <a:spcAft>
                  <a:spcPts val="600"/>
                </a:spcAft>
              </a:pPr>
              <a:t>21</a:t>
            </a:fld>
            <a:endParaRPr lang="en-US" cap="all">
              <a:cs typeface="Segoe UI Semilight" panose="020B04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36685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273F29-8F2C-2FA7-414E-65C5E199A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 101">
            <a:extLst>
              <a:ext uri="{FF2B5EF4-FFF2-40B4-BE49-F238E27FC236}">
                <a16:creationId xmlns:a16="http://schemas.microsoft.com/office/drawing/2014/main" id="{F8347033-E69A-2963-3667-955465144D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03" name="Freeform: Shape 102">
            <a:extLst>
              <a:ext uri="{FF2B5EF4-FFF2-40B4-BE49-F238E27FC236}">
                <a16:creationId xmlns:a16="http://schemas.microsoft.com/office/drawing/2014/main" id="{A82D355E-20DC-78FB-E5BA-74310F96E9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692844" y="-3086"/>
            <a:ext cx="1326111" cy="59760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rPr>
              <a:t> </a:t>
            </a:r>
          </a:p>
        </p:txBody>
      </p:sp>
      <p:sp>
        <p:nvSpPr>
          <p:cNvPr id="104" name="Freeform: Shape 103">
            <a:extLst>
              <a:ext uri="{FF2B5EF4-FFF2-40B4-BE49-F238E27FC236}">
                <a16:creationId xmlns:a16="http://schemas.microsoft.com/office/drawing/2014/main" id="{A244C23B-A88F-9051-5D63-7B17EA2697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9256" y="6172200"/>
            <a:ext cx="1482102" cy="67936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rPr>
              <a:t> </a:t>
            </a:r>
          </a:p>
        </p:txBody>
      </p:sp>
      <p:sp>
        <p:nvSpPr>
          <p:cNvPr id="105" name="Freeform: Shape 104">
            <a:extLst>
              <a:ext uri="{FF2B5EF4-FFF2-40B4-BE49-F238E27FC236}">
                <a16:creationId xmlns:a16="http://schemas.microsoft.com/office/drawing/2014/main" id="{FB3D0206-1312-DF14-A99D-5FC92C3A7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7352" y="5197178"/>
            <a:ext cx="4211600" cy="1660822"/>
          </a:xfrm>
          <a:custGeom>
            <a:avLst/>
            <a:gdLst>
              <a:gd name="connsiteX0" fmla="*/ 4211600 w 4211600"/>
              <a:gd name="connsiteY0" fmla="*/ 0 h 1660822"/>
              <a:gd name="connsiteX1" fmla="*/ 4211600 w 4211600"/>
              <a:gd name="connsiteY1" fmla="*/ 58430 h 1660822"/>
              <a:gd name="connsiteX2" fmla="*/ 4136524 w 4211600"/>
              <a:gd name="connsiteY2" fmla="*/ 208808 h 1660822"/>
              <a:gd name="connsiteX3" fmla="*/ 3973354 w 4211600"/>
              <a:gd name="connsiteY3" fmla="*/ 437313 h 1660822"/>
              <a:gd name="connsiteX4" fmla="*/ 3884746 w 4211600"/>
              <a:gd name="connsiteY4" fmla="*/ 553613 h 1660822"/>
              <a:gd name="connsiteX5" fmla="*/ 3849435 w 4211600"/>
              <a:gd name="connsiteY5" fmla="*/ 603143 h 1660822"/>
              <a:gd name="connsiteX6" fmla="*/ 3661849 w 4211600"/>
              <a:gd name="connsiteY6" fmla="*/ 819075 h 1660822"/>
              <a:gd name="connsiteX7" fmla="*/ 3402589 w 4211600"/>
              <a:gd name="connsiteY7" fmla="*/ 952996 h 1660822"/>
              <a:gd name="connsiteX8" fmla="*/ 3130202 w 4211600"/>
              <a:gd name="connsiteY8" fmla="*/ 1023386 h 1660822"/>
              <a:gd name="connsiteX9" fmla="*/ 2914657 w 4211600"/>
              <a:gd name="connsiteY9" fmla="*/ 1068058 h 1660822"/>
              <a:gd name="connsiteX10" fmla="*/ 2582149 w 4211600"/>
              <a:gd name="connsiteY10" fmla="*/ 1138924 h 1660822"/>
              <a:gd name="connsiteX11" fmla="*/ 2483958 w 4211600"/>
              <a:gd name="connsiteY11" fmla="*/ 1162356 h 1660822"/>
              <a:gd name="connsiteX12" fmla="*/ 2123750 w 4211600"/>
              <a:gd name="connsiteY12" fmla="*/ 1238651 h 1660822"/>
              <a:gd name="connsiteX13" fmla="*/ 1761444 w 4211600"/>
              <a:gd name="connsiteY13" fmla="*/ 1273417 h 1660822"/>
              <a:gd name="connsiteX14" fmla="*/ 1608382 w 4211600"/>
              <a:gd name="connsiteY14" fmla="*/ 1284466 h 1660822"/>
              <a:gd name="connsiteX15" fmla="*/ 999942 w 4211600"/>
              <a:gd name="connsiteY15" fmla="*/ 1354284 h 1660822"/>
              <a:gd name="connsiteX16" fmla="*/ 484705 w 4211600"/>
              <a:gd name="connsiteY16" fmla="*/ 1450487 h 1660822"/>
              <a:gd name="connsiteX17" fmla="*/ 113310 w 4211600"/>
              <a:gd name="connsiteY17" fmla="*/ 1613700 h 1660822"/>
              <a:gd name="connsiteX18" fmla="*/ 39668 w 4211600"/>
              <a:gd name="connsiteY18" fmla="*/ 1660822 h 1660822"/>
              <a:gd name="connsiteX19" fmla="*/ 0 w 4211600"/>
              <a:gd name="connsiteY19" fmla="*/ 1660822 h 1660822"/>
              <a:gd name="connsiteX20" fmla="*/ 96701 w 4211600"/>
              <a:gd name="connsiteY20" fmla="*/ 1598934 h 1660822"/>
              <a:gd name="connsiteX21" fmla="*/ 474335 w 4211600"/>
              <a:gd name="connsiteY21" fmla="*/ 1433056 h 1660822"/>
              <a:gd name="connsiteX22" fmla="*/ 994299 w 4211600"/>
              <a:gd name="connsiteY22" fmla="*/ 1335806 h 1660822"/>
              <a:gd name="connsiteX23" fmla="*/ 1605231 w 4211600"/>
              <a:gd name="connsiteY23" fmla="*/ 1265702 h 1660822"/>
              <a:gd name="connsiteX24" fmla="*/ 1758819 w 4211600"/>
              <a:gd name="connsiteY24" fmla="*/ 1254558 h 1660822"/>
              <a:gd name="connsiteX25" fmla="*/ 2118106 w 4211600"/>
              <a:gd name="connsiteY25" fmla="*/ 1220077 h 1660822"/>
              <a:gd name="connsiteX26" fmla="*/ 2475557 w 4211600"/>
              <a:gd name="connsiteY26" fmla="*/ 1144353 h 1660822"/>
              <a:gd name="connsiteX27" fmla="*/ 2573878 w 4211600"/>
              <a:gd name="connsiteY27" fmla="*/ 1120827 h 1660822"/>
              <a:gd name="connsiteX28" fmla="*/ 2907437 w 4211600"/>
              <a:gd name="connsiteY28" fmla="*/ 1049675 h 1660822"/>
              <a:gd name="connsiteX29" fmla="*/ 3122589 w 4211600"/>
              <a:gd name="connsiteY29" fmla="*/ 1005098 h 1660822"/>
              <a:gd name="connsiteX30" fmla="*/ 3391169 w 4211600"/>
              <a:gd name="connsiteY30" fmla="*/ 935756 h 1660822"/>
              <a:gd name="connsiteX31" fmla="*/ 3642290 w 4211600"/>
              <a:gd name="connsiteY31" fmla="*/ 806216 h 1660822"/>
              <a:gd name="connsiteX32" fmla="*/ 3825937 w 4211600"/>
              <a:gd name="connsiteY32" fmla="*/ 594475 h 1660822"/>
              <a:gd name="connsiteX33" fmla="*/ 3861381 w 4211600"/>
              <a:gd name="connsiteY33" fmla="*/ 544755 h 1660822"/>
              <a:gd name="connsiteX34" fmla="*/ 3950381 w 4211600"/>
              <a:gd name="connsiteY34" fmla="*/ 427978 h 1660822"/>
              <a:gd name="connsiteX35" fmla="*/ 4112370 w 4211600"/>
              <a:gd name="connsiteY35" fmla="*/ 201378 h 1660822"/>
              <a:gd name="connsiteX36" fmla="*/ 4195989 w 4211600"/>
              <a:gd name="connsiteY36" fmla="*/ 33834 h 1660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211600" h="1660822">
                <a:moveTo>
                  <a:pt x="4211600" y="0"/>
                </a:moveTo>
                <a:lnTo>
                  <a:pt x="4211600" y="58430"/>
                </a:lnTo>
                <a:lnTo>
                  <a:pt x="4136524" y="208808"/>
                </a:lnTo>
                <a:cubicBezTo>
                  <a:pt x="4089791" y="287770"/>
                  <a:pt x="4030588" y="363780"/>
                  <a:pt x="3973354" y="437313"/>
                </a:cubicBezTo>
                <a:cubicBezTo>
                  <a:pt x="3943819" y="475222"/>
                  <a:pt x="3913231" y="514465"/>
                  <a:pt x="3884746" y="553613"/>
                </a:cubicBezTo>
                <a:cubicBezTo>
                  <a:pt x="3872801" y="569996"/>
                  <a:pt x="3861119" y="586569"/>
                  <a:pt x="3849435" y="603143"/>
                </a:cubicBezTo>
                <a:cubicBezTo>
                  <a:pt x="3796665" y="678009"/>
                  <a:pt x="3742187" y="755352"/>
                  <a:pt x="3661849" y="819075"/>
                </a:cubicBezTo>
                <a:cubicBezTo>
                  <a:pt x="3596214" y="871176"/>
                  <a:pt x="3509050" y="916230"/>
                  <a:pt x="3402589" y="952996"/>
                </a:cubicBezTo>
                <a:cubicBezTo>
                  <a:pt x="3312406" y="984048"/>
                  <a:pt x="3215660" y="1005003"/>
                  <a:pt x="3130202" y="1023386"/>
                </a:cubicBezTo>
                <a:cubicBezTo>
                  <a:pt x="3058529" y="1038816"/>
                  <a:pt x="2985412" y="1053675"/>
                  <a:pt x="2914657" y="1068058"/>
                </a:cubicBezTo>
                <a:cubicBezTo>
                  <a:pt x="2805176" y="1090251"/>
                  <a:pt x="2692021" y="1113207"/>
                  <a:pt x="2582149" y="1138924"/>
                </a:cubicBezTo>
                <a:cubicBezTo>
                  <a:pt x="2549330" y="1146639"/>
                  <a:pt x="2516644" y="1154450"/>
                  <a:pt x="2483958" y="1162356"/>
                </a:cubicBezTo>
                <a:cubicBezTo>
                  <a:pt x="2367257" y="1190550"/>
                  <a:pt x="2246621" y="1219601"/>
                  <a:pt x="2123750" y="1238651"/>
                </a:cubicBezTo>
                <a:cubicBezTo>
                  <a:pt x="2004294" y="1257129"/>
                  <a:pt x="1880769" y="1265416"/>
                  <a:pt x="1761444" y="1273417"/>
                </a:cubicBezTo>
                <a:cubicBezTo>
                  <a:pt x="1711167" y="1276751"/>
                  <a:pt x="1659184" y="1280275"/>
                  <a:pt x="1608382" y="1284466"/>
                </a:cubicBezTo>
                <a:cubicBezTo>
                  <a:pt x="1408589" y="1300944"/>
                  <a:pt x="1214570" y="1325805"/>
                  <a:pt x="999942" y="1354284"/>
                </a:cubicBezTo>
                <a:cubicBezTo>
                  <a:pt x="826403" y="1377240"/>
                  <a:pt x="647744" y="1400957"/>
                  <a:pt x="484705" y="1450487"/>
                </a:cubicBezTo>
                <a:cubicBezTo>
                  <a:pt x="355831" y="1489635"/>
                  <a:pt x="231387" y="1544374"/>
                  <a:pt x="113310" y="1613700"/>
                </a:cubicBezTo>
                <a:lnTo>
                  <a:pt x="39668" y="1660822"/>
                </a:lnTo>
                <a:lnTo>
                  <a:pt x="0" y="1660822"/>
                </a:lnTo>
                <a:lnTo>
                  <a:pt x="96701" y="1598934"/>
                </a:lnTo>
                <a:cubicBezTo>
                  <a:pt x="216635" y="1528533"/>
                  <a:pt x="343196" y="1472919"/>
                  <a:pt x="474335" y="1433056"/>
                </a:cubicBezTo>
                <a:cubicBezTo>
                  <a:pt x="639999" y="1382669"/>
                  <a:pt x="820102" y="1358856"/>
                  <a:pt x="994299" y="1335806"/>
                </a:cubicBezTo>
                <a:cubicBezTo>
                  <a:pt x="1210239" y="1307231"/>
                  <a:pt x="1404650" y="1282275"/>
                  <a:pt x="1605231" y="1265702"/>
                </a:cubicBezTo>
                <a:cubicBezTo>
                  <a:pt x="1656428" y="1261511"/>
                  <a:pt x="1708411" y="1257987"/>
                  <a:pt x="1758819" y="1254558"/>
                </a:cubicBezTo>
                <a:cubicBezTo>
                  <a:pt x="1877487" y="1246557"/>
                  <a:pt x="2000094" y="1238365"/>
                  <a:pt x="2118106" y="1220077"/>
                </a:cubicBezTo>
                <a:cubicBezTo>
                  <a:pt x="2239531" y="1201313"/>
                  <a:pt x="2359513" y="1172357"/>
                  <a:pt x="2475557" y="1144353"/>
                </a:cubicBezTo>
                <a:cubicBezTo>
                  <a:pt x="2508243" y="1136448"/>
                  <a:pt x="2541060" y="1128542"/>
                  <a:pt x="2573878" y="1120827"/>
                </a:cubicBezTo>
                <a:cubicBezTo>
                  <a:pt x="2684276" y="1094919"/>
                  <a:pt x="2797694" y="1071963"/>
                  <a:pt x="2907437" y="1049675"/>
                </a:cubicBezTo>
                <a:cubicBezTo>
                  <a:pt x="2978061" y="1035387"/>
                  <a:pt x="3051178" y="1020528"/>
                  <a:pt x="3122589" y="1005098"/>
                </a:cubicBezTo>
                <a:cubicBezTo>
                  <a:pt x="3206997" y="986810"/>
                  <a:pt x="3302823" y="966141"/>
                  <a:pt x="3391169" y="935756"/>
                </a:cubicBezTo>
                <a:cubicBezTo>
                  <a:pt x="3494479" y="900132"/>
                  <a:pt x="3578886" y="856508"/>
                  <a:pt x="3642290" y="806216"/>
                </a:cubicBezTo>
                <a:cubicBezTo>
                  <a:pt x="3720133" y="744303"/>
                  <a:pt x="3773953" y="668103"/>
                  <a:pt x="3825937" y="594475"/>
                </a:cubicBezTo>
                <a:cubicBezTo>
                  <a:pt x="3837621" y="577902"/>
                  <a:pt x="3849435" y="561233"/>
                  <a:pt x="3861381" y="544755"/>
                </a:cubicBezTo>
                <a:cubicBezTo>
                  <a:pt x="3889997" y="505416"/>
                  <a:pt x="3920715" y="465983"/>
                  <a:pt x="3950381" y="427978"/>
                </a:cubicBezTo>
                <a:cubicBezTo>
                  <a:pt x="4007353" y="354921"/>
                  <a:pt x="4066163" y="279388"/>
                  <a:pt x="4112370" y="201378"/>
                </a:cubicBezTo>
                <a:cubicBezTo>
                  <a:pt x="4144662" y="146800"/>
                  <a:pt x="4170785" y="89364"/>
                  <a:pt x="4195989" y="3383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06" name="Graphic 141">
            <a:extLst>
              <a:ext uri="{FF2B5EF4-FFF2-40B4-BE49-F238E27FC236}">
                <a16:creationId xmlns:a16="http://schemas.microsoft.com/office/drawing/2014/main" id="{DC265F46-3B85-EDCA-B88A-7CD63EEB1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15178"/>
            <a:ext cx="2198951" cy="3331254"/>
            <a:chOff x="4473129" y="923925"/>
            <a:chExt cx="3308947" cy="5012817"/>
          </a:xfrm>
          <a:noFill/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9C451E6D-2ED0-881A-7897-927A5CF450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85988" y="924020"/>
              <a:ext cx="3296088" cy="5012722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A3D720CD-8291-3998-B826-7D08E32C11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923925"/>
              <a:ext cx="2977477" cy="462714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B2F7829-C3D1-95F7-DF2F-90F204549E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94561" y="923925"/>
              <a:ext cx="2356712" cy="4118991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BAB6ED74-1EE0-D1E8-DB34-4ECC0F0083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923925"/>
              <a:ext cx="2059193" cy="3980116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0CF388FA-8B28-9305-E6C2-6A5DA6549D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85131" y="1719357"/>
              <a:ext cx="743796" cy="2867501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7513EA9-9AC5-96A2-70B4-D9A79CBC14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1912731"/>
              <a:ext cx="597294" cy="2543540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D350E49-E571-7195-A084-A532D5FDB3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91417" y="2227197"/>
              <a:ext cx="389425" cy="2011236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07" name="Graphic 157">
            <a:extLst>
              <a:ext uri="{FF2B5EF4-FFF2-40B4-BE49-F238E27FC236}">
                <a16:creationId xmlns:a16="http://schemas.microsoft.com/office/drawing/2014/main" id="{1ADF315F-3F86-C658-C62D-4C717756C5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610600" y="3276600"/>
            <a:ext cx="3529260" cy="3581398"/>
            <a:chOff x="4114800" y="1423987"/>
            <a:chExt cx="3961542" cy="4007547"/>
          </a:xfrm>
          <a:noFill/>
        </p:grpSpPr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E2F61C7F-B57A-C557-E179-58C702E294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114800" y="1423987"/>
              <a:ext cx="3946874" cy="3989641"/>
            </a:xfrm>
            <a:custGeom>
              <a:avLst/>
              <a:gdLst>
                <a:gd name="connsiteX0" fmla="*/ 0 w 3946874"/>
                <a:gd name="connsiteY0" fmla="*/ 3989641 h 3989641"/>
                <a:gd name="connsiteX1" fmla="*/ 79439 w 3946874"/>
                <a:gd name="connsiteY1" fmla="*/ 3891153 h 3989641"/>
                <a:gd name="connsiteX2" fmla="*/ 297371 w 3946874"/>
                <a:gd name="connsiteY2" fmla="*/ 3626930 h 3989641"/>
                <a:gd name="connsiteX3" fmla="*/ 454343 w 3946874"/>
                <a:gd name="connsiteY3" fmla="*/ 3440335 h 3989641"/>
                <a:gd name="connsiteX4" fmla="*/ 622363 w 3946874"/>
                <a:gd name="connsiteY4" fmla="*/ 3290697 h 3989641"/>
                <a:gd name="connsiteX5" fmla="*/ 927068 w 3946874"/>
                <a:gd name="connsiteY5" fmla="*/ 3087434 h 3989641"/>
                <a:gd name="connsiteX6" fmla="*/ 1176338 w 3946874"/>
                <a:gd name="connsiteY6" fmla="*/ 2915603 h 3989641"/>
                <a:gd name="connsiteX7" fmla="*/ 1394270 w 3946874"/>
                <a:gd name="connsiteY7" fmla="*/ 2780729 h 3989641"/>
                <a:gd name="connsiteX8" fmla="*/ 1601057 w 3946874"/>
                <a:gd name="connsiteY8" fmla="*/ 2723483 h 3989641"/>
                <a:gd name="connsiteX9" fmla="*/ 1756220 w 3946874"/>
                <a:gd name="connsiteY9" fmla="*/ 2743772 h 3989641"/>
                <a:gd name="connsiteX10" fmla="*/ 1889189 w 3946874"/>
                <a:gd name="connsiteY10" fmla="*/ 2765965 h 3989641"/>
                <a:gd name="connsiteX11" fmla="*/ 2007394 w 3946874"/>
                <a:gd name="connsiteY11" fmla="*/ 2765965 h 3989641"/>
                <a:gd name="connsiteX12" fmla="*/ 2184654 w 3946874"/>
                <a:gd name="connsiteY12" fmla="*/ 2671763 h 3989641"/>
                <a:gd name="connsiteX13" fmla="*/ 2372773 w 3946874"/>
                <a:gd name="connsiteY13" fmla="*/ 2538984 h 3989641"/>
                <a:gd name="connsiteX14" fmla="*/ 2439543 w 3946874"/>
                <a:gd name="connsiteY14" fmla="*/ 2510504 h 3989641"/>
                <a:gd name="connsiteX15" fmla="*/ 2650617 w 3946874"/>
                <a:gd name="connsiteY15" fmla="*/ 2434781 h 3989641"/>
                <a:gd name="connsiteX16" fmla="*/ 2785110 w 3946874"/>
                <a:gd name="connsiteY16" fmla="*/ 2383060 h 3989641"/>
                <a:gd name="connsiteX17" fmla="*/ 2897315 w 3946874"/>
                <a:gd name="connsiteY17" fmla="*/ 2318861 h 3989641"/>
                <a:gd name="connsiteX18" fmla="*/ 2997994 w 3946874"/>
                <a:gd name="connsiteY18" fmla="*/ 2226183 h 3989641"/>
                <a:gd name="connsiteX19" fmla="*/ 3061240 w 3946874"/>
                <a:gd name="connsiteY19" fmla="*/ 2141506 h 3989641"/>
                <a:gd name="connsiteX20" fmla="*/ 3152108 w 3946874"/>
                <a:gd name="connsiteY20" fmla="*/ 2005203 h 3989641"/>
                <a:gd name="connsiteX21" fmla="*/ 3274124 w 3946874"/>
                <a:gd name="connsiteY21" fmla="*/ 1871567 h 3989641"/>
                <a:gd name="connsiteX22" fmla="*/ 3388138 w 3946874"/>
                <a:gd name="connsiteY22" fmla="*/ 1770888 h 3989641"/>
                <a:gd name="connsiteX23" fmla="*/ 3466529 w 3946874"/>
                <a:gd name="connsiteY23" fmla="*/ 1679162 h 3989641"/>
                <a:gd name="connsiteX24" fmla="*/ 3538633 w 3946874"/>
                <a:gd name="connsiteY24" fmla="*/ 1551718 h 3989641"/>
                <a:gd name="connsiteX25" fmla="*/ 3588544 w 3946874"/>
                <a:gd name="connsiteY25" fmla="*/ 1376172 h 3989641"/>
                <a:gd name="connsiteX26" fmla="*/ 3597402 w 3946874"/>
                <a:gd name="connsiteY26" fmla="*/ 1293305 h 3989641"/>
                <a:gd name="connsiteX27" fmla="*/ 3721227 w 3946874"/>
                <a:gd name="connsiteY27" fmla="*/ 880491 h 3989641"/>
                <a:gd name="connsiteX28" fmla="*/ 3761137 w 3946874"/>
                <a:gd name="connsiteY28" fmla="*/ 463677 h 3989641"/>
                <a:gd name="connsiteX29" fmla="*/ 3946874 w 3946874"/>
                <a:gd name="connsiteY29" fmla="*/ 0 h 3989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946874" h="3989641">
                  <a:moveTo>
                    <a:pt x="0" y="3989641"/>
                  </a:moveTo>
                  <a:cubicBezTo>
                    <a:pt x="19050" y="3957257"/>
                    <a:pt x="50959" y="3916013"/>
                    <a:pt x="79439" y="3891153"/>
                  </a:cubicBezTo>
                  <a:cubicBezTo>
                    <a:pt x="165544" y="3815906"/>
                    <a:pt x="227933" y="3717989"/>
                    <a:pt x="297371" y="3626930"/>
                  </a:cubicBezTo>
                  <a:cubicBezTo>
                    <a:pt x="346615" y="3562255"/>
                    <a:pt x="398050" y="3499009"/>
                    <a:pt x="454343" y="3440335"/>
                  </a:cubicBezTo>
                  <a:cubicBezTo>
                    <a:pt x="506349" y="3386042"/>
                    <a:pt x="562642" y="3336227"/>
                    <a:pt x="622363" y="3290697"/>
                  </a:cubicBezTo>
                  <a:cubicBezTo>
                    <a:pt x="719519" y="3216688"/>
                    <a:pt x="824960" y="3154585"/>
                    <a:pt x="927068" y="3087434"/>
                  </a:cubicBezTo>
                  <a:cubicBezTo>
                    <a:pt x="1011365" y="3031998"/>
                    <a:pt x="1093565" y="2973324"/>
                    <a:pt x="1176338" y="2915603"/>
                  </a:cubicBezTo>
                  <a:cubicBezTo>
                    <a:pt x="1246537" y="2866644"/>
                    <a:pt x="1317308" y="2818066"/>
                    <a:pt x="1394270" y="2780729"/>
                  </a:cubicBezTo>
                  <a:cubicBezTo>
                    <a:pt x="1459421" y="2749106"/>
                    <a:pt x="1528763" y="2724436"/>
                    <a:pt x="1601057" y="2723483"/>
                  </a:cubicBezTo>
                  <a:cubicBezTo>
                    <a:pt x="1653350" y="2722721"/>
                    <a:pt x="1704785" y="2733485"/>
                    <a:pt x="1756220" y="2743772"/>
                  </a:cubicBezTo>
                  <a:cubicBezTo>
                    <a:pt x="1800320" y="2752630"/>
                    <a:pt x="1844612" y="2760250"/>
                    <a:pt x="1889189" y="2765965"/>
                  </a:cubicBezTo>
                  <a:cubicBezTo>
                    <a:pt x="1928622" y="2771013"/>
                    <a:pt x="1968437" y="2773299"/>
                    <a:pt x="2007394" y="2765965"/>
                  </a:cubicBezTo>
                  <a:cubicBezTo>
                    <a:pt x="2073878" y="2753487"/>
                    <a:pt x="2130647" y="2712911"/>
                    <a:pt x="2184654" y="2671763"/>
                  </a:cubicBezTo>
                  <a:cubicBezTo>
                    <a:pt x="2245900" y="2625090"/>
                    <a:pt x="2304002" y="2573465"/>
                    <a:pt x="2372773" y="2538984"/>
                  </a:cubicBezTo>
                  <a:cubicBezTo>
                    <a:pt x="2394395" y="2528126"/>
                    <a:pt x="2416874" y="2518982"/>
                    <a:pt x="2439543" y="2510504"/>
                  </a:cubicBezTo>
                  <a:cubicBezTo>
                    <a:pt x="2509552" y="2484215"/>
                    <a:pt x="2580037" y="2459450"/>
                    <a:pt x="2650617" y="2434781"/>
                  </a:cubicBezTo>
                  <a:cubicBezTo>
                    <a:pt x="2695956" y="2418874"/>
                    <a:pt x="2741295" y="2402872"/>
                    <a:pt x="2785110" y="2383060"/>
                  </a:cubicBezTo>
                  <a:cubicBezTo>
                    <a:pt x="2824448" y="2365248"/>
                    <a:pt x="2862358" y="2344198"/>
                    <a:pt x="2897315" y="2318861"/>
                  </a:cubicBezTo>
                  <a:cubicBezTo>
                    <a:pt x="2934367" y="2292096"/>
                    <a:pt x="2968085" y="2260854"/>
                    <a:pt x="2997994" y="2226183"/>
                  </a:cubicBezTo>
                  <a:cubicBezTo>
                    <a:pt x="3020949" y="2199513"/>
                    <a:pt x="3041714" y="2170938"/>
                    <a:pt x="3061240" y="2141506"/>
                  </a:cubicBezTo>
                  <a:cubicBezTo>
                    <a:pt x="3091529" y="2095976"/>
                    <a:pt x="3119533" y="2049018"/>
                    <a:pt x="3152108" y="2005203"/>
                  </a:cubicBezTo>
                  <a:cubicBezTo>
                    <a:pt x="3188113" y="1956626"/>
                    <a:pt x="3229261" y="1912144"/>
                    <a:pt x="3274124" y="1871567"/>
                  </a:cubicBezTo>
                  <a:cubicBezTo>
                    <a:pt x="3311747" y="1837563"/>
                    <a:pt x="3351848" y="1806321"/>
                    <a:pt x="3388138" y="1770888"/>
                  </a:cubicBezTo>
                  <a:cubicBezTo>
                    <a:pt x="3416999" y="1742694"/>
                    <a:pt x="3443002" y="1711833"/>
                    <a:pt x="3466529" y="1679162"/>
                  </a:cubicBezTo>
                  <a:cubicBezTo>
                    <a:pt x="3495008" y="1639348"/>
                    <a:pt x="3519392" y="1596771"/>
                    <a:pt x="3538633" y="1551718"/>
                  </a:cubicBezTo>
                  <a:cubicBezTo>
                    <a:pt x="3562731" y="1495616"/>
                    <a:pt x="3578924" y="1436465"/>
                    <a:pt x="3588544" y="1376172"/>
                  </a:cubicBezTo>
                  <a:cubicBezTo>
                    <a:pt x="3592925" y="1348740"/>
                    <a:pt x="3595688" y="1321022"/>
                    <a:pt x="3597402" y="1293305"/>
                  </a:cubicBezTo>
                  <a:cubicBezTo>
                    <a:pt x="3605974" y="1155859"/>
                    <a:pt x="3717703" y="1018127"/>
                    <a:pt x="3721227" y="880491"/>
                  </a:cubicBezTo>
                  <a:cubicBezTo>
                    <a:pt x="3724751" y="740855"/>
                    <a:pt x="3743135" y="602171"/>
                    <a:pt x="3761137" y="463677"/>
                  </a:cubicBezTo>
                  <a:cubicBezTo>
                    <a:pt x="3776186" y="347758"/>
                    <a:pt x="3934968" y="116205"/>
                    <a:pt x="3946874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3B8D9870-180B-DC85-16FE-1DE450FFC2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95978" y="2441733"/>
              <a:ext cx="3665410" cy="2985611"/>
            </a:xfrm>
            <a:custGeom>
              <a:avLst/>
              <a:gdLst>
                <a:gd name="connsiteX0" fmla="*/ 0 w 3665410"/>
                <a:gd name="connsiteY0" fmla="*/ 2985611 h 2985611"/>
                <a:gd name="connsiteX1" fmla="*/ 166211 w 3665410"/>
                <a:gd name="connsiteY1" fmla="*/ 2699766 h 2985611"/>
                <a:gd name="connsiteX2" fmla="*/ 397002 w 3665410"/>
                <a:gd name="connsiteY2" fmla="*/ 2414969 h 2985611"/>
                <a:gd name="connsiteX3" fmla="*/ 620173 w 3665410"/>
                <a:gd name="connsiteY3" fmla="*/ 2237899 h 2985611"/>
                <a:gd name="connsiteX4" fmla="*/ 823341 w 3665410"/>
                <a:gd name="connsiteY4" fmla="*/ 2085499 h 2985611"/>
                <a:gd name="connsiteX5" fmla="*/ 1089565 w 3665410"/>
                <a:gd name="connsiteY5" fmla="*/ 1911477 h 2985611"/>
                <a:gd name="connsiteX6" fmla="*/ 1145000 w 3665410"/>
                <a:gd name="connsiteY6" fmla="*/ 1886807 h 2985611"/>
                <a:gd name="connsiteX7" fmla="*/ 1375791 w 3665410"/>
                <a:gd name="connsiteY7" fmla="*/ 1842135 h 2985611"/>
                <a:gd name="connsiteX8" fmla="*/ 1486567 w 3665410"/>
                <a:gd name="connsiteY8" fmla="*/ 1857566 h 2985611"/>
                <a:gd name="connsiteX9" fmla="*/ 1568101 w 3665410"/>
                <a:gd name="connsiteY9" fmla="*/ 1871377 h 2985611"/>
                <a:gd name="connsiteX10" fmla="*/ 1810607 w 3665410"/>
                <a:gd name="connsiteY10" fmla="*/ 1871377 h 2985611"/>
                <a:gd name="connsiteX11" fmla="*/ 1997964 w 3665410"/>
                <a:gd name="connsiteY11" fmla="*/ 1790605 h 2985611"/>
                <a:gd name="connsiteX12" fmla="*/ 2109883 w 3665410"/>
                <a:gd name="connsiteY12" fmla="*/ 1702784 h 2985611"/>
                <a:gd name="connsiteX13" fmla="*/ 2321433 w 3665410"/>
                <a:gd name="connsiteY13" fmla="*/ 1552384 h 2985611"/>
                <a:gd name="connsiteX14" fmla="*/ 2558891 w 3665410"/>
                <a:gd name="connsiteY14" fmla="*/ 1453420 h 2985611"/>
                <a:gd name="connsiteX15" fmla="*/ 2709767 w 3665410"/>
                <a:gd name="connsiteY15" fmla="*/ 1377887 h 2985611"/>
                <a:gd name="connsiteX16" fmla="*/ 2885408 w 3665410"/>
                <a:gd name="connsiteY16" fmla="*/ 1237393 h 2985611"/>
                <a:gd name="connsiteX17" fmla="*/ 3017711 w 3665410"/>
                <a:gd name="connsiteY17" fmla="*/ 1072229 h 2985611"/>
                <a:gd name="connsiteX18" fmla="*/ 3150680 w 3665410"/>
                <a:gd name="connsiteY18" fmla="*/ 921830 h 2985611"/>
                <a:gd name="connsiteX19" fmla="*/ 3255169 w 3665410"/>
                <a:gd name="connsiteY19" fmla="*/ 801815 h 2985611"/>
                <a:gd name="connsiteX20" fmla="*/ 3339275 w 3665410"/>
                <a:gd name="connsiteY20" fmla="*/ 694182 h 2985611"/>
                <a:gd name="connsiteX21" fmla="*/ 3409188 w 3665410"/>
                <a:gd name="connsiteY21" fmla="*/ 546926 h 2985611"/>
                <a:gd name="connsiteX22" fmla="*/ 3464243 w 3665410"/>
                <a:gd name="connsiteY22" fmla="*/ 347663 h 2985611"/>
                <a:gd name="connsiteX23" fmla="*/ 3665411 w 3665410"/>
                <a:gd name="connsiteY23" fmla="*/ 0 h 29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665410" h="2985611">
                  <a:moveTo>
                    <a:pt x="0" y="2985611"/>
                  </a:moveTo>
                  <a:cubicBezTo>
                    <a:pt x="0" y="2985611"/>
                    <a:pt x="86773" y="2802827"/>
                    <a:pt x="166211" y="2699766"/>
                  </a:cubicBezTo>
                  <a:cubicBezTo>
                    <a:pt x="240983" y="2602706"/>
                    <a:pt x="309182" y="2500122"/>
                    <a:pt x="397002" y="2414969"/>
                  </a:cubicBezTo>
                  <a:cubicBezTo>
                    <a:pt x="465296" y="2348865"/>
                    <a:pt x="543592" y="2294477"/>
                    <a:pt x="620173" y="2237899"/>
                  </a:cubicBezTo>
                  <a:cubicBezTo>
                    <a:pt x="688277" y="2187607"/>
                    <a:pt x="755333" y="2135886"/>
                    <a:pt x="823341" y="2085499"/>
                  </a:cubicBezTo>
                  <a:cubicBezTo>
                    <a:pt x="908685" y="2022253"/>
                    <a:pt x="994791" y="1959197"/>
                    <a:pt x="1089565" y="1911477"/>
                  </a:cubicBezTo>
                  <a:cubicBezTo>
                    <a:pt x="1107662" y="1902428"/>
                    <a:pt x="1126141" y="1894141"/>
                    <a:pt x="1145000" y="1886807"/>
                  </a:cubicBezTo>
                  <a:cubicBezTo>
                    <a:pt x="1218819" y="1858232"/>
                    <a:pt x="1296924" y="1838611"/>
                    <a:pt x="1375791" y="1842135"/>
                  </a:cubicBezTo>
                  <a:cubicBezTo>
                    <a:pt x="1413129" y="1843754"/>
                    <a:pt x="1449896" y="1850422"/>
                    <a:pt x="1486567" y="1857566"/>
                  </a:cubicBezTo>
                  <a:cubicBezTo>
                    <a:pt x="1513618" y="1862804"/>
                    <a:pt x="1540859" y="1867376"/>
                    <a:pt x="1568101" y="1871377"/>
                  </a:cubicBezTo>
                  <a:cubicBezTo>
                    <a:pt x="1648778" y="1883188"/>
                    <a:pt x="1730978" y="1887665"/>
                    <a:pt x="1810607" y="1871377"/>
                  </a:cubicBezTo>
                  <a:cubicBezTo>
                    <a:pt x="1877854" y="1857661"/>
                    <a:pt x="1941100" y="1829086"/>
                    <a:pt x="1997964" y="1790605"/>
                  </a:cubicBezTo>
                  <a:cubicBezTo>
                    <a:pt x="2037302" y="1764030"/>
                    <a:pt x="2073497" y="1733264"/>
                    <a:pt x="2109883" y="1702784"/>
                  </a:cubicBezTo>
                  <a:cubicBezTo>
                    <a:pt x="2176367" y="1647063"/>
                    <a:pt x="2244852" y="1593151"/>
                    <a:pt x="2321433" y="1552384"/>
                  </a:cubicBezTo>
                  <a:cubicBezTo>
                    <a:pt x="2397157" y="1512094"/>
                    <a:pt x="2479548" y="1486281"/>
                    <a:pt x="2558891" y="1453420"/>
                  </a:cubicBezTo>
                  <a:cubicBezTo>
                    <a:pt x="2610898" y="1431798"/>
                    <a:pt x="2661571" y="1407033"/>
                    <a:pt x="2709767" y="1377887"/>
                  </a:cubicBezTo>
                  <a:cubicBezTo>
                    <a:pt x="2774252" y="1338929"/>
                    <a:pt x="2834069" y="1292447"/>
                    <a:pt x="2885408" y="1237393"/>
                  </a:cubicBezTo>
                  <a:cubicBezTo>
                    <a:pt x="2933605" y="1185767"/>
                    <a:pt x="2973324" y="1127093"/>
                    <a:pt x="3017711" y="1072229"/>
                  </a:cubicBezTo>
                  <a:cubicBezTo>
                    <a:pt x="3059811" y="1020223"/>
                    <a:pt x="3105912" y="971645"/>
                    <a:pt x="3150680" y="921830"/>
                  </a:cubicBezTo>
                  <a:cubicBezTo>
                    <a:pt x="3186113" y="882396"/>
                    <a:pt x="3220593" y="842010"/>
                    <a:pt x="3255169" y="801815"/>
                  </a:cubicBezTo>
                  <a:cubicBezTo>
                    <a:pt x="3284887" y="767239"/>
                    <a:pt x="3314605" y="732473"/>
                    <a:pt x="3339275" y="694182"/>
                  </a:cubicBezTo>
                  <a:cubicBezTo>
                    <a:pt x="3368707" y="648367"/>
                    <a:pt x="3390138" y="597980"/>
                    <a:pt x="3409188" y="546926"/>
                  </a:cubicBezTo>
                  <a:cubicBezTo>
                    <a:pt x="3433382" y="482156"/>
                    <a:pt x="3453384" y="415861"/>
                    <a:pt x="3464243" y="347663"/>
                  </a:cubicBezTo>
                  <a:cubicBezTo>
                    <a:pt x="3476244" y="272224"/>
                    <a:pt x="3661696" y="76295"/>
                    <a:pt x="366541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8B48201E-F8C2-9263-B0F8-FA45FED244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90402" y="5229700"/>
              <a:ext cx="285940" cy="199072"/>
            </a:xfrm>
            <a:custGeom>
              <a:avLst/>
              <a:gdLst>
                <a:gd name="connsiteX0" fmla="*/ 0 w 285940"/>
                <a:gd name="connsiteY0" fmla="*/ 199073 h 199072"/>
                <a:gd name="connsiteX1" fmla="*/ 285940 w 285940"/>
                <a:gd name="connsiteY1" fmla="*/ 0 h 199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85940" h="199072">
                  <a:moveTo>
                    <a:pt x="0" y="199073"/>
                  </a:moveTo>
                  <a:cubicBezTo>
                    <a:pt x="0" y="199073"/>
                    <a:pt x="242125" y="39243"/>
                    <a:pt x="28594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250871D4-3F0C-ADD7-2A8A-AD8B3EE8A4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393114" y="5049773"/>
              <a:ext cx="655796" cy="381190"/>
            </a:xfrm>
            <a:custGeom>
              <a:avLst/>
              <a:gdLst>
                <a:gd name="connsiteX0" fmla="*/ 0 w 655796"/>
                <a:gd name="connsiteY0" fmla="*/ 381190 h 381190"/>
                <a:gd name="connsiteX1" fmla="*/ 655796 w 655796"/>
                <a:gd name="connsiteY1" fmla="*/ 0 h 381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5796" h="381190">
                  <a:moveTo>
                    <a:pt x="0" y="381190"/>
                  </a:moveTo>
                  <a:cubicBezTo>
                    <a:pt x="0" y="381190"/>
                    <a:pt x="461105" y="172117"/>
                    <a:pt x="65579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B7CB7B9A-D513-2BC4-C3D0-C7F0BF8315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154072" y="3867816"/>
              <a:ext cx="2907315" cy="1544764"/>
            </a:xfrm>
            <a:custGeom>
              <a:avLst/>
              <a:gdLst>
                <a:gd name="connsiteX0" fmla="*/ 0 w 2907315"/>
                <a:gd name="connsiteY0" fmla="*/ 1544764 h 1544764"/>
                <a:gd name="connsiteX1" fmla="*/ 201644 w 2907315"/>
                <a:gd name="connsiteY1" fmla="*/ 1352550 h 1544764"/>
                <a:gd name="connsiteX2" fmla="*/ 423196 w 2907315"/>
                <a:gd name="connsiteY2" fmla="*/ 1196054 h 1544764"/>
                <a:gd name="connsiteX3" fmla="*/ 782193 w 2907315"/>
                <a:gd name="connsiteY3" fmla="*/ 1099947 h 1544764"/>
                <a:gd name="connsiteX4" fmla="*/ 1052513 w 2907315"/>
                <a:gd name="connsiteY4" fmla="*/ 1042321 h 1544764"/>
                <a:gd name="connsiteX5" fmla="*/ 1311783 w 2907315"/>
                <a:gd name="connsiteY5" fmla="*/ 1056037 h 1544764"/>
                <a:gd name="connsiteX6" fmla="*/ 1484662 w 2907315"/>
                <a:gd name="connsiteY6" fmla="*/ 1083469 h 1544764"/>
                <a:gd name="connsiteX7" fmla="*/ 1788224 w 2907315"/>
                <a:gd name="connsiteY7" fmla="*/ 1023080 h 1544764"/>
                <a:gd name="connsiteX8" fmla="*/ 2269045 w 2907315"/>
                <a:gd name="connsiteY8" fmla="*/ 734758 h 1544764"/>
                <a:gd name="connsiteX9" fmla="*/ 2534984 w 2907315"/>
                <a:gd name="connsiteY9" fmla="*/ 572738 h 1544764"/>
                <a:gd name="connsiteX10" fmla="*/ 2907316 w 2907315"/>
                <a:gd name="connsiteY10" fmla="*/ 0 h 1544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7315" h="1544764">
                  <a:moveTo>
                    <a:pt x="0" y="1544764"/>
                  </a:moveTo>
                  <a:cubicBezTo>
                    <a:pt x="0" y="1544764"/>
                    <a:pt x="98012" y="1443990"/>
                    <a:pt x="201644" y="1352550"/>
                  </a:cubicBezTo>
                  <a:cubicBezTo>
                    <a:pt x="271272" y="1291209"/>
                    <a:pt x="343662" y="1234249"/>
                    <a:pt x="423196" y="1196054"/>
                  </a:cubicBezTo>
                  <a:cubicBezTo>
                    <a:pt x="537591" y="1141095"/>
                    <a:pt x="661226" y="1127189"/>
                    <a:pt x="782193" y="1099947"/>
                  </a:cubicBezTo>
                  <a:cubicBezTo>
                    <a:pt x="872300" y="1079659"/>
                    <a:pt x="961358" y="1051370"/>
                    <a:pt x="1052513" y="1042321"/>
                  </a:cubicBezTo>
                  <a:cubicBezTo>
                    <a:pt x="1139000" y="1033653"/>
                    <a:pt x="1225868" y="1040321"/>
                    <a:pt x="1311783" y="1056037"/>
                  </a:cubicBezTo>
                  <a:cubicBezTo>
                    <a:pt x="1369314" y="1066609"/>
                    <a:pt x="1426559" y="1079373"/>
                    <a:pt x="1484662" y="1083469"/>
                  </a:cubicBezTo>
                  <a:cubicBezTo>
                    <a:pt x="1587913" y="1090803"/>
                    <a:pt x="1690402" y="1064800"/>
                    <a:pt x="1788224" y="1023080"/>
                  </a:cubicBezTo>
                  <a:cubicBezTo>
                    <a:pt x="1956721" y="951262"/>
                    <a:pt x="2106549" y="825722"/>
                    <a:pt x="2269045" y="734758"/>
                  </a:cubicBezTo>
                  <a:cubicBezTo>
                    <a:pt x="2359438" y="684181"/>
                    <a:pt x="2452497" y="640556"/>
                    <a:pt x="2534984" y="572738"/>
                  </a:cubicBezTo>
                  <a:cubicBezTo>
                    <a:pt x="2673001" y="459391"/>
                    <a:pt x="2847023" y="191453"/>
                    <a:pt x="290731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F5B618A2-2F15-535A-1502-A7763C745D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07946" y="3479100"/>
              <a:ext cx="3168300" cy="1952434"/>
            </a:xfrm>
            <a:custGeom>
              <a:avLst/>
              <a:gdLst>
                <a:gd name="connsiteX0" fmla="*/ 0 w 3168300"/>
                <a:gd name="connsiteY0" fmla="*/ 1952435 h 1952434"/>
                <a:gd name="connsiteX1" fmla="*/ 202121 w 3168300"/>
                <a:gd name="connsiteY1" fmla="*/ 1687068 h 1952434"/>
                <a:gd name="connsiteX2" fmla="*/ 545116 w 3168300"/>
                <a:gd name="connsiteY2" fmla="*/ 1450277 h 1952434"/>
                <a:gd name="connsiteX3" fmla="*/ 906780 w 3168300"/>
                <a:gd name="connsiteY3" fmla="*/ 1354455 h 1952434"/>
                <a:gd name="connsiteX4" fmla="*/ 1332262 w 3168300"/>
                <a:gd name="connsiteY4" fmla="*/ 1285304 h 1952434"/>
                <a:gd name="connsiteX5" fmla="*/ 1691259 w 3168300"/>
                <a:gd name="connsiteY5" fmla="*/ 1240060 h 1952434"/>
                <a:gd name="connsiteX6" fmla="*/ 2010346 w 3168300"/>
                <a:gd name="connsiteY6" fmla="*/ 1141667 h 1952434"/>
                <a:gd name="connsiteX7" fmla="*/ 2393252 w 3168300"/>
                <a:gd name="connsiteY7" fmla="*/ 1027271 h 1952434"/>
                <a:gd name="connsiteX8" fmla="*/ 2582037 w 3168300"/>
                <a:gd name="connsiteY8" fmla="*/ 958120 h 1952434"/>
                <a:gd name="connsiteX9" fmla="*/ 2760155 w 3168300"/>
                <a:gd name="connsiteY9" fmla="*/ 827723 h 1952434"/>
                <a:gd name="connsiteX10" fmla="*/ 2914364 w 3168300"/>
                <a:gd name="connsiteY10" fmla="*/ 567023 h 1952434"/>
                <a:gd name="connsiteX11" fmla="*/ 3168301 w 3168300"/>
                <a:gd name="connsiteY11" fmla="*/ 0 h 1952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68300" h="1952434">
                  <a:moveTo>
                    <a:pt x="0" y="1952435"/>
                  </a:moveTo>
                  <a:cubicBezTo>
                    <a:pt x="0" y="1952435"/>
                    <a:pt x="91059" y="1796415"/>
                    <a:pt x="202121" y="1687068"/>
                  </a:cubicBezTo>
                  <a:cubicBezTo>
                    <a:pt x="301943" y="1588675"/>
                    <a:pt x="416528" y="1505617"/>
                    <a:pt x="545116" y="1450277"/>
                  </a:cubicBezTo>
                  <a:cubicBezTo>
                    <a:pt x="659987" y="1400747"/>
                    <a:pt x="783622" y="1377601"/>
                    <a:pt x="906780" y="1354455"/>
                  </a:cubicBezTo>
                  <a:cubicBezTo>
                    <a:pt x="1048036" y="1327976"/>
                    <a:pt x="1189482" y="1301972"/>
                    <a:pt x="1332262" y="1285304"/>
                  </a:cubicBezTo>
                  <a:cubicBezTo>
                    <a:pt x="1452182" y="1271302"/>
                    <a:pt x="1573340" y="1265873"/>
                    <a:pt x="1691259" y="1240060"/>
                  </a:cubicBezTo>
                  <a:cubicBezTo>
                    <a:pt x="1800035" y="1216247"/>
                    <a:pt x="1904619" y="1176718"/>
                    <a:pt x="2010346" y="1141667"/>
                  </a:cubicBezTo>
                  <a:cubicBezTo>
                    <a:pt x="2136743" y="1099661"/>
                    <a:pt x="2265902" y="1066229"/>
                    <a:pt x="2393252" y="1027271"/>
                  </a:cubicBezTo>
                  <a:cubicBezTo>
                    <a:pt x="2457450" y="1007650"/>
                    <a:pt x="2521744" y="987552"/>
                    <a:pt x="2582037" y="958120"/>
                  </a:cubicBezTo>
                  <a:cubicBezTo>
                    <a:pt x="2648807" y="925449"/>
                    <a:pt x="2710815" y="883349"/>
                    <a:pt x="2760155" y="827723"/>
                  </a:cubicBezTo>
                  <a:cubicBezTo>
                    <a:pt x="2827496" y="751904"/>
                    <a:pt x="2867978" y="657511"/>
                    <a:pt x="2914364" y="567023"/>
                  </a:cubicBezTo>
                  <a:cubicBezTo>
                    <a:pt x="2972753" y="453200"/>
                    <a:pt x="3119152" y="118015"/>
                    <a:pt x="316830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362B51C9-B0F6-0907-EF6A-DA77E049B7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04778" y="2976752"/>
              <a:ext cx="3356800" cy="2452020"/>
            </a:xfrm>
            <a:custGeom>
              <a:avLst/>
              <a:gdLst>
                <a:gd name="connsiteX0" fmla="*/ 0 w 3356800"/>
                <a:gd name="connsiteY0" fmla="*/ 2452021 h 2452020"/>
                <a:gd name="connsiteX1" fmla="*/ 130874 w 3356800"/>
                <a:gd name="connsiteY1" fmla="*/ 2247710 h 2452020"/>
                <a:gd name="connsiteX2" fmla="*/ 437197 w 3356800"/>
                <a:gd name="connsiteY2" fmla="*/ 1941195 h 2452020"/>
                <a:gd name="connsiteX3" fmla="*/ 737140 w 3356800"/>
                <a:gd name="connsiteY3" fmla="*/ 1736884 h 2452020"/>
                <a:gd name="connsiteX4" fmla="*/ 1031843 w 3356800"/>
                <a:gd name="connsiteY4" fmla="*/ 1685068 h 2452020"/>
                <a:gd name="connsiteX5" fmla="*/ 1287304 w 3356800"/>
                <a:gd name="connsiteY5" fmla="*/ 1655826 h 2452020"/>
                <a:gd name="connsiteX6" fmla="*/ 1471994 w 3356800"/>
                <a:gd name="connsiteY6" fmla="*/ 1634300 h 2452020"/>
                <a:gd name="connsiteX7" fmla="*/ 1898237 w 3356800"/>
                <a:gd name="connsiteY7" fmla="*/ 1512665 h 2452020"/>
                <a:gd name="connsiteX8" fmla="*/ 2229136 w 3356800"/>
                <a:gd name="connsiteY8" fmla="*/ 1355598 h 2452020"/>
                <a:gd name="connsiteX9" fmla="*/ 2512314 w 3356800"/>
                <a:gd name="connsiteY9" fmla="*/ 1238631 h 2452020"/>
                <a:gd name="connsiteX10" fmla="*/ 2758535 w 3356800"/>
                <a:gd name="connsiteY10" fmla="*/ 1096994 h 2452020"/>
                <a:gd name="connsiteX11" fmla="*/ 2935510 w 3356800"/>
                <a:gd name="connsiteY11" fmla="*/ 919925 h 2452020"/>
                <a:gd name="connsiteX12" fmla="*/ 3081719 w 3356800"/>
                <a:gd name="connsiteY12" fmla="*/ 687419 h 2452020"/>
                <a:gd name="connsiteX13" fmla="*/ 3356800 w 3356800"/>
                <a:gd name="connsiteY13" fmla="*/ 0 h 2452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356800" h="2452020">
                  <a:moveTo>
                    <a:pt x="0" y="2452021"/>
                  </a:moveTo>
                  <a:cubicBezTo>
                    <a:pt x="0" y="2452021"/>
                    <a:pt x="57150" y="2344198"/>
                    <a:pt x="130874" y="2247710"/>
                  </a:cubicBezTo>
                  <a:cubicBezTo>
                    <a:pt x="218694" y="2132648"/>
                    <a:pt x="328136" y="2036635"/>
                    <a:pt x="437197" y="1941195"/>
                  </a:cubicBezTo>
                  <a:cubicBezTo>
                    <a:pt x="529304" y="1860709"/>
                    <a:pt x="623030" y="1779556"/>
                    <a:pt x="737140" y="1736884"/>
                  </a:cubicBezTo>
                  <a:cubicBezTo>
                    <a:pt x="830866" y="1701736"/>
                    <a:pt x="932021" y="1695450"/>
                    <a:pt x="1031843" y="1685068"/>
                  </a:cubicBezTo>
                  <a:cubicBezTo>
                    <a:pt x="1117092" y="1676210"/>
                    <a:pt x="1202055" y="1665160"/>
                    <a:pt x="1287304" y="1655826"/>
                  </a:cubicBezTo>
                  <a:cubicBezTo>
                    <a:pt x="1348931" y="1649063"/>
                    <a:pt x="1410653" y="1643539"/>
                    <a:pt x="1471994" y="1634300"/>
                  </a:cubicBezTo>
                  <a:cubicBezTo>
                    <a:pt x="1618679" y="1612011"/>
                    <a:pt x="1761935" y="1571149"/>
                    <a:pt x="1898237" y="1512665"/>
                  </a:cubicBezTo>
                  <a:cubicBezTo>
                    <a:pt x="2010442" y="1464564"/>
                    <a:pt x="2117503" y="1405128"/>
                    <a:pt x="2229136" y="1355598"/>
                  </a:cubicBezTo>
                  <a:cubicBezTo>
                    <a:pt x="2322481" y="1314164"/>
                    <a:pt x="2418969" y="1280160"/>
                    <a:pt x="2512314" y="1238631"/>
                  </a:cubicBezTo>
                  <a:cubicBezTo>
                    <a:pt x="2599087" y="1199960"/>
                    <a:pt x="2683193" y="1154811"/>
                    <a:pt x="2758535" y="1096994"/>
                  </a:cubicBezTo>
                  <a:cubicBezTo>
                    <a:pt x="2825020" y="1046035"/>
                    <a:pt x="2883789" y="985837"/>
                    <a:pt x="2935510" y="919925"/>
                  </a:cubicBezTo>
                  <a:cubicBezTo>
                    <a:pt x="2992184" y="847725"/>
                    <a:pt x="3039904" y="769144"/>
                    <a:pt x="3081719" y="687419"/>
                  </a:cubicBezTo>
                  <a:cubicBezTo>
                    <a:pt x="3138297" y="576739"/>
                    <a:pt x="3314129" y="116776"/>
                    <a:pt x="335680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 useBgFill="1">
        <p:nvSpPr>
          <p:cNvPr id="108" name="Rectangle 107">
            <a:extLst>
              <a:ext uri="{FF2B5EF4-FFF2-40B4-BE49-F238E27FC236}">
                <a16:creationId xmlns:a16="http://schemas.microsoft.com/office/drawing/2014/main" id="{6C4A2ED7-A17D-FDE0-26B1-4B0947B9C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9AC729DF-6A4A-1FA0-789C-8918D59173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110" name="Top Left">
            <a:extLst>
              <a:ext uri="{FF2B5EF4-FFF2-40B4-BE49-F238E27FC236}">
                <a16:creationId xmlns:a16="http://schemas.microsoft.com/office/drawing/2014/main" id="{4BD77471-0D58-A20B-D012-913E6535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-3086"/>
            <a:ext cx="2198951" cy="3349518"/>
            <a:chOff x="10849" y="-3086"/>
            <a:chExt cx="2198951" cy="3349518"/>
          </a:xfrm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7DB061BC-BA7B-243B-BB4E-1102FC29F3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17FFFB20-7A04-0523-C31A-16616E6716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A45C7BB3-E0AD-3C7D-B92E-96409CD35B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931198DE-0135-5EE1-BCDC-BC1B58EB75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5FE1B7D0-97CD-E588-9644-9904FFF2A9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C8E4475E-706F-D5C0-B700-6DE09CD3B5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23F49421-934E-A72B-411F-8B016F9F66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CEEAB46C-3649-6AF6-9EB4-AC4A1ACDB6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2" name="Title 11">
            <a:extLst>
              <a:ext uri="{FF2B5EF4-FFF2-40B4-BE49-F238E27FC236}">
                <a16:creationId xmlns:a16="http://schemas.microsoft.com/office/drawing/2014/main" id="{DFFB97BE-629F-BFB1-88B5-C7C343A19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1" y="559813"/>
            <a:ext cx="9988166" cy="166457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dirty="0">
                <a:ea typeface="+mj-lt"/>
                <a:cs typeface="+mj-lt"/>
              </a:rPr>
              <a:t>Cons of </a:t>
            </a:r>
            <a:r>
              <a:rPr lang="en-US" dirty="0" err="1">
                <a:ea typeface="+mj-lt"/>
                <a:cs typeface="+mj-lt"/>
              </a:rPr>
              <a:t>MobileNet</a:t>
            </a:r>
            <a:endParaRPr lang="en-US" dirty="0" err="1">
              <a:ea typeface="+mj-ea"/>
              <a:cs typeface="+mj-cs"/>
            </a:endParaRPr>
          </a:p>
        </p:txBody>
      </p:sp>
      <p:grpSp>
        <p:nvGrpSpPr>
          <p:cNvPr id="111" name="Bottom Right">
            <a:extLst>
              <a:ext uri="{FF2B5EF4-FFF2-40B4-BE49-F238E27FC236}">
                <a16:creationId xmlns:a16="http://schemas.microsoft.com/office/drawing/2014/main" id="{D1535E02-1807-27B3-E634-9FA1B3A88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1E662E94-CAAB-3A03-C44D-C67753EA0D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39256" y="6178637"/>
              <a:ext cx="1482102" cy="67936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grpSp>
          <p:nvGrpSpPr>
            <p:cNvPr id="60" name="Graphic 157">
              <a:extLst>
                <a:ext uri="{FF2B5EF4-FFF2-40B4-BE49-F238E27FC236}">
                  <a16:creationId xmlns:a16="http://schemas.microsoft.com/office/drawing/2014/main" id="{ED238CE6-7CB6-7ABA-089A-896CE4E505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6D5233DE-444A-BAA3-A874-3BA13C5F63B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4368DED9-E922-AC3F-14A8-BB40B58CF78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21353CB5-29F7-73E1-4730-AA8712122ED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84DE3AF0-998F-A005-79EB-84ED053F1C2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97C53D1A-73F8-22C1-8CE2-59E6B5EBA06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B841F6F8-6E3A-8D66-4A72-794FA38BEDE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0CDA0C48-13AC-FD2B-23DB-3C5349D535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3FE54326-CCB2-5DEE-7EE2-367B2708AB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BA8BF06F-2DB4-509D-CE1F-D8D98E6F88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5754" y="2384474"/>
            <a:ext cx="9987523" cy="3728613"/>
          </a:xfrm>
          <a:prstGeom prst="round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algn="just">
              <a:lnSpc>
                <a:spcPct val="150000"/>
              </a:lnSpc>
              <a:buChar char="+"/>
            </a:pPr>
            <a:r>
              <a:rPr lang="en-US" dirty="0">
                <a:ea typeface="+mn-lt"/>
                <a:cs typeface="+mn-lt"/>
              </a:rPr>
              <a:t>Complex tasks: </a:t>
            </a:r>
            <a:r>
              <a:rPr lang="en-US" dirty="0" err="1">
                <a:ea typeface="+mn-lt"/>
                <a:cs typeface="+mn-lt"/>
              </a:rPr>
              <a:t>MobileNet</a:t>
            </a:r>
            <a:r>
              <a:rPr lang="en-US" dirty="0">
                <a:ea typeface="+mn-lt"/>
                <a:cs typeface="+mn-lt"/>
              </a:rPr>
              <a:t> may not be as suitable for complex vision tasks that require a higher level of precision and detailed feature extraction.</a:t>
            </a:r>
          </a:p>
          <a:p>
            <a:pPr indent="-228600" algn="just">
              <a:lnSpc>
                <a:spcPct val="150000"/>
              </a:lnSpc>
              <a:buChar char="+"/>
            </a:pPr>
            <a:r>
              <a:rPr lang="en-US" dirty="0">
                <a:ea typeface="+mn-lt"/>
                <a:cs typeface="+mn-lt"/>
              </a:rPr>
              <a:t>Limited scalability: While optimized for mobile and embedded devices, </a:t>
            </a:r>
            <a:r>
              <a:rPr lang="en-US" dirty="0" err="1">
                <a:ea typeface="+mn-lt"/>
                <a:cs typeface="+mn-lt"/>
              </a:rPr>
              <a:t>MobileNet</a:t>
            </a:r>
            <a:r>
              <a:rPr lang="en-US" dirty="0">
                <a:ea typeface="+mn-lt"/>
                <a:cs typeface="+mn-lt"/>
              </a:rPr>
              <a:t> may not be as scalable or adaptable to larger, more powerful hardware systems.</a:t>
            </a:r>
          </a:p>
          <a:p>
            <a:pPr indent="-228600" algn="just">
              <a:lnSpc>
                <a:spcPct val="150000"/>
              </a:lnSpc>
              <a:buChar char="+"/>
            </a:pPr>
            <a:r>
              <a:rPr lang="en-US" dirty="0">
                <a:ea typeface="+mn-lt"/>
                <a:cs typeface="+mn-lt"/>
              </a:rPr>
              <a:t>Trade-off between speed and accuracy: In some cases, the speed optimization of </a:t>
            </a:r>
            <a:r>
              <a:rPr lang="en-US" dirty="0" err="1">
                <a:ea typeface="+mn-lt"/>
                <a:cs typeface="+mn-lt"/>
              </a:rPr>
              <a:t>MobileNet</a:t>
            </a:r>
            <a:r>
              <a:rPr lang="en-US" dirty="0">
                <a:ea typeface="+mn-lt"/>
                <a:cs typeface="+mn-lt"/>
              </a:rPr>
              <a:t> may come at the cost of some degree of accuracy, particularly in challenging vision scenarios.</a:t>
            </a:r>
          </a:p>
          <a:p>
            <a:pPr indent="-228600" algn="just">
              <a:lnSpc>
                <a:spcPct val="150000"/>
              </a:lnSpc>
              <a:buChar char="+"/>
            </a:pPr>
            <a:endParaRPr lang="en-US" dirty="0">
              <a:ea typeface="+mn-lt"/>
              <a:cs typeface="+mn-lt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C1A5D3-6769-972E-F39C-7CF6D1939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6000" y="6356350"/>
            <a:ext cx="1447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73B850FF-6169-4056-8077-06FFA93A5366}" type="slidenum">
              <a:rPr lang="en-US" cap="all" smtClean="0">
                <a:cs typeface="Segoe UI Semilight" panose="020B0402040204020203" pitchFamily="34" charset="0"/>
              </a:rPr>
              <a:pPr>
                <a:spcAft>
                  <a:spcPts val="600"/>
                </a:spcAft>
              </a:pPr>
              <a:t>22</a:t>
            </a:fld>
            <a:endParaRPr lang="en-US" cap="all">
              <a:cs typeface="Segoe UI Semilight" panose="020B04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87846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DF9B1D76-03F2-436A-9708-6B223EA28E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6275" y="4098524"/>
            <a:ext cx="5996628" cy="2226076"/>
          </a:xfrm>
        </p:spPr>
        <p:txBody>
          <a:bodyPr/>
          <a:lstStyle/>
          <a:p>
            <a:r>
              <a:rPr lang="en-US"/>
              <a:t>Thank You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1B86B7-24ED-4261-979C-42CCFAC83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6000" y="6356350"/>
            <a:ext cx="1447800" cy="365125"/>
          </a:xfrm>
        </p:spPr>
        <p:txBody>
          <a:bodyPr/>
          <a:lstStyle/>
          <a:p>
            <a:fld id="{73B850FF-6169-4056-8077-06FFA93A5366}" type="slidenum">
              <a:rPr lang="en-US" smtClean="0"/>
              <a:pPr/>
              <a:t>23</a:t>
            </a:fld>
            <a:endParaRPr lang="en-US"/>
          </a:p>
        </p:txBody>
      </p:sp>
      <p:pic>
        <p:nvPicPr>
          <p:cNvPr id="36" name="Picture Placeholder 35" descr="Picture of a yacht sailing on the water at sunset">
            <a:extLst>
              <a:ext uri="{FF2B5EF4-FFF2-40B4-BE49-F238E27FC236}">
                <a16:creationId xmlns:a16="http://schemas.microsoft.com/office/drawing/2014/main" id="{BB3E2B51-62E1-4C2D-86B7-1C4FF75F21CD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9842" y="0"/>
            <a:ext cx="11084189" cy="3854030"/>
          </a:xfrm>
        </p:spPr>
      </p:pic>
    </p:spTree>
    <p:extLst>
      <p:ext uri="{BB962C8B-B14F-4D97-AF65-F5344CB8AC3E}">
        <p14:creationId xmlns:p14="http://schemas.microsoft.com/office/powerpoint/2010/main" val="1684746586"/>
      </p:ext>
    </p:extLst>
  </p:cSld>
  <p:clrMapOvr>
    <a:masterClrMapping/>
  </p:clrMapOvr>
</p:sld>
</file>

<file path=ppt/theme/theme1.xml><?xml version="1.0" encoding="utf-8"?>
<a:theme xmlns:a="http://schemas.openxmlformats.org/drawingml/2006/main" name="ExploreVTI">
  <a:themeElements>
    <a:clrScheme name="Custom 33">
      <a:dk1>
        <a:sysClr val="windowText" lastClr="000000"/>
      </a:dk1>
      <a:lt1>
        <a:sysClr val="window" lastClr="FFFFFF"/>
      </a:lt1>
      <a:dk2>
        <a:srgbClr val="201449"/>
      </a:dk2>
      <a:lt2>
        <a:srgbClr val="F3F0E9"/>
      </a:lt2>
      <a:accent1>
        <a:srgbClr val="E45221"/>
      </a:accent1>
      <a:accent2>
        <a:srgbClr val="4D4EE6"/>
      </a:accent2>
      <a:accent3>
        <a:srgbClr val="454B78"/>
      </a:accent3>
      <a:accent4>
        <a:srgbClr val="A3A3C1"/>
      </a:accent4>
      <a:accent5>
        <a:srgbClr val="7162FE"/>
      </a:accent5>
      <a:accent6>
        <a:srgbClr val="1EBE9B"/>
      </a:accent6>
      <a:hlink>
        <a:srgbClr val="F900A0"/>
      </a:hlink>
      <a:folHlink>
        <a:srgbClr val="954F72"/>
      </a:folHlink>
    </a:clrScheme>
    <a:fontScheme name="Custom 23">
      <a:majorFont>
        <a:latin typeface="Posterama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xploreVTI" id="{157DDAE2-BFCD-43FD-9602-E5EFEAD66DC3}" vid="{04B6EBF8-4645-4305-9753-050B4204785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lcf76f155ced4ddcb4097134ff3c332f xmlns="71af3243-3dd4-4a8d-8c0d-dd76da1f02a5">
      <Terms xmlns="http://schemas.microsoft.com/office/infopath/2007/PartnerControls"/>
    </lcf76f155ced4ddcb4097134ff3c332f>
    <TaxCatchAll xmlns="230e9df3-be65-4c73-a93b-d1236ebd677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8" ma:contentTypeDescription="Create a new document." ma:contentTypeScope="" ma:versionID="22a266b9fa9a230c5a512669d8b298c3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ddc33fff6b14141ee5c74a0d29ea6a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2:lcf76f155ced4ddcb4097134ff3c332f" minOccurs="0"/>
                <xsd:element ref="ns4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lcf76f155ced4ddcb4097134ff3c332f" ma:index="24" nillable="true" ma:taxonomy="true" ma:internalName="lcf76f155ced4ddcb4097134ff3c332f" ma:taxonomyFieldName="MediaServiceAITags" ma:displayName="Image Tags" ma:readOnly="false" ma:fieldId="{5cf76f15-5ced-4ddc-b409-7134ff3c332f}" ma:taxonomyMulti="true" ma:sspId="e385fb40-52d4-4fae-9c5b-3e8ff8a5878e" ma:termSetId="09814cd3-568e-4e90-9814-8d621ff8fb84" ma:anchorId="00000000-0000-0000-0000-000000000000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5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22B19F1-827B-4D29-A0BB-81814D5A90F0}">
  <ds:schemaRefs>
    <ds:schemaRef ds:uri="230e9df3-be65-4c73-a93b-d1236ebd677e"/>
    <ds:schemaRef ds:uri="71af3243-3dd4-4a8d-8c0d-dd76da1f02a5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customXml/itemProps2.xml><?xml version="1.0" encoding="utf-8"?>
<ds:datastoreItem xmlns:ds="http://schemas.openxmlformats.org/officeDocument/2006/customXml" ds:itemID="{9B5E3B5A-BC69-49FF-8D6A-CC47CD10268B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945E2802-9433-4964-B550-6B2C67F93765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23</Slides>
  <Notes>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ExploreVTI</vt:lpstr>
      <vt:lpstr>Architecture of MobileNet</vt:lpstr>
      <vt:lpstr>Agenda</vt:lpstr>
      <vt:lpstr>Fine-Tuning</vt:lpstr>
      <vt:lpstr>What is Fine-Tuning?</vt:lpstr>
      <vt:lpstr>Types of Fine-Tuning</vt:lpstr>
      <vt:lpstr>Types of Fine-Tuning</vt:lpstr>
      <vt:lpstr>Fine-Tuning Process</vt:lpstr>
      <vt:lpstr>Fine-Tuning Process</vt:lpstr>
      <vt:lpstr>Benefits of fine-tuning</vt:lpstr>
      <vt:lpstr>Challenges of fine-tuning</vt:lpstr>
      <vt:lpstr>MobileNet</vt:lpstr>
      <vt:lpstr>What is MobileNet?</vt:lpstr>
      <vt:lpstr>What is MobileNet?</vt:lpstr>
      <vt:lpstr>MobileNetV1</vt:lpstr>
      <vt:lpstr>Architecture of MobileNetV1</vt:lpstr>
      <vt:lpstr>Architecture of MobileNetV1</vt:lpstr>
      <vt:lpstr>Architecture of MobileNetV1</vt:lpstr>
      <vt:lpstr>MobileNetV2</vt:lpstr>
      <vt:lpstr>Architecture of MobileNetV2</vt:lpstr>
      <vt:lpstr>Architecture of MobileNetV2</vt:lpstr>
      <vt:lpstr>Pros of MobileNet</vt:lpstr>
      <vt:lpstr>Cons of MobileNet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496</cp:revision>
  <dcterms:created xsi:type="dcterms:W3CDTF">2025-09-17T13:49:37Z</dcterms:created>
  <dcterms:modified xsi:type="dcterms:W3CDTF">2025-10-29T05:59:20Z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