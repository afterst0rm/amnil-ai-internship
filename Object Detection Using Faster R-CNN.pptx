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4"/>
  </p:sldMasterIdLst>
  <p:notesMasterIdLst>
    <p:notesMasterId r:id="rId32"/>
  </p:notesMasterIdLst>
  <p:handoutMasterIdLst>
    <p:handoutMasterId r:id="rId33"/>
  </p:handoutMasterIdLst>
  <p:sldIdLst>
    <p:sldId id="256" r:id="rId5"/>
    <p:sldId id="309" r:id="rId6"/>
    <p:sldId id="293" r:id="rId7"/>
    <p:sldId id="314" r:id="rId8"/>
    <p:sldId id="316" r:id="rId9"/>
    <p:sldId id="354" r:id="rId10"/>
    <p:sldId id="355" r:id="rId11"/>
    <p:sldId id="325" r:id="rId12"/>
    <p:sldId id="326" r:id="rId13"/>
    <p:sldId id="348" r:id="rId14"/>
    <p:sldId id="356" r:id="rId15"/>
    <p:sldId id="363" r:id="rId16"/>
    <p:sldId id="357" r:id="rId17"/>
    <p:sldId id="364" r:id="rId18"/>
    <p:sldId id="358" r:id="rId19"/>
    <p:sldId id="359" r:id="rId20"/>
    <p:sldId id="360" r:id="rId21"/>
    <p:sldId id="361" r:id="rId22"/>
    <p:sldId id="365" r:id="rId23"/>
    <p:sldId id="329" r:id="rId24"/>
    <p:sldId id="366" r:id="rId25"/>
    <p:sldId id="369" r:id="rId26"/>
    <p:sldId id="333" r:id="rId27"/>
    <p:sldId id="367" r:id="rId28"/>
    <p:sldId id="368" r:id="rId29"/>
    <p:sldId id="370" r:id="rId30"/>
    <p:sldId id="31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5BA1A0-E4F4-43B3-A546-B16201C34BE0}" v="823" dt="2025-11-05T10:50:38.792"/>
  </p1510:revLst>
</p1510:revInfo>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132FF3-00C3-45FE-8501-B8F9D16571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6D83E6F-356D-4DFE-9AA3-675AB04480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810618-3E38-4CD7-8875-0133B3A8EF5D}" type="datetimeFigureOut">
              <a:rPr lang="en-US" smtClean="0"/>
              <a:t>11/5/2025</a:t>
            </a:fld>
            <a:endParaRPr lang="en-US"/>
          </a:p>
        </p:txBody>
      </p:sp>
      <p:sp>
        <p:nvSpPr>
          <p:cNvPr id="4" name="Footer Placeholder 3">
            <a:extLst>
              <a:ext uri="{FF2B5EF4-FFF2-40B4-BE49-F238E27FC236}">
                <a16:creationId xmlns:a16="http://schemas.microsoft.com/office/drawing/2014/main" id="{76F9CB11-025B-45E9-A55D-3FB3C383EA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ED03088-6A83-46E0-9E61-CCAF7C2285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C23264-6C96-4D2A-B867-76FEADB59940}" type="slidenum">
              <a:rPr lang="en-US" smtClean="0"/>
              <a:t>‹#›</a:t>
            </a:fld>
            <a:endParaRPr lang="en-US"/>
          </a:p>
        </p:txBody>
      </p:sp>
    </p:spTree>
    <p:extLst>
      <p:ext uri="{BB962C8B-B14F-4D97-AF65-F5344CB8AC3E}">
        <p14:creationId xmlns:p14="http://schemas.microsoft.com/office/powerpoint/2010/main" val="8443535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EFA7AE-61BF-43B4-B36F-68C449FF1070}"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5C81A1-5F9C-4C15-B6E5-49FBACAD249D}" type="slidenum">
              <a:rPr lang="en-US" smtClean="0"/>
              <a:t>‹#›</a:t>
            </a:fld>
            <a:endParaRPr lang="en-US"/>
          </a:p>
        </p:txBody>
      </p:sp>
    </p:spTree>
    <p:extLst>
      <p:ext uri="{BB962C8B-B14F-4D97-AF65-F5344CB8AC3E}">
        <p14:creationId xmlns:p14="http://schemas.microsoft.com/office/powerpoint/2010/main" val="3897367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93118E17-E86B-4918-AC6E-373CA9D866B1}" type="slidenum">
              <a:rPr lang="en-US" smtClean="0"/>
              <a:t>2</a:t>
            </a:fld>
            <a:endParaRPr lang="en-US"/>
          </a:p>
        </p:txBody>
      </p:sp>
    </p:spTree>
    <p:extLst>
      <p:ext uri="{BB962C8B-B14F-4D97-AF65-F5344CB8AC3E}">
        <p14:creationId xmlns:p14="http://schemas.microsoft.com/office/powerpoint/2010/main" val="2904720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D03AC3AA-9C47-4E0B-BAC0-E8DEA4AD5A4E}" type="slidenum">
              <a:rPr lang="en-US" smtClean="0"/>
              <a:t>3</a:t>
            </a:fld>
            <a:endParaRPr lang="en-US"/>
          </a:p>
        </p:txBody>
      </p:sp>
    </p:spTree>
    <p:extLst>
      <p:ext uri="{BB962C8B-B14F-4D97-AF65-F5344CB8AC3E}">
        <p14:creationId xmlns:p14="http://schemas.microsoft.com/office/powerpoint/2010/main" val="3920437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4C44-4694-2732-1458-DC460CA9A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AD180-5DDA-E755-0524-1B36900BF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C8288-300C-B3FF-8624-C3CE5D6B64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485B925D-4441-5CC9-8D25-8E1F9555E4C3}"/>
              </a:ext>
            </a:extLst>
          </p:cNvPr>
          <p:cNvSpPr>
            <a:spLocks noGrp="1"/>
          </p:cNvSpPr>
          <p:nvPr>
            <p:ph type="sldNum" sz="quarter" idx="5"/>
          </p:nvPr>
        </p:nvSpPr>
        <p:spPr/>
        <p:txBody>
          <a:bodyPr/>
          <a:lstStyle/>
          <a:p>
            <a:fld id="{93118E17-E86B-4918-AC6E-373CA9D866B1}" type="slidenum">
              <a:rPr lang="en-US" smtClean="0"/>
              <a:t>5</a:t>
            </a:fld>
            <a:endParaRPr lang="en-US"/>
          </a:p>
        </p:txBody>
      </p:sp>
    </p:spTree>
    <p:extLst>
      <p:ext uri="{BB962C8B-B14F-4D97-AF65-F5344CB8AC3E}">
        <p14:creationId xmlns:p14="http://schemas.microsoft.com/office/powerpoint/2010/main" val="1842838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096EA-F6BC-5930-7B60-6E2FC2597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066E7-C470-22E3-D412-896C528E63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11254-1355-8637-D57C-2D47294912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61EE7D1D-6F4E-83CA-E871-B32B10185917}"/>
              </a:ext>
            </a:extLst>
          </p:cNvPr>
          <p:cNvSpPr>
            <a:spLocks noGrp="1"/>
          </p:cNvSpPr>
          <p:nvPr>
            <p:ph type="sldNum" sz="quarter" idx="5"/>
          </p:nvPr>
        </p:nvSpPr>
        <p:spPr/>
        <p:txBody>
          <a:bodyPr/>
          <a:lstStyle/>
          <a:p>
            <a:fld id="{93118E17-E86B-4918-AC6E-373CA9D866B1}" type="slidenum">
              <a:rPr lang="en-US" smtClean="0"/>
              <a:t>6</a:t>
            </a:fld>
            <a:endParaRPr lang="en-US"/>
          </a:p>
        </p:txBody>
      </p:sp>
    </p:spTree>
    <p:extLst>
      <p:ext uri="{BB962C8B-B14F-4D97-AF65-F5344CB8AC3E}">
        <p14:creationId xmlns:p14="http://schemas.microsoft.com/office/powerpoint/2010/main" val="3980452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61988-EF76-D442-3FDA-47780AECB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A2FF2-AF0B-9596-603D-508E653AE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CE2AC-8345-D818-D5EA-B801E9E869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9F953068-6B6C-1833-73FF-F4DDAF45A30D}"/>
              </a:ext>
            </a:extLst>
          </p:cNvPr>
          <p:cNvSpPr>
            <a:spLocks noGrp="1"/>
          </p:cNvSpPr>
          <p:nvPr>
            <p:ph type="sldNum" sz="quarter" idx="5"/>
          </p:nvPr>
        </p:nvSpPr>
        <p:spPr/>
        <p:txBody>
          <a:bodyPr/>
          <a:lstStyle/>
          <a:p>
            <a:fld id="{93118E17-E86B-4918-AC6E-373CA9D866B1}" type="slidenum">
              <a:rPr lang="en-US" smtClean="0"/>
              <a:t>7</a:t>
            </a:fld>
            <a:endParaRPr lang="en-US"/>
          </a:p>
        </p:txBody>
      </p:sp>
    </p:spTree>
    <p:extLst>
      <p:ext uri="{BB962C8B-B14F-4D97-AF65-F5344CB8AC3E}">
        <p14:creationId xmlns:p14="http://schemas.microsoft.com/office/powerpoint/2010/main" val="3946849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8DE30-B259-22BA-5C9E-9599E469B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47932-5C0C-8C39-BA64-A1A0C6784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17FE5-5B03-85AD-D888-D686F35D62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F322F93E-3825-A185-CEDC-E9379AEF2E3D}"/>
              </a:ext>
            </a:extLst>
          </p:cNvPr>
          <p:cNvSpPr>
            <a:spLocks noGrp="1"/>
          </p:cNvSpPr>
          <p:nvPr>
            <p:ph type="sldNum" sz="quarter" idx="5"/>
          </p:nvPr>
        </p:nvSpPr>
        <p:spPr/>
        <p:txBody>
          <a:bodyPr/>
          <a:lstStyle/>
          <a:p>
            <a:fld id="{D03AC3AA-9C47-4E0B-BAC0-E8DEA4AD5A4E}" type="slidenum">
              <a:rPr lang="en-US" smtClean="0"/>
              <a:t>8</a:t>
            </a:fld>
            <a:endParaRPr lang="en-US"/>
          </a:p>
        </p:txBody>
      </p:sp>
    </p:spTree>
    <p:extLst>
      <p:ext uri="{BB962C8B-B14F-4D97-AF65-F5344CB8AC3E}">
        <p14:creationId xmlns:p14="http://schemas.microsoft.com/office/powerpoint/2010/main" val="3829485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813B1-4BED-CDFE-F71E-9F58037B3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0546A-FD08-2244-E167-3EE17681C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332F1-302D-F30A-1D02-3129000A316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12EE428F-1C48-8E2F-4A03-E033E280EB56}"/>
              </a:ext>
            </a:extLst>
          </p:cNvPr>
          <p:cNvSpPr>
            <a:spLocks noGrp="1"/>
          </p:cNvSpPr>
          <p:nvPr>
            <p:ph type="sldNum" sz="quarter" idx="5"/>
          </p:nvPr>
        </p:nvSpPr>
        <p:spPr/>
        <p:txBody>
          <a:bodyPr/>
          <a:lstStyle/>
          <a:p>
            <a:fld id="{93118E17-E86B-4918-AC6E-373CA9D866B1}" type="slidenum">
              <a:rPr lang="en-US" smtClean="0"/>
              <a:t>11</a:t>
            </a:fld>
            <a:endParaRPr lang="en-US"/>
          </a:p>
        </p:txBody>
      </p:sp>
    </p:spTree>
    <p:extLst>
      <p:ext uri="{BB962C8B-B14F-4D97-AF65-F5344CB8AC3E}">
        <p14:creationId xmlns:p14="http://schemas.microsoft.com/office/powerpoint/2010/main" val="1633821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0EA32-4E48-4025-5A49-6EC74B1E0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173EB-02C3-C1B7-EA33-F98F5E887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07F9A-0644-6EE6-6EFC-8E40F9A44B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FAFE8F78-7B86-F131-76B6-FE55508A98D3}"/>
              </a:ext>
            </a:extLst>
          </p:cNvPr>
          <p:cNvSpPr>
            <a:spLocks noGrp="1"/>
          </p:cNvSpPr>
          <p:nvPr>
            <p:ph type="sldNum" sz="quarter" idx="5"/>
          </p:nvPr>
        </p:nvSpPr>
        <p:spPr/>
        <p:txBody>
          <a:bodyPr/>
          <a:lstStyle/>
          <a:p>
            <a:fld id="{93118E17-E86B-4918-AC6E-373CA9D866B1}" type="slidenum">
              <a:rPr lang="en-US" smtClean="0"/>
              <a:t>12</a:t>
            </a:fld>
            <a:endParaRPr lang="en-US"/>
          </a:p>
        </p:txBody>
      </p:sp>
    </p:spTree>
    <p:extLst>
      <p:ext uri="{BB962C8B-B14F-4D97-AF65-F5344CB8AC3E}">
        <p14:creationId xmlns:p14="http://schemas.microsoft.com/office/powerpoint/2010/main" val="4106362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6410E-26BA-8326-B1B9-89282EE52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64916-15D2-307D-0441-1AA141AADB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18B216-FCB3-B87F-79E6-92832380F5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F38EEFA4-D672-B841-6FC7-E1C7DE1A06B1}"/>
              </a:ext>
            </a:extLst>
          </p:cNvPr>
          <p:cNvSpPr>
            <a:spLocks noGrp="1"/>
          </p:cNvSpPr>
          <p:nvPr>
            <p:ph type="sldNum" sz="quarter" idx="5"/>
          </p:nvPr>
        </p:nvSpPr>
        <p:spPr/>
        <p:txBody>
          <a:bodyPr/>
          <a:lstStyle/>
          <a:p>
            <a:fld id="{93118E17-E86B-4918-AC6E-373CA9D866B1}" type="slidenum">
              <a:rPr lang="en-US" smtClean="0"/>
              <a:t>13</a:t>
            </a:fld>
            <a:endParaRPr lang="en-US"/>
          </a:p>
        </p:txBody>
      </p:sp>
    </p:spTree>
    <p:extLst>
      <p:ext uri="{BB962C8B-B14F-4D97-AF65-F5344CB8AC3E}">
        <p14:creationId xmlns:p14="http://schemas.microsoft.com/office/powerpoint/2010/main" val="678270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C280D-81FE-4655-6208-7F744585A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492A-75D4-53D8-AB9B-67CA51943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4B079-93A1-9E48-50C8-AFDDAE7146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D0F6CB2A-AACC-3D7D-A9FF-8C41468DFE67}"/>
              </a:ext>
            </a:extLst>
          </p:cNvPr>
          <p:cNvSpPr>
            <a:spLocks noGrp="1"/>
          </p:cNvSpPr>
          <p:nvPr>
            <p:ph type="sldNum" sz="quarter" idx="5"/>
          </p:nvPr>
        </p:nvSpPr>
        <p:spPr/>
        <p:txBody>
          <a:bodyPr/>
          <a:lstStyle/>
          <a:p>
            <a:fld id="{93118E17-E86B-4918-AC6E-373CA9D866B1}" type="slidenum">
              <a:rPr lang="en-US" smtClean="0"/>
              <a:t>14</a:t>
            </a:fld>
            <a:endParaRPr lang="en-US"/>
          </a:p>
        </p:txBody>
      </p:sp>
    </p:spTree>
    <p:extLst>
      <p:ext uri="{BB962C8B-B14F-4D97-AF65-F5344CB8AC3E}">
        <p14:creationId xmlns:p14="http://schemas.microsoft.com/office/powerpoint/2010/main" val="2974349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02532-E0E2-15C0-D568-343B15954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191F5-6CB8-B912-19C3-5ABA2F5F20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75795-83E2-26E1-163B-1A8FD9D725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307FA80-BD6B-F260-5031-195FAD9D5274}"/>
              </a:ext>
            </a:extLst>
          </p:cNvPr>
          <p:cNvSpPr>
            <a:spLocks noGrp="1"/>
          </p:cNvSpPr>
          <p:nvPr>
            <p:ph type="sldNum" sz="quarter" idx="5"/>
          </p:nvPr>
        </p:nvSpPr>
        <p:spPr/>
        <p:txBody>
          <a:bodyPr/>
          <a:lstStyle/>
          <a:p>
            <a:fld id="{93118E17-E86B-4918-AC6E-373CA9D866B1}" type="slidenum">
              <a:rPr lang="en-US" smtClean="0"/>
              <a:t>15</a:t>
            </a:fld>
            <a:endParaRPr lang="en-US"/>
          </a:p>
        </p:txBody>
      </p:sp>
    </p:spTree>
    <p:extLst>
      <p:ext uri="{BB962C8B-B14F-4D97-AF65-F5344CB8AC3E}">
        <p14:creationId xmlns:p14="http://schemas.microsoft.com/office/powerpoint/2010/main" val="2447163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94932-CD3A-1697-2AF4-F5E7E07EF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C65C4-6277-1F34-FB65-748B2FC80A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39BC9-F702-9B36-A6ED-C873F5336E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484C7CA3-5F79-5473-EEF9-FA26E46F7F21}"/>
              </a:ext>
            </a:extLst>
          </p:cNvPr>
          <p:cNvSpPr>
            <a:spLocks noGrp="1"/>
          </p:cNvSpPr>
          <p:nvPr>
            <p:ph type="sldNum" sz="quarter" idx="5"/>
          </p:nvPr>
        </p:nvSpPr>
        <p:spPr/>
        <p:txBody>
          <a:bodyPr/>
          <a:lstStyle/>
          <a:p>
            <a:fld id="{93118E17-E86B-4918-AC6E-373CA9D866B1}" type="slidenum">
              <a:rPr lang="en-US" smtClean="0"/>
              <a:t>16</a:t>
            </a:fld>
            <a:endParaRPr lang="en-US"/>
          </a:p>
        </p:txBody>
      </p:sp>
    </p:spTree>
    <p:extLst>
      <p:ext uri="{BB962C8B-B14F-4D97-AF65-F5344CB8AC3E}">
        <p14:creationId xmlns:p14="http://schemas.microsoft.com/office/powerpoint/2010/main" val="393606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41061-736A-5608-BA20-E38BA337C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0C1EE-2C54-7A9C-89D0-76236B1E1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B72B1B-FD0F-5BE2-DDC5-0AC88AE6DB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A5A57911-4B43-C0F4-3D20-A25B0F5FA2FF}"/>
              </a:ext>
            </a:extLst>
          </p:cNvPr>
          <p:cNvSpPr>
            <a:spLocks noGrp="1"/>
          </p:cNvSpPr>
          <p:nvPr>
            <p:ph type="sldNum" sz="quarter" idx="5"/>
          </p:nvPr>
        </p:nvSpPr>
        <p:spPr/>
        <p:txBody>
          <a:bodyPr/>
          <a:lstStyle/>
          <a:p>
            <a:fld id="{93118E17-E86B-4918-AC6E-373CA9D866B1}" type="slidenum">
              <a:rPr lang="en-US" smtClean="0"/>
              <a:t>17</a:t>
            </a:fld>
            <a:endParaRPr lang="en-US"/>
          </a:p>
        </p:txBody>
      </p:sp>
    </p:spTree>
    <p:extLst>
      <p:ext uri="{BB962C8B-B14F-4D97-AF65-F5344CB8AC3E}">
        <p14:creationId xmlns:p14="http://schemas.microsoft.com/office/powerpoint/2010/main" val="2988450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78477-8FEB-CA10-0075-FCE41EC6CC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D7DA3-08AF-2FFB-3179-FED9FA172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A0FE6-095A-5143-403D-B0D0450ECE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8C1E182E-96F6-6822-7B24-239A7CA433BE}"/>
              </a:ext>
            </a:extLst>
          </p:cNvPr>
          <p:cNvSpPr>
            <a:spLocks noGrp="1"/>
          </p:cNvSpPr>
          <p:nvPr>
            <p:ph type="sldNum" sz="quarter" idx="5"/>
          </p:nvPr>
        </p:nvSpPr>
        <p:spPr/>
        <p:txBody>
          <a:bodyPr/>
          <a:lstStyle/>
          <a:p>
            <a:fld id="{93118E17-E86B-4918-AC6E-373CA9D866B1}" type="slidenum">
              <a:rPr lang="en-US" smtClean="0"/>
              <a:t>18</a:t>
            </a:fld>
            <a:endParaRPr lang="en-US"/>
          </a:p>
        </p:txBody>
      </p:sp>
    </p:spTree>
    <p:extLst>
      <p:ext uri="{BB962C8B-B14F-4D97-AF65-F5344CB8AC3E}">
        <p14:creationId xmlns:p14="http://schemas.microsoft.com/office/powerpoint/2010/main" val="2486242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6F7A-DB85-5E41-D4A4-6AA45E6A6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98B95-41BA-3DCF-DD42-5E31FC1A2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6465B-EDC6-5883-EAF4-5FE9C31A68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2F1C26D2-A4A7-DEEF-96F0-B95D213EF0B7}"/>
              </a:ext>
            </a:extLst>
          </p:cNvPr>
          <p:cNvSpPr>
            <a:spLocks noGrp="1"/>
          </p:cNvSpPr>
          <p:nvPr>
            <p:ph type="sldNum" sz="quarter" idx="5"/>
          </p:nvPr>
        </p:nvSpPr>
        <p:spPr/>
        <p:txBody>
          <a:bodyPr/>
          <a:lstStyle/>
          <a:p>
            <a:fld id="{D03AC3AA-9C47-4E0B-BAC0-E8DEA4AD5A4E}" type="slidenum">
              <a:rPr lang="en-US" smtClean="0"/>
              <a:t>19</a:t>
            </a:fld>
            <a:endParaRPr lang="en-US"/>
          </a:p>
        </p:txBody>
      </p:sp>
    </p:spTree>
    <p:extLst>
      <p:ext uri="{BB962C8B-B14F-4D97-AF65-F5344CB8AC3E}">
        <p14:creationId xmlns:p14="http://schemas.microsoft.com/office/powerpoint/2010/main" val="109403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F11E8-D51F-7535-836D-FFFD33B6C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9F075-D2FB-3DF5-1092-B01FB2785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DB1673-5D3B-9A6F-93AA-057DF22C75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EFB96457-84CF-4116-69DE-A3B67CE867A9}"/>
              </a:ext>
            </a:extLst>
          </p:cNvPr>
          <p:cNvSpPr>
            <a:spLocks noGrp="1"/>
          </p:cNvSpPr>
          <p:nvPr>
            <p:ph type="sldNum" sz="quarter" idx="5"/>
          </p:nvPr>
        </p:nvSpPr>
        <p:spPr/>
        <p:txBody>
          <a:bodyPr/>
          <a:lstStyle/>
          <a:p>
            <a:fld id="{93118E17-E86B-4918-AC6E-373CA9D866B1}" type="slidenum">
              <a:rPr lang="en-US" smtClean="0"/>
              <a:t>22</a:t>
            </a:fld>
            <a:endParaRPr lang="en-US"/>
          </a:p>
        </p:txBody>
      </p:sp>
    </p:spTree>
    <p:extLst>
      <p:ext uri="{BB962C8B-B14F-4D97-AF65-F5344CB8AC3E}">
        <p14:creationId xmlns:p14="http://schemas.microsoft.com/office/powerpoint/2010/main" val="24534824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7DE3-0950-601B-E2E9-0FA36D600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E8E1E-B8F1-CA5A-1B5C-3ECBC35DF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9E36C-EE08-2CBC-EF05-F4CC339ED1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F26BE68-0DD3-9440-11F5-42B6D5793B3D}"/>
              </a:ext>
            </a:extLst>
          </p:cNvPr>
          <p:cNvSpPr>
            <a:spLocks noGrp="1"/>
          </p:cNvSpPr>
          <p:nvPr>
            <p:ph type="sldNum" sz="quarter" idx="5"/>
          </p:nvPr>
        </p:nvSpPr>
        <p:spPr/>
        <p:txBody>
          <a:bodyPr/>
          <a:lstStyle/>
          <a:p>
            <a:fld id="{D03AC3AA-9C47-4E0B-BAC0-E8DEA4AD5A4E}" type="slidenum">
              <a:rPr lang="en-US" smtClean="0"/>
              <a:t>21</a:t>
            </a:fld>
            <a:endParaRPr lang="en-US"/>
          </a:p>
        </p:txBody>
      </p:sp>
    </p:spTree>
    <p:extLst>
      <p:ext uri="{BB962C8B-B14F-4D97-AF65-F5344CB8AC3E}">
        <p14:creationId xmlns:p14="http://schemas.microsoft.com/office/powerpoint/2010/main" val="2405144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CA3E0-C4C6-32FC-2139-05C33E3A85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63CBB-AE29-6E84-19AE-A9CA5B38C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34CFA-CD02-5F84-C6C3-3DC975CEC9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3DEBA4BE-011E-542A-31BD-0F837701EFE8}"/>
              </a:ext>
            </a:extLst>
          </p:cNvPr>
          <p:cNvSpPr>
            <a:spLocks noGrp="1"/>
          </p:cNvSpPr>
          <p:nvPr>
            <p:ph type="sldNum" sz="quarter" idx="5"/>
          </p:nvPr>
        </p:nvSpPr>
        <p:spPr/>
        <p:txBody>
          <a:bodyPr/>
          <a:lstStyle/>
          <a:p>
            <a:fld id="{93118E17-E86B-4918-AC6E-373CA9D866B1}" type="slidenum">
              <a:rPr lang="en-US" smtClean="0"/>
              <a:t>26</a:t>
            </a:fld>
            <a:endParaRPr lang="en-US"/>
          </a:p>
        </p:txBody>
      </p:sp>
    </p:spTree>
    <p:extLst>
      <p:ext uri="{BB962C8B-B14F-4D97-AF65-F5344CB8AC3E}">
        <p14:creationId xmlns:p14="http://schemas.microsoft.com/office/powerpoint/2010/main" val="1383525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grpSp>
        <p:nvGrpSpPr>
          <p:cNvPr id="20" name="Bottom Right">
            <a:extLst>
              <a:ext uri="{FF2B5EF4-FFF2-40B4-BE49-F238E27FC236}">
                <a16:creationId xmlns:a16="http://schemas.microsoft.com/office/drawing/2014/main" id="{0CBC73C8-CC60-49A5-BC76-BA8E43BB8489}"/>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grpSp>
          <p:nvGrpSpPr>
            <p:cNvPr id="24" name="Graphic 157">
              <a:extLst>
                <a:ext uri="{FF2B5EF4-FFF2-40B4-BE49-F238E27FC236}">
                  <a16:creationId xmlns:a16="http://schemas.microsoft.com/office/drawing/2014/main" id="{A2B94463-7088-4D2A-B55D-9C55F957066A}"/>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26" name="Freeform: Shape 25">
                <a:extLst>
                  <a:ext uri="{FF2B5EF4-FFF2-40B4-BE49-F238E27FC236}">
                    <a16:creationId xmlns:a16="http://schemas.microsoft.com/office/drawing/2014/main" id="{5785D7F3-06BB-480E-A58D-A8E0EB87C4D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208AE46A-A447-444D-9163-96E61EC4876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41997203-3E59-4097-B832-06B249C67618}"/>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B5D4D033-43E9-4776-9E25-97767380D8CC}"/>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FE52F424-D385-43AD-AE40-3D9501923110}"/>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5E32ABCD-6C91-4A5F-BB61-8B3C026C9080}"/>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6ABE3A6-D624-4D18-A43B-D87C67481123}"/>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5" name="Freeform: Shape 24">
              <a:extLst>
                <a:ext uri="{FF2B5EF4-FFF2-40B4-BE49-F238E27FC236}">
                  <a16:creationId xmlns:a16="http://schemas.microsoft.com/office/drawing/2014/main" id="{DF2787DC-EEA3-46C0-9CD4-1AB906DB4B08}"/>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9" name="Picture Placeholder 38">
            <a:extLst>
              <a:ext uri="{FF2B5EF4-FFF2-40B4-BE49-F238E27FC236}">
                <a16:creationId xmlns:a16="http://schemas.microsoft.com/office/drawing/2014/main" id="{167AAA19-C621-4D54-B748-5A06F4417CA5}"/>
              </a:ext>
            </a:extLst>
          </p:cNvPr>
          <p:cNvSpPr>
            <a:spLocks noGrp="1"/>
          </p:cNvSpPr>
          <p:nvPr>
            <p:ph type="pic" sz="quarter" idx="13" hasCustomPrompt="1"/>
          </p:nvPr>
        </p:nvSpPr>
        <p:spPr>
          <a:xfrm>
            <a:off x="619841" y="3003970"/>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sz="2000"/>
            </a:lvl1pPr>
          </a:lstStyle>
          <a:p>
            <a:r>
              <a:rPr lang="en-US"/>
              <a:t>Insert photo here</a:t>
            </a:r>
          </a:p>
        </p:txBody>
      </p:sp>
      <p:grpSp>
        <p:nvGrpSpPr>
          <p:cNvPr id="9" name="Top Right">
            <a:extLst>
              <a:ext uri="{FF2B5EF4-FFF2-40B4-BE49-F238E27FC236}">
                <a16:creationId xmlns:a16="http://schemas.microsoft.com/office/drawing/2014/main" id="{3E5EBBCF-761D-49AA-8960-D06A3484B9D0}"/>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10" name="Freeform: Shape 9">
              <a:extLst>
                <a:ext uri="{FF2B5EF4-FFF2-40B4-BE49-F238E27FC236}">
                  <a16:creationId xmlns:a16="http://schemas.microsoft.com/office/drawing/2014/main" id="{60F7E5D2-CFBA-4149-A9B1-32047212E57C}"/>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11" name="Freeform: Shape 10">
              <a:extLst>
                <a:ext uri="{FF2B5EF4-FFF2-40B4-BE49-F238E27FC236}">
                  <a16:creationId xmlns:a16="http://schemas.microsoft.com/office/drawing/2014/main" id="{48B55E1C-675E-425D-8EDF-AEA4D6B3475B}"/>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2" name="Freeform: Shape 11">
              <a:extLst>
                <a:ext uri="{FF2B5EF4-FFF2-40B4-BE49-F238E27FC236}">
                  <a16:creationId xmlns:a16="http://schemas.microsoft.com/office/drawing/2014/main" id="{8FCA9AA7-FBFD-40D2-BF04-E2E0B1BD63FC}"/>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6C09EC90-AF39-4D10-9018-0FFB283B91F4}"/>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CF263181-1CB8-4DF1-94C2-E217E733B56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031408EA-002C-4A55-8451-03A0FCEC52B1}"/>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23E51D71-EB7F-46DD-AE4A-E64644F646AC}"/>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401E4470-A9CC-4FE2-9249-F71E89C4FB28}"/>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18" name="Title 1">
            <a:extLst>
              <a:ext uri="{FF2B5EF4-FFF2-40B4-BE49-F238E27FC236}">
                <a16:creationId xmlns:a16="http://schemas.microsoft.com/office/drawing/2014/main" id="{6653DE96-35D3-4AA3-B11A-A5882CC7A472}"/>
              </a:ext>
            </a:extLst>
          </p:cNvPr>
          <p:cNvSpPr>
            <a:spLocks noGrp="1"/>
          </p:cNvSpPr>
          <p:nvPr>
            <p:ph type="ctrTitle"/>
          </p:nvPr>
        </p:nvSpPr>
        <p:spPr>
          <a:xfrm>
            <a:off x="996275" y="570602"/>
            <a:ext cx="5996619" cy="2226076"/>
          </a:xfrm>
          <a:prstGeom prst="rect">
            <a:avLst/>
          </a:prstGeom>
        </p:spPr>
        <p:txBody>
          <a:bodyPr anchor="ctr">
            <a:noAutofit/>
          </a:bodyPr>
          <a:lstStyle>
            <a:lvl1pPr>
              <a:defRPr baseline="0"/>
            </a:lvl1pPr>
          </a:lstStyle>
          <a:p>
            <a:pPr algn="l"/>
            <a:endParaRPr lang="en-US" sz="5400">
              <a:cs typeface="Posterama" panose="020B0504020200020000" pitchFamily="34" charset="0"/>
            </a:endParaRPr>
          </a:p>
        </p:txBody>
      </p:sp>
      <p:sp>
        <p:nvSpPr>
          <p:cNvPr id="19" name="Subtitle 2">
            <a:extLst>
              <a:ext uri="{FF2B5EF4-FFF2-40B4-BE49-F238E27FC236}">
                <a16:creationId xmlns:a16="http://schemas.microsoft.com/office/drawing/2014/main" id="{E1C011E4-9F9C-45C6-9C1F-7A9F3721C266}"/>
              </a:ext>
            </a:extLst>
          </p:cNvPr>
          <p:cNvSpPr>
            <a:spLocks noGrp="1"/>
          </p:cNvSpPr>
          <p:nvPr>
            <p:ph type="subTitle" idx="1"/>
          </p:nvPr>
        </p:nvSpPr>
        <p:spPr>
          <a:xfrm>
            <a:off x="7813040" y="1597426"/>
            <a:ext cx="3370134" cy="441403"/>
          </a:xfrm>
          <a:prstGeom prst="rect">
            <a:avLst/>
          </a:prstGeom>
        </p:spPr>
        <p:txBody>
          <a:bodyPr anchor="ctr">
            <a:noAutofit/>
          </a:bodyPr>
          <a:lstStyle>
            <a:lvl1pPr marL="0" indent="0">
              <a:buNone/>
              <a:defRPr sz="2400"/>
            </a:lvl1pPr>
          </a:lstStyle>
          <a:p>
            <a:pPr algn="l">
              <a:lnSpc>
                <a:spcPct val="110000"/>
              </a:lnSpc>
            </a:pPr>
            <a:endParaRPr lang="en-US" sz="2200">
              <a:cs typeface="Segoe UI Semilight" panose="020B0402040204020203" pitchFamily="34" charset="0"/>
            </a:endParaRPr>
          </a:p>
        </p:txBody>
      </p:sp>
      <p:grpSp>
        <p:nvGrpSpPr>
          <p:cNvPr id="21" name="Cross">
            <a:extLst>
              <a:ext uri="{FF2B5EF4-FFF2-40B4-BE49-F238E27FC236}">
                <a16:creationId xmlns:a16="http://schemas.microsoft.com/office/drawing/2014/main" id="{51E372DC-98EB-4EBC-9D4C-A21D11837AE0}"/>
              </a:ext>
              <a:ext uri="{C183D7F6-B498-43B3-948B-1728B52AA6E4}">
                <adec:decorative xmlns:adec="http://schemas.microsoft.com/office/drawing/2017/decorative" val="1"/>
              </a:ext>
            </a:extLst>
          </p:cNvPr>
          <p:cNvGrpSpPr/>
          <p:nvPr userDrawn="1"/>
        </p:nvGrpSpPr>
        <p:grpSpPr>
          <a:xfrm>
            <a:off x="762000" y="6150811"/>
            <a:ext cx="118872" cy="118872"/>
            <a:chOff x="1175347" y="3733800"/>
            <a:chExt cx="118872" cy="118872"/>
          </a:xfrm>
        </p:grpSpPr>
        <p:cxnSp>
          <p:nvCxnSpPr>
            <p:cNvPr id="22" name="Straight Connector 21">
              <a:extLst>
                <a:ext uri="{FF2B5EF4-FFF2-40B4-BE49-F238E27FC236}">
                  <a16:creationId xmlns:a16="http://schemas.microsoft.com/office/drawing/2014/main" id="{9173A0CF-667C-4499-98A9-03752E3C37AF}"/>
                </a:ext>
              </a:extLst>
            </p:cNvPr>
            <p:cNvCxnSpPr>
              <a:cxnSpLocks/>
            </p:cNvCxnSpPr>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C5D99060-086B-40C6-A8B9-2768DB548A03}"/>
                </a:ext>
              </a:extLst>
            </p:cNvPr>
            <p:cNvCxnSpPr>
              <a:cxnSpLocks/>
            </p:cNvCxnSpPr>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24658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grpSp>
        <p:nvGrpSpPr>
          <p:cNvPr id="25" name="Top left">
            <a:extLst>
              <a:ext uri="{FF2B5EF4-FFF2-40B4-BE49-F238E27FC236}">
                <a16:creationId xmlns:a16="http://schemas.microsoft.com/office/drawing/2014/main" id="{58A4F778-D8DF-42FD-B154-2F4B2C2028A1}"/>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26" name="Freeform: Shape 25">
              <a:extLst>
                <a:ext uri="{FF2B5EF4-FFF2-40B4-BE49-F238E27FC236}">
                  <a16:creationId xmlns:a16="http://schemas.microsoft.com/office/drawing/2014/main" id="{80793C3B-AAD0-4446-A423-B0EB8EE2AA62}"/>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27" name="Freeform: Shape 26">
              <a:extLst>
                <a:ext uri="{FF2B5EF4-FFF2-40B4-BE49-F238E27FC236}">
                  <a16:creationId xmlns:a16="http://schemas.microsoft.com/office/drawing/2014/main" id="{57344207-297F-4959-8A55-69CE467B3CBD}"/>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0479A031-8D8F-4167-9AC1-FF9067577187}"/>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2530E3E1-76BD-4378-9E7C-7302E4B84D71}"/>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D8C42F67-50FC-4C12-B07D-7FD30B62543B}"/>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C3AD1C10-DF74-4C65-AF7B-89386448D4EA}"/>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E2D9D2C3-0C72-4401-8548-E2CACA3C95C5}"/>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83142937-438B-42B5-8B58-B26BD92F1544}"/>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35" name="Freeform: Shape 34">
            <a:extLst>
              <a:ext uri="{FF2B5EF4-FFF2-40B4-BE49-F238E27FC236}">
                <a16:creationId xmlns:a16="http://schemas.microsoft.com/office/drawing/2014/main" id="{AE9F08BF-E500-4B58-9AA3-B4517E83CEF3}"/>
              </a:ext>
              <a:ext uri="{C183D7F6-B498-43B3-948B-1728B52AA6E4}">
                <adec:decorative xmlns:adec="http://schemas.microsoft.com/office/drawing/2017/decorative" val="1"/>
              </a:ext>
            </a:extLst>
          </p:cNvPr>
          <p:cNvSpPr/>
          <p:nvPr userDrawn="1"/>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40" name="Bottom Right">
            <a:extLst>
              <a:ext uri="{FF2B5EF4-FFF2-40B4-BE49-F238E27FC236}">
                <a16:creationId xmlns:a16="http://schemas.microsoft.com/office/drawing/2014/main" id="{6DE93ED8-FDE6-418E-A743-2B368C71F311}"/>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grpSp>
          <p:nvGrpSpPr>
            <p:cNvPr id="41" name="Graphic 157">
              <a:extLst>
                <a:ext uri="{FF2B5EF4-FFF2-40B4-BE49-F238E27FC236}">
                  <a16:creationId xmlns:a16="http://schemas.microsoft.com/office/drawing/2014/main" id="{25190812-FA8A-4CB5-85A8-5DDFF8C94BDF}"/>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48" name="Freeform: Shape 47">
                <a:extLst>
                  <a:ext uri="{FF2B5EF4-FFF2-40B4-BE49-F238E27FC236}">
                    <a16:creationId xmlns:a16="http://schemas.microsoft.com/office/drawing/2014/main" id="{71F1284C-D9B2-48EC-BDCE-6CF4C076ECB9}"/>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DFDF02DB-02A4-4942-BD34-3F4903DA12A6}"/>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739432B6-8074-4F72-BB48-F48015CAE048}"/>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A017DF18-3257-471E-AFD3-39EB68FE2DF2}"/>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A7360442-04D2-49F1-BBE1-ED7C5CA0FF1A}"/>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8937ECC2-1561-4705-919F-243AFFCE8437}"/>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7AF7D52A-2FC7-4627-955A-6CB0E5E7ABFD}"/>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47" name="Freeform: Shape 46">
              <a:extLst>
                <a:ext uri="{FF2B5EF4-FFF2-40B4-BE49-F238E27FC236}">
                  <a16:creationId xmlns:a16="http://schemas.microsoft.com/office/drawing/2014/main" id="{B3C81E55-0711-4E01-975D-4649E53C8661}"/>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3" name="Title 1">
            <a:extLst>
              <a:ext uri="{FF2B5EF4-FFF2-40B4-BE49-F238E27FC236}">
                <a16:creationId xmlns:a16="http://schemas.microsoft.com/office/drawing/2014/main" id="{8782B20B-E447-47CC-93DB-B076EACC775D}"/>
              </a:ext>
            </a:extLst>
          </p:cNvPr>
          <p:cNvSpPr>
            <a:spLocks noGrp="1"/>
          </p:cNvSpPr>
          <p:nvPr>
            <p:ph type="title"/>
          </p:nvPr>
        </p:nvSpPr>
        <p:spPr>
          <a:xfrm>
            <a:off x="1198182" y="559813"/>
            <a:ext cx="5605358" cy="1664573"/>
          </a:xfrm>
          <a:prstGeom prst="rect">
            <a:avLst/>
          </a:prstGeom>
        </p:spPr>
        <p:txBody>
          <a:bodyPr/>
          <a:lstStyle/>
          <a:p>
            <a:pPr>
              <a:lnSpc>
                <a:spcPct val="100000"/>
              </a:lnSpc>
            </a:pPr>
            <a:endParaRPr lang="en-US"/>
          </a:p>
        </p:txBody>
      </p:sp>
      <p:sp>
        <p:nvSpPr>
          <p:cNvPr id="65" name="Text Placeholder 37">
            <a:extLst>
              <a:ext uri="{FF2B5EF4-FFF2-40B4-BE49-F238E27FC236}">
                <a16:creationId xmlns:a16="http://schemas.microsoft.com/office/drawing/2014/main" id="{D5185B59-89FE-4275-B159-E5FEA474B469}"/>
              </a:ext>
            </a:extLst>
          </p:cNvPr>
          <p:cNvSpPr>
            <a:spLocks noGrp="1"/>
          </p:cNvSpPr>
          <p:nvPr>
            <p:ph type="body" sz="quarter" idx="16" hasCustomPrompt="1"/>
          </p:nvPr>
        </p:nvSpPr>
        <p:spPr>
          <a:xfrm>
            <a:off x="1195452" y="2384474"/>
            <a:ext cx="5608088" cy="3785763"/>
          </a:xfrm>
          <a:prstGeom prst="rect">
            <a:avLst/>
          </a:prstGeom>
        </p:spPr>
        <p:txBody>
          <a:bodyPr/>
          <a:lstStyle>
            <a:lvl1pPr marL="457200" indent="-457200">
              <a:lnSpc>
                <a:spcPct val="100000"/>
              </a:lnSpc>
              <a:buFont typeface="Avenir Next LT Pro" panose="020B0504020202020204" pitchFamily="34" charset="0"/>
              <a:buChar char="+"/>
              <a:defRPr/>
            </a:lvl1pPr>
          </a:lstStyle>
          <a:p>
            <a:pPr lvl="0"/>
            <a:r>
              <a:rPr lang="en-US"/>
              <a:t>Click to add text</a:t>
            </a:r>
          </a:p>
        </p:txBody>
      </p:sp>
      <p:sp>
        <p:nvSpPr>
          <p:cNvPr id="61" name="Picture Placeholder 2">
            <a:extLst>
              <a:ext uri="{FF2B5EF4-FFF2-40B4-BE49-F238E27FC236}">
                <a16:creationId xmlns:a16="http://schemas.microsoft.com/office/drawing/2014/main" id="{9079FD8C-6441-4214-93DC-E9E3BB415897}"/>
              </a:ext>
            </a:extLst>
          </p:cNvPr>
          <p:cNvSpPr>
            <a:spLocks noGrp="1"/>
          </p:cNvSpPr>
          <p:nvPr>
            <p:ph type="pic" sz="quarter" idx="13" hasCustomPrompt="1"/>
          </p:nvPr>
        </p:nvSpPr>
        <p:spPr>
          <a:xfrm>
            <a:off x="7172325" y="558800"/>
            <a:ext cx="4818063" cy="2779713"/>
          </a:xfrm>
          <a:prstGeom prst="rect">
            <a:avLst/>
          </a:prstGeom>
        </p:spPr>
        <p:txBody>
          <a:bodyPr/>
          <a:lstStyle>
            <a:lvl1pPr marL="0" indent="0" algn="ctr">
              <a:buNone/>
              <a:defRPr sz="2000"/>
            </a:lvl1pPr>
          </a:lstStyle>
          <a:p>
            <a:r>
              <a:rPr lang="en-US"/>
              <a:t>Insert photo here</a:t>
            </a:r>
          </a:p>
        </p:txBody>
      </p:sp>
      <p:sp>
        <p:nvSpPr>
          <p:cNvPr id="62" name="Picture Placeholder 59">
            <a:extLst>
              <a:ext uri="{FF2B5EF4-FFF2-40B4-BE49-F238E27FC236}">
                <a16:creationId xmlns:a16="http://schemas.microsoft.com/office/drawing/2014/main" id="{8BDEDA7F-304A-4A6E-8DB7-B842B551B24F}"/>
              </a:ext>
            </a:extLst>
          </p:cNvPr>
          <p:cNvSpPr>
            <a:spLocks noGrp="1"/>
          </p:cNvSpPr>
          <p:nvPr>
            <p:ph type="pic" sz="quarter" idx="15" hasCustomPrompt="1"/>
          </p:nvPr>
        </p:nvSpPr>
        <p:spPr>
          <a:xfrm>
            <a:off x="7169150" y="3503613"/>
            <a:ext cx="4818063" cy="2666624"/>
          </a:xfrm>
          <a:prstGeom prst="rect">
            <a:avLst/>
          </a:prstGeom>
        </p:spPr>
        <p:txBody>
          <a:bodyPr/>
          <a:lstStyle>
            <a:lvl1pPr marL="0" indent="0" algn="ctr">
              <a:buNone/>
              <a:defRPr sz="2000"/>
            </a:lvl1pPr>
          </a:lstStyle>
          <a:p>
            <a:r>
              <a:rPr lang="en-US"/>
              <a:t>Insert photo here</a:t>
            </a:r>
          </a:p>
        </p:txBody>
      </p:sp>
      <p:sp>
        <p:nvSpPr>
          <p:cNvPr id="57" name="Date Placeholder 8">
            <a:extLst>
              <a:ext uri="{FF2B5EF4-FFF2-40B4-BE49-F238E27FC236}">
                <a16:creationId xmlns:a16="http://schemas.microsoft.com/office/drawing/2014/main" id="{786FFFB1-44AF-407C-A246-5AC9C17D34E2}"/>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58" name="Footer Placeholder 9">
            <a:extLst>
              <a:ext uri="{FF2B5EF4-FFF2-40B4-BE49-F238E27FC236}">
                <a16:creationId xmlns:a16="http://schemas.microsoft.com/office/drawing/2014/main" id="{556011BF-48D6-437C-A8D4-087E1EB7BBEE}"/>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59" name="Slide Number Placeholder 10">
            <a:extLst>
              <a:ext uri="{FF2B5EF4-FFF2-40B4-BE49-F238E27FC236}">
                <a16:creationId xmlns:a16="http://schemas.microsoft.com/office/drawing/2014/main" id="{975D7D2C-6BE7-4A0B-B546-9C9CE46F8AC4}"/>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424964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2"/>
        </a:solidFill>
        <a:effectLst/>
      </p:bgPr>
    </p:bg>
    <p:spTree>
      <p:nvGrpSpPr>
        <p:cNvPr id="1" name=""/>
        <p:cNvGrpSpPr/>
        <p:nvPr/>
      </p:nvGrpSpPr>
      <p:grpSpPr>
        <a:xfrm>
          <a:off x="0" y="0"/>
          <a:ext cx="0" cy="0"/>
          <a:chOff x="0" y="0"/>
          <a:chExt cx="0" cy="0"/>
        </a:xfrm>
      </p:grpSpPr>
      <p:grpSp>
        <p:nvGrpSpPr>
          <p:cNvPr id="17" name="Bottom Right">
            <a:extLst>
              <a:ext uri="{FF2B5EF4-FFF2-40B4-BE49-F238E27FC236}">
                <a16:creationId xmlns:a16="http://schemas.microsoft.com/office/drawing/2014/main" id="{E111E959-AE2E-40A4-98AD-7D52A1959D08}"/>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grpSp>
          <p:nvGrpSpPr>
            <p:cNvPr id="18" name="Graphic 157">
              <a:extLst>
                <a:ext uri="{FF2B5EF4-FFF2-40B4-BE49-F238E27FC236}">
                  <a16:creationId xmlns:a16="http://schemas.microsoft.com/office/drawing/2014/main" id="{0908BA80-B05F-4958-9382-A0D94102441D}"/>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20" name="Freeform: Shape 19">
                <a:extLst>
                  <a:ext uri="{FF2B5EF4-FFF2-40B4-BE49-F238E27FC236}">
                    <a16:creationId xmlns:a16="http://schemas.microsoft.com/office/drawing/2014/main" id="{75B7426F-B5A6-48C2-AA98-B1B4903DB48A}"/>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46088CEA-297B-452F-B8C9-4FE4B30AD863}"/>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00A58A3D-F03E-45B2-B6F2-3B23998696AD}"/>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74551D63-42D8-4E16-B803-BCDF887E3BA8}"/>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D32D482B-70A4-4367-9129-156A4E10BA2D}"/>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403B5FA3-C7DC-40A8-903C-5CEB2D9F39F9}"/>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C18C48C9-D302-4DF3-9905-1C77DADBB06D}"/>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9" name="Freeform: Shape 18">
              <a:extLst>
                <a:ext uri="{FF2B5EF4-FFF2-40B4-BE49-F238E27FC236}">
                  <a16:creationId xmlns:a16="http://schemas.microsoft.com/office/drawing/2014/main" id="{31D0B3BD-DDF6-4C74-88B5-F16A89D4159D}"/>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64" name="Top Left">
            <a:extLst>
              <a:ext uri="{FF2B5EF4-FFF2-40B4-BE49-F238E27FC236}">
                <a16:creationId xmlns:a16="http://schemas.microsoft.com/office/drawing/2014/main" id="{8087FF2B-AA37-46BB-98C5-51A0DBC1CD28}"/>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65" name="Freeform: Shape 64">
              <a:extLst>
                <a:ext uri="{FF2B5EF4-FFF2-40B4-BE49-F238E27FC236}">
                  <a16:creationId xmlns:a16="http://schemas.microsoft.com/office/drawing/2014/main" id="{C6EA10B1-B913-4692-AC3E-121374FD78FE}"/>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66" name="Freeform: Shape 65">
              <a:extLst>
                <a:ext uri="{FF2B5EF4-FFF2-40B4-BE49-F238E27FC236}">
                  <a16:creationId xmlns:a16="http://schemas.microsoft.com/office/drawing/2014/main" id="{72B1778E-37F1-4D06-A0C1-E121F48AB542}"/>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65F5AAFE-F598-42CC-8D85-36011CE9D145}"/>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6D3678A3-EBA1-461E-B7FE-B58776C95CD3}"/>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69" name="Freeform: Shape 68">
              <a:extLst>
                <a:ext uri="{FF2B5EF4-FFF2-40B4-BE49-F238E27FC236}">
                  <a16:creationId xmlns:a16="http://schemas.microsoft.com/office/drawing/2014/main" id="{B8543F0A-65E2-4F14-975F-3AA8B5B17417}"/>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A6925965-04E0-4184-8AE3-0FFE4EF318F3}"/>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C725961F-048D-4994-8055-83DE34C83663}"/>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00656CFD-98C0-4307-A549-3341C5CFFB78}"/>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3" name="Title 2">
            <a:extLst>
              <a:ext uri="{FF2B5EF4-FFF2-40B4-BE49-F238E27FC236}">
                <a16:creationId xmlns:a16="http://schemas.microsoft.com/office/drawing/2014/main" id="{0E66F049-1B70-4977-BDD1-C26AD9880F65}"/>
              </a:ext>
            </a:extLst>
          </p:cNvPr>
          <p:cNvSpPr>
            <a:spLocks noGrp="1"/>
          </p:cNvSpPr>
          <p:nvPr>
            <p:ph type="title" hasCustomPrompt="1"/>
          </p:nvPr>
        </p:nvSpPr>
        <p:spPr>
          <a:xfrm>
            <a:off x="1075531" y="158840"/>
            <a:ext cx="4790032" cy="2779466"/>
          </a:xfrm>
          <a:prstGeom prst="rect">
            <a:avLst/>
          </a:prstGeom>
        </p:spPr>
        <p:txBody>
          <a:bodyPr anchor="ctr"/>
          <a:lstStyle>
            <a:lvl1pPr>
              <a:lnSpc>
                <a:spcPct val="120000"/>
              </a:lnSpc>
              <a:defRPr/>
            </a:lvl1pPr>
          </a:lstStyle>
          <a:p>
            <a:r>
              <a:rPr lang="en-US"/>
              <a:t>Click to add title</a:t>
            </a:r>
          </a:p>
        </p:txBody>
      </p:sp>
      <p:sp>
        <p:nvSpPr>
          <p:cNvPr id="99" name="Text Placeholder 97">
            <a:extLst>
              <a:ext uri="{FF2B5EF4-FFF2-40B4-BE49-F238E27FC236}">
                <a16:creationId xmlns:a16="http://schemas.microsoft.com/office/drawing/2014/main" id="{7018E2A7-B977-427A-AFCB-3A4836EB4DE1}"/>
              </a:ext>
            </a:extLst>
          </p:cNvPr>
          <p:cNvSpPr>
            <a:spLocks noGrp="1"/>
          </p:cNvSpPr>
          <p:nvPr>
            <p:ph type="body" sz="quarter" idx="15" hasCustomPrompt="1"/>
          </p:nvPr>
        </p:nvSpPr>
        <p:spPr>
          <a:xfrm>
            <a:off x="6064947" y="168275"/>
            <a:ext cx="4790032" cy="2632256"/>
          </a:xfrm>
          <a:prstGeom prst="rect">
            <a:avLst/>
          </a:prstGeom>
        </p:spPr>
        <p:txBody>
          <a:bodyPr anchor="ctr"/>
          <a:lstStyle>
            <a:lvl1pPr marL="0" indent="0">
              <a:lnSpc>
                <a:spcPct val="100000"/>
              </a:lnSpc>
              <a:buNone/>
              <a:defRPr sz="1800"/>
            </a:lvl1pPr>
          </a:lstStyle>
          <a:p>
            <a:pPr lvl="0"/>
            <a:r>
              <a:rPr lang="en-US"/>
              <a:t>Click to add text</a:t>
            </a:r>
          </a:p>
        </p:txBody>
      </p:sp>
      <p:sp>
        <p:nvSpPr>
          <p:cNvPr id="90" name="Picture Placeholder 86">
            <a:extLst>
              <a:ext uri="{FF2B5EF4-FFF2-40B4-BE49-F238E27FC236}">
                <a16:creationId xmlns:a16="http://schemas.microsoft.com/office/drawing/2014/main" id="{ED450ADD-E6EC-4121-B563-F50E064A4971}"/>
              </a:ext>
            </a:extLst>
          </p:cNvPr>
          <p:cNvSpPr>
            <a:spLocks noGrp="1"/>
          </p:cNvSpPr>
          <p:nvPr>
            <p:ph type="pic" sz="quarter" idx="10" hasCustomPrompt="1"/>
          </p:nvPr>
        </p:nvSpPr>
        <p:spPr>
          <a:xfrm>
            <a:off x="198741" y="2938306"/>
            <a:ext cx="11812017" cy="3915950"/>
          </a:xfrm>
          <a:prstGeom prst="rect">
            <a:avLst/>
          </a:prstGeom>
        </p:spPr>
        <p:txBody>
          <a:bodyPr/>
          <a:lstStyle>
            <a:lvl1pPr marL="0" indent="0" algn="ctr">
              <a:buNone/>
              <a:defRPr sz="2000"/>
            </a:lvl1pPr>
          </a:lstStyle>
          <a:p>
            <a:r>
              <a:rPr lang="en-US"/>
              <a:t>Insert photo here</a:t>
            </a:r>
          </a:p>
        </p:txBody>
      </p:sp>
      <p:sp>
        <p:nvSpPr>
          <p:cNvPr id="91" name="Date Placeholder 8">
            <a:extLst>
              <a:ext uri="{FF2B5EF4-FFF2-40B4-BE49-F238E27FC236}">
                <a16:creationId xmlns:a16="http://schemas.microsoft.com/office/drawing/2014/main" id="{9DDE65E2-ADF9-4ECD-93DA-3242E5FF3409}"/>
              </a:ext>
            </a:extLst>
          </p:cNvPr>
          <p:cNvSpPr>
            <a:spLocks noGrp="1"/>
          </p:cNvSpPr>
          <p:nvPr>
            <p:ph type="dt" sz="half" idx="11"/>
          </p:nvPr>
        </p:nvSpPr>
        <p:spPr>
          <a:xfrm>
            <a:off x="838200" y="6356350"/>
            <a:ext cx="2743200" cy="365125"/>
          </a:xfrm>
          <a:prstGeom prst="rect">
            <a:avLst/>
          </a:prstGeom>
        </p:spPr>
        <p:txBody>
          <a:bodyPr/>
          <a:lstStyle>
            <a:lvl1pPr>
              <a:defRPr sz="900" spc="200" baseline="0">
                <a:solidFill>
                  <a:schemeClr val="bg1"/>
                </a:solidFill>
                <a:effectLst>
                  <a:outerShdw blurRad="38100" dist="38100" dir="2700000" algn="tl">
                    <a:srgbClr val="000000">
                      <a:alpha val="43137"/>
                    </a:srgbClr>
                  </a:outerShdw>
                </a:effectLst>
              </a:defRPr>
            </a:lvl1pPr>
          </a:lstStyle>
          <a:p>
            <a:r>
              <a:rPr lang="en-US"/>
              <a:t>2/2/20XX</a:t>
            </a:r>
          </a:p>
        </p:txBody>
      </p:sp>
      <p:sp>
        <p:nvSpPr>
          <p:cNvPr id="92" name="Footer Placeholder 9">
            <a:extLst>
              <a:ext uri="{FF2B5EF4-FFF2-40B4-BE49-F238E27FC236}">
                <a16:creationId xmlns:a16="http://schemas.microsoft.com/office/drawing/2014/main" id="{5B7FAD18-E3EE-4498-AEAC-7217CE6DA768}"/>
              </a:ext>
            </a:extLst>
          </p:cNvPr>
          <p:cNvSpPr>
            <a:spLocks noGrp="1"/>
          </p:cNvSpPr>
          <p:nvPr>
            <p:ph type="ftr" sz="quarter" idx="12"/>
          </p:nvPr>
        </p:nvSpPr>
        <p:spPr>
          <a:xfrm>
            <a:off x="4038600" y="6356350"/>
            <a:ext cx="4114800" cy="365125"/>
          </a:xfrm>
          <a:prstGeom prst="rect">
            <a:avLst/>
          </a:prstGeom>
        </p:spPr>
        <p:txBody>
          <a:bodyPr/>
          <a:lstStyle>
            <a:lvl1pPr algn="ctr">
              <a:defRPr sz="900" spc="200" baseline="0">
                <a:solidFill>
                  <a:schemeClr val="bg1"/>
                </a:solidFill>
                <a:effectLst>
                  <a:outerShdw blurRad="38100" dist="38100" dir="2700000" algn="tl">
                    <a:srgbClr val="000000">
                      <a:alpha val="43137"/>
                    </a:srgbClr>
                  </a:outerShdw>
                </a:effectLst>
              </a:defRPr>
            </a:lvl1pPr>
          </a:lstStyle>
          <a:p>
            <a:r>
              <a:rPr lang="en-US"/>
              <a:t>PRESENTATION TITLE</a:t>
            </a:r>
          </a:p>
        </p:txBody>
      </p:sp>
      <p:sp>
        <p:nvSpPr>
          <p:cNvPr id="93" name="Slide Number Placeholder 10">
            <a:extLst>
              <a:ext uri="{FF2B5EF4-FFF2-40B4-BE49-F238E27FC236}">
                <a16:creationId xmlns:a16="http://schemas.microsoft.com/office/drawing/2014/main" id="{5894C940-55FC-4B08-99A8-DD2254FABCAD}"/>
              </a:ext>
            </a:extLst>
          </p:cNvPr>
          <p:cNvSpPr>
            <a:spLocks noGrp="1"/>
          </p:cNvSpPr>
          <p:nvPr>
            <p:ph type="sldNum" sz="quarter" idx="13"/>
          </p:nvPr>
        </p:nvSpPr>
        <p:spPr>
          <a:xfrm>
            <a:off x="9906000" y="6356350"/>
            <a:ext cx="1447800" cy="365125"/>
          </a:xfrm>
          <a:prstGeom prst="rect">
            <a:avLst/>
          </a:prstGeom>
        </p:spPr>
        <p:txBody>
          <a:bodyPr/>
          <a:lstStyle>
            <a:lvl1pPr algn="r">
              <a:defRPr sz="900" spc="200" baseline="0">
                <a:solidFill>
                  <a:schemeClr val="bg1"/>
                </a:solidFill>
                <a:effectLst>
                  <a:outerShdw blurRad="38100" dist="38100" dir="2700000" algn="tl">
                    <a:srgbClr val="000000">
                      <a:alpha val="43137"/>
                    </a:srgbClr>
                  </a:outerShdw>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98419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bg2"/>
        </a:solidFill>
        <a:effectLst/>
      </p:bgPr>
    </p:bg>
    <p:spTree>
      <p:nvGrpSpPr>
        <p:cNvPr id="1" name=""/>
        <p:cNvGrpSpPr/>
        <p:nvPr/>
      </p:nvGrpSpPr>
      <p:grpSpPr>
        <a:xfrm>
          <a:off x="0" y="0"/>
          <a:ext cx="0" cy="0"/>
          <a:chOff x="0" y="0"/>
          <a:chExt cx="0" cy="0"/>
        </a:xfrm>
      </p:grpSpPr>
      <p:grpSp>
        <p:nvGrpSpPr>
          <p:cNvPr id="22" name="Bottom Right">
            <a:extLst>
              <a:ext uri="{FF2B5EF4-FFF2-40B4-BE49-F238E27FC236}">
                <a16:creationId xmlns:a16="http://schemas.microsoft.com/office/drawing/2014/main" id="{B023FEDE-FD35-413E-A6E6-2F36BD0D10BA}"/>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23" name="Graphic 157">
              <a:extLst>
                <a:ext uri="{FF2B5EF4-FFF2-40B4-BE49-F238E27FC236}">
                  <a16:creationId xmlns:a16="http://schemas.microsoft.com/office/drawing/2014/main" id="{F296456E-2618-4FC5-BBF1-98139316B9A8}"/>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25" name="Freeform: Shape 24">
                <a:extLst>
                  <a:ext uri="{FF2B5EF4-FFF2-40B4-BE49-F238E27FC236}">
                    <a16:creationId xmlns:a16="http://schemas.microsoft.com/office/drawing/2014/main" id="{7BF8EDC0-C078-4225-BC74-92C170331E38}"/>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Freeform: Shape 25">
                <a:extLst>
                  <a:ext uri="{FF2B5EF4-FFF2-40B4-BE49-F238E27FC236}">
                    <a16:creationId xmlns:a16="http://schemas.microsoft.com/office/drawing/2014/main" id="{CD11E24B-6171-4BA5-9124-771EEDEA4B01}"/>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Freeform: Shape 26">
                <a:extLst>
                  <a:ext uri="{FF2B5EF4-FFF2-40B4-BE49-F238E27FC236}">
                    <a16:creationId xmlns:a16="http://schemas.microsoft.com/office/drawing/2014/main" id="{C6B79974-93CA-440A-90D6-341091F806E7}"/>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DC593E8A-F480-4181-9BFA-78603CBA776D}"/>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73032549-12BB-4057-B2CF-E2C2F6B5ABE5}"/>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3798276-B98D-42F7-AF59-B30CDDB4C987}"/>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Freeform: Shape 36">
                <a:extLst>
                  <a:ext uri="{FF2B5EF4-FFF2-40B4-BE49-F238E27FC236}">
                    <a16:creationId xmlns:a16="http://schemas.microsoft.com/office/drawing/2014/main" id="{E548A05F-8BF4-489F-9169-CDD749ADB38E}"/>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4" name="Freeform: Shape 23">
              <a:extLst>
                <a:ext uri="{FF2B5EF4-FFF2-40B4-BE49-F238E27FC236}">
                  <a16:creationId xmlns:a16="http://schemas.microsoft.com/office/drawing/2014/main" id="{0987E2E0-CC03-4A51-9ADC-3A8F0F814601}"/>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4" name="Top left">
            <a:extLst>
              <a:ext uri="{FF2B5EF4-FFF2-40B4-BE49-F238E27FC236}">
                <a16:creationId xmlns:a16="http://schemas.microsoft.com/office/drawing/2014/main" id="{F971CDD8-150B-43CA-B0B4-453E99E546ED}"/>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83FB31C0-83A2-4CA9-9E10-759376BB8FA0}"/>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F7AD3F4D-9E8E-4CDB-8839-1190B87F504B}"/>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1C05B4CB-A75C-4E77-9C9C-E85054415485}"/>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E6F2C58A-0001-4403-961A-8D72894A87EB}"/>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A9666267-BD43-43DF-B0BB-96735BF82B20}"/>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B7B6C40E-1E26-456A-98BF-FD02DE25BBBF}"/>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9E9DD0F3-80C9-4BAD-BE68-DF9B78B367FC}"/>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1D374254-F113-4FB1-A938-2CBE5B375587}"/>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3" name="Title 1">
            <a:extLst>
              <a:ext uri="{FF2B5EF4-FFF2-40B4-BE49-F238E27FC236}">
                <a16:creationId xmlns:a16="http://schemas.microsoft.com/office/drawing/2014/main" id="{2C91688C-CA2F-423F-87BC-5CF5F4A66AD4}"/>
              </a:ext>
            </a:extLst>
          </p:cNvPr>
          <p:cNvSpPr>
            <a:spLocks noGrp="1"/>
          </p:cNvSpPr>
          <p:nvPr>
            <p:ph type="ctrTitle"/>
          </p:nvPr>
        </p:nvSpPr>
        <p:spPr>
          <a:xfrm>
            <a:off x="1005653" y="744909"/>
            <a:ext cx="5581561" cy="3155419"/>
          </a:xfrm>
          <a:prstGeom prst="rect">
            <a:avLst/>
          </a:prstGeom>
        </p:spPr>
        <p:txBody>
          <a:bodyPr anchor="b">
            <a:normAutofit/>
          </a:bodyPr>
          <a:lstStyle/>
          <a:p>
            <a:pPr algn="l"/>
            <a:endParaRPr lang="en-US" sz="5400">
              <a:cs typeface="Posterama" panose="020B0504020200020000" pitchFamily="34" charset="0"/>
            </a:endParaRPr>
          </a:p>
        </p:txBody>
      </p:sp>
      <p:grpSp>
        <p:nvGrpSpPr>
          <p:cNvPr id="28" name="Cross">
            <a:extLst>
              <a:ext uri="{FF2B5EF4-FFF2-40B4-BE49-F238E27FC236}">
                <a16:creationId xmlns:a16="http://schemas.microsoft.com/office/drawing/2014/main" id="{DE90EA9D-D33A-4461-8A51-988087AEC6AA}"/>
              </a:ext>
              <a:ext uri="{C183D7F6-B498-43B3-948B-1728B52AA6E4}">
                <adec:decorative xmlns:adec="http://schemas.microsoft.com/office/drawing/2017/decorative" val="1"/>
              </a:ext>
            </a:extLst>
          </p:cNvPr>
          <p:cNvGrpSpPr/>
          <p:nvPr userDrawn="1"/>
        </p:nvGrpSpPr>
        <p:grpSpPr>
          <a:xfrm>
            <a:off x="7948013" y="3330979"/>
            <a:ext cx="118872" cy="118872"/>
            <a:chOff x="1175347" y="3733800"/>
            <a:chExt cx="118872" cy="118872"/>
          </a:xfrm>
        </p:grpSpPr>
        <p:cxnSp>
          <p:nvCxnSpPr>
            <p:cNvPr id="29" name="Straight Connector 28">
              <a:extLst>
                <a:ext uri="{FF2B5EF4-FFF2-40B4-BE49-F238E27FC236}">
                  <a16:creationId xmlns:a16="http://schemas.microsoft.com/office/drawing/2014/main" id="{F7119486-F5DF-4CAA-A71E-2861F2CBECF7}"/>
                </a:ext>
              </a:extLst>
            </p:cNvPr>
            <p:cNvCxnSpPr>
              <a:cxnSpLocks/>
            </p:cNvCxnSpPr>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2C858657-F484-4466-8AFB-7FAD2E65B72F}"/>
                </a:ext>
              </a:extLst>
            </p:cNvPr>
            <p:cNvCxnSpPr>
              <a:cxnSpLocks/>
            </p:cNvCxnSpPr>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
        <p:nvSpPr>
          <p:cNvPr id="39" name="Text Placeholder 37">
            <a:extLst>
              <a:ext uri="{FF2B5EF4-FFF2-40B4-BE49-F238E27FC236}">
                <a16:creationId xmlns:a16="http://schemas.microsoft.com/office/drawing/2014/main" id="{98D12C8B-CC26-42CF-A68C-CF06CCA79DB0}"/>
              </a:ext>
            </a:extLst>
          </p:cNvPr>
          <p:cNvSpPr>
            <a:spLocks noGrp="1"/>
          </p:cNvSpPr>
          <p:nvPr>
            <p:ph type="body" sz="quarter" idx="13" hasCustomPrompt="1"/>
          </p:nvPr>
        </p:nvSpPr>
        <p:spPr>
          <a:xfrm>
            <a:off x="1012825" y="4075113"/>
            <a:ext cx="5581650" cy="2054225"/>
          </a:xfrm>
          <a:prstGeom prst="rect">
            <a:avLst/>
          </a:prstGeom>
        </p:spPr>
        <p:txBody>
          <a:bodyPr/>
          <a:lstStyle>
            <a:lvl1pPr marL="0" indent="0">
              <a:buNone/>
              <a:defRPr/>
            </a:lvl1pPr>
          </a:lstStyle>
          <a:p>
            <a:pPr lvl="0"/>
            <a:r>
              <a:rPr lang="en-US"/>
              <a:t>Click to add subtitle</a:t>
            </a:r>
          </a:p>
        </p:txBody>
      </p:sp>
      <p:sp>
        <p:nvSpPr>
          <p:cNvPr id="42" name="Picture Placeholder 41">
            <a:extLst>
              <a:ext uri="{FF2B5EF4-FFF2-40B4-BE49-F238E27FC236}">
                <a16:creationId xmlns:a16="http://schemas.microsoft.com/office/drawing/2014/main" id="{E3C5E9AD-97DA-438E-9830-992F9CA586B4}"/>
              </a:ext>
            </a:extLst>
          </p:cNvPr>
          <p:cNvSpPr>
            <a:spLocks noGrp="1"/>
          </p:cNvSpPr>
          <p:nvPr>
            <p:ph type="pic" sz="quarter" idx="14" hasCustomPrompt="1"/>
          </p:nvPr>
        </p:nvSpPr>
        <p:spPr>
          <a:xfrm>
            <a:off x="6632018" y="920426"/>
            <a:ext cx="2478719" cy="4957437"/>
          </a:xfrm>
          <a:custGeom>
            <a:avLst/>
            <a:gdLst>
              <a:gd name="connsiteX0" fmla="*/ 2478719 w 2478719"/>
              <a:gd name="connsiteY0" fmla="*/ 0 h 4957437"/>
              <a:gd name="connsiteX1" fmla="*/ 2478719 w 2478719"/>
              <a:gd name="connsiteY1" fmla="*/ 4957437 h 4957437"/>
              <a:gd name="connsiteX2" fmla="*/ 0 w 2478719"/>
              <a:gd name="connsiteY2" fmla="*/ 2478719 h 4957437"/>
              <a:gd name="connsiteX3" fmla="*/ 2478719 w 2478719"/>
              <a:gd name="connsiteY3" fmla="*/ 0 h 4957437"/>
            </a:gdLst>
            <a:ahLst/>
            <a:cxnLst>
              <a:cxn ang="0">
                <a:pos x="connsiteX0" y="connsiteY0"/>
              </a:cxn>
              <a:cxn ang="0">
                <a:pos x="connsiteX1" y="connsiteY1"/>
              </a:cxn>
              <a:cxn ang="0">
                <a:pos x="connsiteX2" y="connsiteY2"/>
              </a:cxn>
              <a:cxn ang="0">
                <a:pos x="connsiteX3" y="connsiteY3"/>
              </a:cxn>
            </a:cxnLst>
            <a:rect l="l" t="t" r="r" b="b"/>
            <a:pathLst>
              <a:path w="2478719" h="4957437">
                <a:moveTo>
                  <a:pt x="2478719" y="0"/>
                </a:moveTo>
                <a:lnTo>
                  <a:pt x="2478719" y="4957437"/>
                </a:lnTo>
                <a:cubicBezTo>
                  <a:pt x="1109777" y="4957437"/>
                  <a:pt x="0" y="3847661"/>
                  <a:pt x="0" y="2478719"/>
                </a:cubicBezTo>
                <a:cubicBezTo>
                  <a:pt x="0" y="1109777"/>
                  <a:pt x="1109777" y="0"/>
                  <a:pt x="2478719" y="0"/>
                </a:cubicBezTo>
                <a:close/>
              </a:path>
            </a:pathLst>
          </a:custGeom>
        </p:spPr>
        <p:txBody>
          <a:bodyPr wrap="square" anchor="ctr">
            <a:noAutofit/>
          </a:bodyPr>
          <a:lstStyle>
            <a:lvl1pPr marL="0" indent="0" algn="ctr">
              <a:buNone/>
              <a:defRPr sz="2000"/>
            </a:lvl1pPr>
          </a:lstStyle>
          <a:p>
            <a:r>
              <a:rPr lang="en-US"/>
              <a:t>Click to add photo</a:t>
            </a:r>
          </a:p>
        </p:txBody>
      </p:sp>
      <p:sp>
        <p:nvSpPr>
          <p:cNvPr id="45" name="Picture Placeholder 44">
            <a:extLst>
              <a:ext uri="{FF2B5EF4-FFF2-40B4-BE49-F238E27FC236}">
                <a16:creationId xmlns:a16="http://schemas.microsoft.com/office/drawing/2014/main" id="{29CDCB5D-3CB9-4A05-9109-F46C1FEB08B2}"/>
              </a:ext>
            </a:extLst>
          </p:cNvPr>
          <p:cNvSpPr>
            <a:spLocks noGrp="1"/>
          </p:cNvSpPr>
          <p:nvPr>
            <p:ph type="pic" sz="quarter" idx="15" hasCustomPrompt="1"/>
          </p:nvPr>
        </p:nvSpPr>
        <p:spPr>
          <a:xfrm>
            <a:off x="9244935" y="920815"/>
            <a:ext cx="2410165" cy="2410165"/>
          </a:xfrm>
          <a:custGeom>
            <a:avLst/>
            <a:gdLst>
              <a:gd name="connsiteX0" fmla="*/ 0 w 2410165"/>
              <a:gd name="connsiteY0" fmla="*/ 0 h 2410165"/>
              <a:gd name="connsiteX1" fmla="*/ 2410165 w 2410165"/>
              <a:gd name="connsiteY1" fmla="*/ 2410165 h 2410165"/>
              <a:gd name="connsiteX2" fmla="*/ 0 w 2410165"/>
              <a:gd name="connsiteY2" fmla="*/ 2410165 h 2410165"/>
            </a:gdLst>
            <a:ahLst/>
            <a:cxnLst>
              <a:cxn ang="0">
                <a:pos x="connsiteX0" y="connsiteY0"/>
              </a:cxn>
              <a:cxn ang="0">
                <a:pos x="connsiteX1" y="connsiteY1"/>
              </a:cxn>
              <a:cxn ang="0">
                <a:pos x="connsiteX2" y="connsiteY2"/>
              </a:cxn>
            </a:cxnLst>
            <a:rect l="l" t="t" r="r" b="b"/>
            <a:pathLst>
              <a:path w="2410165" h="2410165">
                <a:moveTo>
                  <a:pt x="0" y="0"/>
                </a:moveTo>
                <a:cubicBezTo>
                  <a:pt x="1331082" y="0"/>
                  <a:pt x="2410165" y="1079083"/>
                  <a:pt x="2410165" y="2410165"/>
                </a:cubicBezTo>
                <a:lnTo>
                  <a:pt x="0" y="2410165"/>
                </a:lnTo>
                <a:close/>
              </a:path>
            </a:pathLst>
          </a:custGeom>
        </p:spPr>
        <p:txBody>
          <a:bodyPr wrap="square" anchor="b">
            <a:noAutofit/>
          </a:bodyPr>
          <a:lstStyle>
            <a:lvl1pPr marL="0" indent="0" algn="ctr">
              <a:buNone/>
              <a:defRPr sz="2000"/>
            </a:lvl1pPr>
          </a:lstStyle>
          <a:p>
            <a:r>
              <a:rPr lang="en-US"/>
              <a:t>Click to</a:t>
            </a:r>
          </a:p>
          <a:p>
            <a:r>
              <a:rPr lang="en-US"/>
              <a:t>add photo</a:t>
            </a:r>
          </a:p>
        </p:txBody>
      </p:sp>
      <p:sp>
        <p:nvSpPr>
          <p:cNvPr id="48" name="Picture Placeholder 47">
            <a:extLst>
              <a:ext uri="{FF2B5EF4-FFF2-40B4-BE49-F238E27FC236}">
                <a16:creationId xmlns:a16="http://schemas.microsoft.com/office/drawing/2014/main" id="{C1949CC4-76B8-4D86-AF8E-6201557DC29D}"/>
              </a:ext>
            </a:extLst>
          </p:cNvPr>
          <p:cNvSpPr>
            <a:spLocks noGrp="1"/>
          </p:cNvSpPr>
          <p:nvPr>
            <p:ph type="pic" sz="quarter" idx="16" hasCustomPrompt="1"/>
          </p:nvPr>
        </p:nvSpPr>
        <p:spPr>
          <a:xfrm>
            <a:off x="9244934" y="3471379"/>
            <a:ext cx="2410165" cy="2406483"/>
          </a:xfrm>
          <a:custGeom>
            <a:avLst/>
            <a:gdLst>
              <a:gd name="connsiteX0" fmla="*/ 0 w 2410165"/>
              <a:gd name="connsiteY0" fmla="*/ 0 h 2406483"/>
              <a:gd name="connsiteX1" fmla="*/ 2410165 w 2410165"/>
              <a:gd name="connsiteY1" fmla="*/ 0 h 2406483"/>
              <a:gd name="connsiteX2" fmla="*/ 0 w 2410165"/>
              <a:gd name="connsiteY2" fmla="*/ 2406483 h 2406483"/>
            </a:gdLst>
            <a:ahLst/>
            <a:cxnLst>
              <a:cxn ang="0">
                <a:pos x="connsiteX0" y="connsiteY0"/>
              </a:cxn>
              <a:cxn ang="0">
                <a:pos x="connsiteX1" y="connsiteY1"/>
              </a:cxn>
              <a:cxn ang="0">
                <a:pos x="connsiteX2" y="connsiteY2"/>
              </a:cxn>
            </a:cxnLst>
            <a:rect l="l" t="t" r="r" b="b"/>
            <a:pathLst>
              <a:path w="2410165" h="2406483">
                <a:moveTo>
                  <a:pt x="0" y="0"/>
                </a:moveTo>
                <a:lnTo>
                  <a:pt x="2410165" y="0"/>
                </a:lnTo>
                <a:cubicBezTo>
                  <a:pt x="2410165" y="1329048"/>
                  <a:pt x="1331082" y="2406483"/>
                  <a:pt x="0" y="2406483"/>
                </a:cubicBezTo>
                <a:close/>
              </a:path>
            </a:pathLst>
          </a:custGeom>
        </p:spPr>
        <p:txBody>
          <a:bodyPr wrap="square" anchor="t">
            <a:noAutofit/>
          </a:bodyPr>
          <a:lstStyle>
            <a:lvl1pPr marL="0" indent="0" algn="ctr">
              <a:buNone/>
              <a:defRPr sz="2000"/>
            </a:lvl1pPr>
          </a:lstStyle>
          <a:p>
            <a:r>
              <a:rPr lang="en-US"/>
              <a:t>Click to</a:t>
            </a:r>
          </a:p>
          <a:p>
            <a:r>
              <a:rPr lang="en-US"/>
              <a:t>add photo</a:t>
            </a:r>
          </a:p>
        </p:txBody>
      </p:sp>
    </p:spTree>
    <p:extLst>
      <p:ext uri="{BB962C8B-B14F-4D97-AF65-F5344CB8AC3E}">
        <p14:creationId xmlns:p14="http://schemas.microsoft.com/office/powerpoint/2010/main" val="375575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225C57A-6BA3-4E88-81DB-F98A7E8F9CCB}"/>
              </a:ext>
              <a:ext uri="{C183D7F6-B498-43B3-948B-1728B52AA6E4}">
                <adec:decorative xmlns:adec="http://schemas.microsoft.com/office/drawing/2017/decorative" val="1"/>
              </a:ext>
            </a:extLst>
          </p:cNvPr>
          <p:cNvSpPr/>
          <p:nvPr userDrawn="1"/>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 name="Rectangle 2">
            <a:extLst>
              <a:ext uri="{FF2B5EF4-FFF2-40B4-BE49-F238E27FC236}">
                <a16:creationId xmlns:a16="http://schemas.microsoft.com/office/drawing/2014/main" id="{84F9A67F-2D88-49BB-87D0-5430BD24E520}"/>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 name="Top left">
            <a:extLst>
              <a:ext uri="{FF2B5EF4-FFF2-40B4-BE49-F238E27FC236}">
                <a16:creationId xmlns:a16="http://schemas.microsoft.com/office/drawing/2014/main" id="{F5534F84-ABA8-471C-A8B7-F32A0AD1EB7B}"/>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C120E573-F17E-4067-ACC7-2CFE0E36AF9A}"/>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0A9A04E4-A99F-444D-8C94-C8345135FEB6}"/>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A25C62E1-A6EA-45F5-98E7-AFC16D32A1EE}"/>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E49BBA52-97E5-462E-89FE-054F9420E234}"/>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39548F12-A85E-4D96-A275-D42CC29DE220}"/>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91A48A8C-0AD8-4EE1-ABFC-3BC7281B3417}"/>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4D288D21-2CC5-4CD1-A620-1F777FCFB123}"/>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95A40365-E048-4BD5-B813-8F22247869EE}"/>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3" name="Title 1">
            <a:extLst>
              <a:ext uri="{FF2B5EF4-FFF2-40B4-BE49-F238E27FC236}">
                <a16:creationId xmlns:a16="http://schemas.microsoft.com/office/drawing/2014/main" id="{8F5D6640-231E-4BB4-AE0F-70176A3BE0F0}"/>
              </a:ext>
            </a:extLst>
          </p:cNvPr>
          <p:cNvSpPr>
            <a:spLocks noGrp="1"/>
          </p:cNvSpPr>
          <p:nvPr>
            <p:ph type="title"/>
          </p:nvPr>
        </p:nvSpPr>
        <p:spPr>
          <a:xfrm>
            <a:off x="1198181" y="557191"/>
            <a:ext cx="9988166" cy="1325397"/>
          </a:xfrm>
          <a:prstGeom prst="rect">
            <a:avLst/>
          </a:prstGeom>
        </p:spPr>
        <p:txBody>
          <a:bodyPr/>
          <a:lstStyle>
            <a:lvl1pPr algn="ctr">
              <a:defRPr/>
            </a:lvl1pPr>
          </a:lstStyle>
          <a:p>
            <a:pPr>
              <a:lnSpc>
                <a:spcPct val="100000"/>
              </a:lnSpc>
            </a:pPr>
            <a:endParaRPr lang="en-US"/>
          </a:p>
        </p:txBody>
      </p:sp>
      <p:grpSp>
        <p:nvGrpSpPr>
          <p:cNvPr id="14" name="Bottom Right">
            <a:extLst>
              <a:ext uri="{FF2B5EF4-FFF2-40B4-BE49-F238E27FC236}">
                <a16:creationId xmlns:a16="http://schemas.microsoft.com/office/drawing/2014/main" id="{2B5DBC70-6B80-4634-BE74-063E4A2568BC}"/>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5" name="Graphic 157">
              <a:extLst>
                <a:ext uri="{FF2B5EF4-FFF2-40B4-BE49-F238E27FC236}">
                  <a16:creationId xmlns:a16="http://schemas.microsoft.com/office/drawing/2014/main" id="{4F2F0A0F-98AB-4BFF-A7D6-2AD57BBE6E0A}"/>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7" name="Freeform: Shape 16">
                <a:extLst>
                  <a:ext uri="{FF2B5EF4-FFF2-40B4-BE49-F238E27FC236}">
                    <a16:creationId xmlns:a16="http://schemas.microsoft.com/office/drawing/2014/main" id="{DD4C8780-103D-4273-8C53-67974B2A94DC}"/>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4AD6E1B3-1715-4109-8CB1-9105B0BFA994}"/>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38820D0E-8FC9-4216-A6BF-2299C5AF7C14}"/>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AF0D6914-EF36-446C-9B37-B29925ED144F}"/>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FFAE074B-38DD-4BDA-A83B-AC2A1E8D1664}"/>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C8DE4EEA-58F1-46B6-B27D-4542CA39C042}"/>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Freeform: Shape 22">
                <a:extLst>
                  <a:ext uri="{FF2B5EF4-FFF2-40B4-BE49-F238E27FC236}">
                    <a16:creationId xmlns:a16="http://schemas.microsoft.com/office/drawing/2014/main" id="{F436828B-D2E1-4D62-AAF4-796CB97FF892}"/>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6" name="Freeform: Shape 15">
              <a:extLst>
                <a:ext uri="{FF2B5EF4-FFF2-40B4-BE49-F238E27FC236}">
                  <a16:creationId xmlns:a16="http://schemas.microsoft.com/office/drawing/2014/main" id="{885C3206-220B-4FE2-A199-6D4F2D7CE323}"/>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8" name="Date Placeholder 8">
            <a:extLst>
              <a:ext uri="{FF2B5EF4-FFF2-40B4-BE49-F238E27FC236}">
                <a16:creationId xmlns:a16="http://schemas.microsoft.com/office/drawing/2014/main" id="{B26AF064-D340-46EA-9C15-A6CB4E376465}"/>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9" name="Footer Placeholder 9">
            <a:extLst>
              <a:ext uri="{FF2B5EF4-FFF2-40B4-BE49-F238E27FC236}">
                <a16:creationId xmlns:a16="http://schemas.microsoft.com/office/drawing/2014/main" id="{03F75FA5-935D-4AF9-B1EF-2F4DAAE58FBE}"/>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30" name="Slide Number Placeholder 10">
            <a:extLst>
              <a:ext uri="{FF2B5EF4-FFF2-40B4-BE49-F238E27FC236}">
                <a16:creationId xmlns:a16="http://schemas.microsoft.com/office/drawing/2014/main" id="{71F9F335-851C-42ED-B5C1-9FABCA15FF02}"/>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25" name="Content Placeholder 24">
            <a:extLst>
              <a:ext uri="{FF2B5EF4-FFF2-40B4-BE49-F238E27FC236}">
                <a16:creationId xmlns:a16="http://schemas.microsoft.com/office/drawing/2014/main" id="{4330C721-3559-4CDE-B4AF-4F7C98229EB2}"/>
              </a:ext>
            </a:extLst>
          </p:cNvPr>
          <p:cNvSpPr>
            <a:spLocks noGrp="1"/>
          </p:cNvSpPr>
          <p:nvPr>
            <p:ph sz="quarter" idx="13"/>
          </p:nvPr>
        </p:nvSpPr>
        <p:spPr>
          <a:xfrm>
            <a:off x="1433513" y="2343150"/>
            <a:ext cx="9324975" cy="3552825"/>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66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2"/>
        </a:solidFill>
        <a:effectLst/>
      </p:bgPr>
    </p:bg>
    <p:spTree>
      <p:nvGrpSpPr>
        <p:cNvPr id="1" name=""/>
        <p:cNvGrpSpPr/>
        <p:nvPr/>
      </p:nvGrpSpPr>
      <p:grpSpPr>
        <a:xfrm>
          <a:off x="0" y="0"/>
          <a:ext cx="0" cy="0"/>
          <a:chOff x="0" y="0"/>
          <a:chExt cx="0" cy="0"/>
        </a:xfrm>
      </p:grpSpPr>
      <p:grpSp>
        <p:nvGrpSpPr>
          <p:cNvPr id="4" name="Top left">
            <a:extLst>
              <a:ext uri="{FF2B5EF4-FFF2-40B4-BE49-F238E27FC236}">
                <a16:creationId xmlns:a16="http://schemas.microsoft.com/office/drawing/2014/main" id="{6B68C4F3-DA58-488E-A1B9-C574806E06B1}"/>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7C14282E-9BBD-4DB8-9BEF-3B2029C43A8A}"/>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54227016-75FE-458D-8526-2BC0F6325277}"/>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F8D36287-4581-4AB3-AD73-BB1788B529CE}"/>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DA687500-D055-420B-BA89-C2497BEC9CEE}"/>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561ED86A-A615-457B-B605-DDEFA04887AA}"/>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F9B08EFF-6109-4E38-8AE0-C0DC57673936}"/>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662AAAC3-A562-4FFF-9C3D-2A15BB0C8217}"/>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64532044-D738-480C-BFDC-BA047A4549FB}"/>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3" name="Title 1">
            <a:extLst>
              <a:ext uri="{FF2B5EF4-FFF2-40B4-BE49-F238E27FC236}">
                <a16:creationId xmlns:a16="http://schemas.microsoft.com/office/drawing/2014/main" id="{0E6D5A92-6D6E-4B53-BA01-E1231CF64FC0}"/>
              </a:ext>
            </a:extLst>
          </p:cNvPr>
          <p:cNvSpPr>
            <a:spLocks noGrp="1"/>
          </p:cNvSpPr>
          <p:nvPr>
            <p:ph type="title"/>
          </p:nvPr>
        </p:nvSpPr>
        <p:spPr>
          <a:xfrm>
            <a:off x="1198181" y="557191"/>
            <a:ext cx="9988166" cy="1325397"/>
          </a:xfrm>
          <a:prstGeom prst="rect">
            <a:avLst/>
          </a:prstGeom>
        </p:spPr>
        <p:txBody>
          <a:bodyPr/>
          <a:lstStyle>
            <a:lvl1pPr algn="ctr">
              <a:defRPr/>
            </a:lvl1pPr>
          </a:lstStyle>
          <a:p>
            <a:pPr>
              <a:lnSpc>
                <a:spcPct val="100000"/>
              </a:lnSpc>
            </a:pPr>
            <a:endParaRPr lang="en-US"/>
          </a:p>
        </p:txBody>
      </p:sp>
      <p:grpSp>
        <p:nvGrpSpPr>
          <p:cNvPr id="14" name="Bottom Right">
            <a:extLst>
              <a:ext uri="{FF2B5EF4-FFF2-40B4-BE49-F238E27FC236}">
                <a16:creationId xmlns:a16="http://schemas.microsoft.com/office/drawing/2014/main" id="{933458C1-788D-4D50-BC21-6447B0730D02}"/>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5" name="Graphic 157">
              <a:extLst>
                <a:ext uri="{FF2B5EF4-FFF2-40B4-BE49-F238E27FC236}">
                  <a16:creationId xmlns:a16="http://schemas.microsoft.com/office/drawing/2014/main" id="{0D41BA5F-BA2A-4386-A7B4-FB811DF5168B}"/>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7" name="Freeform: Shape 16">
                <a:extLst>
                  <a:ext uri="{FF2B5EF4-FFF2-40B4-BE49-F238E27FC236}">
                    <a16:creationId xmlns:a16="http://schemas.microsoft.com/office/drawing/2014/main" id="{EFDE3885-EA9A-4FF9-84BD-B43D6D1ED4DD}"/>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5ECB0097-BB98-4FEC-A705-D82D6A97CA25}"/>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20E6CFFF-B349-4360-92E1-0451760008D5}"/>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A22594E-9B08-4B25-8789-304CA2FC58A4}"/>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AE707CB4-8E5B-40D8-A59A-38A6B3619F24}"/>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51A45863-5560-4ACD-ACE3-94776845B138}"/>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Freeform: Shape 22">
                <a:extLst>
                  <a:ext uri="{FF2B5EF4-FFF2-40B4-BE49-F238E27FC236}">
                    <a16:creationId xmlns:a16="http://schemas.microsoft.com/office/drawing/2014/main" id="{FD8510C7-0AAE-424E-8D10-9E3FC0DB98F1}"/>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6" name="Freeform: Shape 15">
              <a:extLst>
                <a:ext uri="{FF2B5EF4-FFF2-40B4-BE49-F238E27FC236}">
                  <a16:creationId xmlns:a16="http://schemas.microsoft.com/office/drawing/2014/main" id="{9BA78C71-D0E4-4A5E-B6DB-3065CB6ACEC6}"/>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4" name="Date Placeholder 8">
            <a:extLst>
              <a:ext uri="{FF2B5EF4-FFF2-40B4-BE49-F238E27FC236}">
                <a16:creationId xmlns:a16="http://schemas.microsoft.com/office/drawing/2014/main" id="{4EC9294D-6492-44C5-AE14-74B5D86BAEE7}"/>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5" name="Footer Placeholder 9">
            <a:extLst>
              <a:ext uri="{FF2B5EF4-FFF2-40B4-BE49-F238E27FC236}">
                <a16:creationId xmlns:a16="http://schemas.microsoft.com/office/drawing/2014/main" id="{0E08DE30-AEBD-48F0-A130-0753399D6513}"/>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26" name="Slide Number Placeholder 10">
            <a:extLst>
              <a:ext uri="{FF2B5EF4-FFF2-40B4-BE49-F238E27FC236}">
                <a16:creationId xmlns:a16="http://schemas.microsoft.com/office/drawing/2014/main" id="{71415C84-324E-4C0D-B691-C384E436D649}"/>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3" name="Content Placeholder 2">
            <a:extLst>
              <a:ext uri="{FF2B5EF4-FFF2-40B4-BE49-F238E27FC236}">
                <a16:creationId xmlns:a16="http://schemas.microsoft.com/office/drawing/2014/main" id="{7A6A6618-F041-427E-AE99-91D2386AE897}"/>
              </a:ext>
            </a:extLst>
          </p:cNvPr>
          <p:cNvSpPr>
            <a:spLocks noGrp="1"/>
          </p:cNvSpPr>
          <p:nvPr>
            <p:ph sz="quarter" idx="13"/>
          </p:nvPr>
        </p:nvSpPr>
        <p:spPr>
          <a:xfrm>
            <a:off x="1860550" y="2055813"/>
            <a:ext cx="8662988" cy="3309937"/>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418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grpSp>
        <p:nvGrpSpPr>
          <p:cNvPr id="8" name="Top left">
            <a:extLst>
              <a:ext uri="{FF2B5EF4-FFF2-40B4-BE49-F238E27FC236}">
                <a16:creationId xmlns:a16="http://schemas.microsoft.com/office/drawing/2014/main" id="{E7C1007A-38A4-44A0-BF98-887471DFFB32}"/>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9" name="Freeform: Shape 8">
              <a:extLst>
                <a:ext uri="{FF2B5EF4-FFF2-40B4-BE49-F238E27FC236}">
                  <a16:creationId xmlns:a16="http://schemas.microsoft.com/office/drawing/2014/main" id="{FFC8DFC3-A77D-4047-89B1-5A9587DD92E2}"/>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0" name="Freeform: Shape 9">
              <a:extLst>
                <a:ext uri="{FF2B5EF4-FFF2-40B4-BE49-F238E27FC236}">
                  <a16:creationId xmlns:a16="http://schemas.microsoft.com/office/drawing/2014/main" id="{5367B319-DB4D-49DE-8B1B-D2F94F892C83}"/>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9FB6224A-9986-4980-9954-62E88B4E23A7}"/>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84F0DA6F-4771-4DAA-B032-F2F1CD6D7FFF}"/>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Freeform: Shape 12">
              <a:extLst>
                <a:ext uri="{FF2B5EF4-FFF2-40B4-BE49-F238E27FC236}">
                  <a16:creationId xmlns:a16="http://schemas.microsoft.com/office/drawing/2014/main" id="{6E826A14-FAD5-41CA-8B7E-B4938DC64FB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Freeform: Shape 13">
              <a:extLst>
                <a:ext uri="{FF2B5EF4-FFF2-40B4-BE49-F238E27FC236}">
                  <a16:creationId xmlns:a16="http://schemas.microsoft.com/office/drawing/2014/main" id="{EAD248F0-8D25-4CDF-814F-87863C8D4959}"/>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Freeform: Shape 14">
              <a:extLst>
                <a:ext uri="{FF2B5EF4-FFF2-40B4-BE49-F238E27FC236}">
                  <a16:creationId xmlns:a16="http://schemas.microsoft.com/office/drawing/2014/main" id="{AAE247D0-EA10-4307-A6D9-DC65CD336229}"/>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Freeform: Shape 15">
              <a:extLst>
                <a:ext uri="{FF2B5EF4-FFF2-40B4-BE49-F238E27FC236}">
                  <a16:creationId xmlns:a16="http://schemas.microsoft.com/office/drawing/2014/main" id="{816F0BC8-01B3-4EA5-8D3C-D08A7083C407}"/>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7" name="Bottom Right">
            <a:extLst>
              <a:ext uri="{FF2B5EF4-FFF2-40B4-BE49-F238E27FC236}">
                <a16:creationId xmlns:a16="http://schemas.microsoft.com/office/drawing/2014/main" id="{3C4C6F91-040E-49E0-B048-C983B556B4CD}"/>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8" name="Graphic 157">
              <a:extLst>
                <a:ext uri="{FF2B5EF4-FFF2-40B4-BE49-F238E27FC236}">
                  <a16:creationId xmlns:a16="http://schemas.microsoft.com/office/drawing/2014/main" id="{5F735938-366A-4689-940D-6AC867D18968}"/>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20" name="Freeform: Shape 19">
                <a:extLst>
                  <a:ext uri="{FF2B5EF4-FFF2-40B4-BE49-F238E27FC236}">
                    <a16:creationId xmlns:a16="http://schemas.microsoft.com/office/drawing/2014/main" id="{082D0C32-CA40-4D76-A0AE-355F4EDE9E47}"/>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D4AA2F5B-1059-4660-A88B-0138D3DEA112}"/>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8DBAAE2E-B09E-47A6-88B0-3B386570963B}"/>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Freeform: Shape 22">
                <a:extLst>
                  <a:ext uri="{FF2B5EF4-FFF2-40B4-BE49-F238E27FC236}">
                    <a16:creationId xmlns:a16="http://schemas.microsoft.com/office/drawing/2014/main" id="{80123DD0-D648-4002-B4DD-748944CF16C9}"/>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Freeform: Shape 23">
                <a:extLst>
                  <a:ext uri="{FF2B5EF4-FFF2-40B4-BE49-F238E27FC236}">
                    <a16:creationId xmlns:a16="http://schemas.microsoft.com/office/drawing/2014/main" id="{B0FFF952-E585-449F-8014-AF83F5F6BF02}"/>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Freeform: Shape 24">
                <a:extLst>
                  <a:ext uri="{FF2B5EF4-FFF2-40B4-BE49-F238E27FC236}">
                    <a16:creationId xmlns:a16="http://schemas.microsoft.com/office/drawing/2014/main" id="{60910C5D-897F-48B1-BECF-735BDC46365B}"/>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Freeform: Shape 25">
                <a:extLst>
                  <a:ext uri="{FF2B5EF4-FFF2-40B4-BE49-F238E27FC236}">
                    <a16:creationId xmlns:a16="http://schemas.microsoft.com/office/drawing/2014/main" id="{98633913-4C49-4FE2-A15B-78DE0FD26852}"/>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9" name="Freeform: Shape 18">
              <a:extLst>
                <a:ext uri="{FF2B5EF4-FFF2-40B4-BE49-F238E27FC236}">
                  <a16:creationId xmlns:a16="http://schemas.microsoft.com/office/drawing/2014/main" id="{A9958AAF-ED1A-47A9-A07D-09465AFCF95E}"/>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46" name="Picture Placeholder 44">
            <a:extLst>
              <a:ext uri="{FF2B5EF4-FFF2-40B4-BE49-F238E27FC236}">
                <a16:creationId xmlns:a16="http://schemas.microsoft.com/office/drawing/2014/main" id="{FA2F33D7-521D-4F09-A571-EC79B9DD0EEC}"/>
              </a:ext>
            </a:extLst>
          </p:cNvPr>
          <p:cNvSpPr>
            <a:spLocks noGrp="1"/>
          </p:cNvSpPr>
          <p:nvPr>
            <p:ph type="pic" sz="quarter" idx="13" hasCustomPrompt="1"/>
          </p:nvPr>
        </p:nvSpPr>
        <p:spPr>
          <a:xfrm>
            <a:off x="-2962" y="588461"/>
            <a:ext cx="12194962" cy="5724601"/>
          </a:xfrm>
          <a:prstGeom prst="rect">
            <a:avLst/>
          </a:prstGeom>
        </p:spPr>
        <p:txBody>
          <a:bodyPr anchor="ctr"/>
          <a:lstStyle>
            <a:lvl1pPr marL="0" indent="0" algn="ctr">
              <a:buNone/>
              <a:defRPr sz="2000"/>
            </a:lvl1pPr>
          </a:lstStyle>
          <a:p>
            <a:r>
              <a:rPr lang="en-US"/>
              <a:t>Insert photo here</a:t>
            </a:r>
          </a:p>
        </p:txBody>
      </p:sp>
      <p:sp>
        <p:nvSpPr>
          <p:cNvPr id="2" name="Title 1">
            <a:extLst>
              <a:ext uri="{FF2B5EF4-FFF2-40B4-BE49-F238E27FC236}">
                <a16:creationId xmlns:a16="http://schemas.microsoft.com/office/drawing/2014/main" id="{0B44AEF9-63A1-44CB-BD42-5FDC2C575D5E}"/>
              </a:ext>
            </a:extLst>
          </p:cNvPr>
          <p:cNvSpPr>
            <a:spLocks noGrp="1"/>
          </p:cNvSpPr>
          <p:nvPr>
            <p:ph type="title" hasCustomPrompt="1"/>
          </p:nvPr>
        </p:nvSpPr>
        <p:spPr>
          <a:xfrm>
            <a:off x="7434263" y="1506070"/>
            <a:ext cx="4456111" cy="3135405"/>
          </a:xfrm>
          <a:prstGeom prst="rect">
            <a:avLst/>
          </a:prstGeom>
        </p:spPr>
        <p:txBody>
          <a:bodyPr/>
          <a:lstStyle>
            <a:lvl1pPr>
              <a:lnSpc>
                <a:spcPct val="110000"/>
              </a:lnSpc>
              <a:spcBef>
                <a:spcPts val="1000"/>
              </a:spcBef>
              <a:defRPr sz="4000">
                <a:solidFill>
                  <a:schemeClr val="bg1"/>
                </a:solidFill>
                <a:effectLst>
                  <a:outerShdw blurRad="38100" dist="38100" dir="2700000" algn="tl">
                    <a:srgbClr val="000000">
                      <a:alpha val="43137"/>
                    </a:srgbClr>
                  </a:outerShdw>
                </a:effectLst>
              </a:defRPr>
            </a:lvl1pPr>
          </a:lstStyle>
          <a:p>
            <a:r>
              <a:rPr lang="en-US"/>
              <a:t>Click to add text</a:t>
            </a:r>
          </a:p>
        </p:txBody>
      </p:sp>
      <p:sp>
        <p:nvSpPr>
          <p:cNvPr id="52" name="Text Placeholder 50">
            <a:extLst>
              <a:ext uri="{FF2B5EF4-FFF2-40B4-BE49-F238E27FC236}">
                <a16:creationId xmlns:a16="http://schemas.microsoft.com/office/drawing/2014/main" id="{5C6D6C0E-14CB-497A-A6C2-E067A88FA53A}"/>
              </a:ext>
            </a:extLst>
          </p:cNvPr>
          <p:cNvSpPr>
            <a:spLocks noGrp="1"/>
          </p:cNvSpPr>
          <p:nvPr>
            <p:ph type="body" sz="quarter" idx="15" hasCustomPrompt="1"/>
          </p:nvPr>
        </p:nvSpPr>
        <p:spPr>
          <a:xfrm>
            <a:off x="7434263" y="4778001"/>
            <a:ext cx="4430712" cy="971924"/>
          </a:xfrm>
          <a:prstGeom prst="rect">
            <a:avLst/>
          </a:prstGeom>
        </p:spPr>
        <p:txBody>
          <a:bodyPr/>
          <a:lstStyle>
            <a:lvl1pPr marL="0" indent="0">
              <a:buNone/>
              <a:defRPr sz="2800">
                <a:solidFill>
                  <a:schemeClr val="bg1"/>
                </a:solidFill>
                <a:effectLst>
                  <a:outerShdw blurRad="38100" dist="38100" dir="2700000" algn="tl">
                    <a:srgbClr val="000000">
                      <a:alpha val="43137"/>
                    </a:srgbClr>
                  </a:outerShdw>
                </a:effectLst>
                <a:latin typeface="+mj-lt"/>
              </a:defRPr>
            </a:lvl1pPr>
          </a:lstStyle>
          <a:p>
            <a:pPr lvl="0"/>
            <a:r>
              <a:rPr lang="en-US"/>
              <a:t>Click to subtitle</a:t>
            </a:r>
          </a:p>
        </p:txBody>
      </p:sp>
      <p:sp>
        <p:nvSpPr>
          <p:cNvPr id="47" name="Date Placeholder 8">
            <a:extLst>
              <a:ext uri="{FF2B5EF4-FFF2-40B4-BE49-F238E27FC236}">
                <a16:creationId xmlns:a16="http://schemas.microsoft.com/office/drawing/2014/main" id="{57880508-D524-4D72-B2D9-3EABCCBA5C93}"/>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48" name="Footer Placeholder 9">
            <a:extLst>
              <a:ext uri="{FF2B5EF4-FFF2-40B4-BE49-F238E27FC236}">
                <a16:creationId xmlns:a16="http://schemas.microsoft.com/office/drawing/2014/main" id="{FC67283E-EA51-43E9-A8CE-4D01EABCAB00}"/>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49" name="Slide Number Placeholder 10">
            <a:extLst>
              <a:ext uri="{FF2B5EF4-FFF2-40B4-BE49-F238E27FC236}">
                <a16:creationId xmlns:a16="http://schemas.microsoft.com/office/drawing/2014/main" id="{5008A3F2-2B1F-4E12-8D14-128006A2F571}"/>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21017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bg2"/>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3B353E9E-6F4F-441B-886F-D53691BE1378}"/>
              </a:ext>
            </a:extLst>
          </p:cNvPr>
          <p:cNvSpPr>
            <a:spLocks noGrp="1"/>
          </p:cNvSpPr>
          <p:nvPr>
            <p:ph type="pic" sz="quarter" idx="13"/>
          </p:nvPr>
        </p:nvSpPr>
        <p:spPr>
          <a:xfrm>
            <a:off x="1047750" y="1376793"/>
            <a:ext cx="2075688" cy="2073275"/>
          </a:xfrm>
          <a:prstGeom prst="round2DiagRect">
            <a:avLst/>
          </a:prstGeom>
        </p:spPr>
        <p:txBody>
          <a:bodyPr/>
          <a:lstStyle>
            <a:lvl1pPr>
              <a:defRPr sz="1600"/>
            </a:lvl1pPr>
          </a:lstStyle>
          <a:p>
            <a:endParaRPr lang="en-US"/>
          </a:p>
        </p:txBody>
      </p:sp>
      <p:sp>
        <p:nvSpPr>
          <p:cNvPr id="37" name="Picture Placeholder 23">
            <a:extLst>
              <a:ext uri="{FF2B5EF4-FFF2-40B4-BE49-F238E27FC236}">
                <a16:creationId xmlns:a16="http://schemas.microsoft.com/office/drawing/2014/main" id="{B5B9D2EE-DC4C-4740-AF09-5C66500163EA}"/>
              </a:ext>
            </a:extLst>
          </p:cNvPr>
          <p:cNvSpPr>
            <a:spLocks noGrp="1"/>
          </p:cNvSpPr>
          <p:nvPr>
            <p:ph type="pic" sz="quarter" idx="14"/>
          </p:nvPr>
        </p:nvSpPr>
        <p:spPr>
          <a:xfrm>
            <a:off x="3721626" y="1376793"/>
            <a:ext cx="2075688" cy="2073275"/>
          </a:xfrm>
          <a:prstGeom prst="round2DiagRect">
            <a:avLst/>
          </a:prstGeom>
        </p:spPr>
        <p:txBody>
          <a:bodyPr/>
          <a:lstStyle>
            <a:lvl1pPr>
              <a:defRPr sz="1600"/>
            </a:lvl1pPr>
          </a:lstStyle>
          <a:p>
            <a:endParaRPr lang="en-US"/>
          </a:p>
        </p:txBody>
      </p:sp>
      <p:sp>
        <p:nvSpPr>
          <p:cNvPr id="38" name="Picture Placeholder 23">
            <a:extLst>
              <a:ext uri="{FF2B5EF4-FFF2-40B4-BE49-F238E27FC236}">
                <a16:creationId xmlns:a16="http://schemas.microsoft.com/office/drawing/2014/main" id="{B81132E6-0A29-47B6-9E41-947D61422D45}"/>
              </a:ext>
            </a:extLst>
          </p:cNvPr>
          <p:cNvSpPr>
            <a:spLocks noGrp="1"/>
          </p:cNvSpPr>
          <p:nvPr>
            <p:ph type="pic" sz="quarter" idx="15"/>
          </p:nvPr>
        </p:nvSpPr>
        <p:spPr>
          <a:xfrm>
            <a:off x="6394260" y="1376793"/>
            <a:ext cx="2075688" cy="2073275"/>
          </a:xfrm>
          <a:prstGeom prst="round2DiagRect">
            <a:avLst/>
          </a:prstGeom>
        </p:spPr>
        <p:txBody>
          <a:bodyPr/>
          <a:lstStyle>
            <a:lvl1pPr>
              <a:defRPr sz="1600"/>
            </a:lvl1pPr>
          </a:lstStyle>
          <a:p>
            <a:endParaRPr lang="en-US"/>
          </a:p>
        </p:txBody>
      </p:sp>
      <p:sp>
        <p:nvSpPr>
          <p:cNvPr id="39" name="Picture Placeholder 23">
            <a:extLst>
              <a:ext uri="{FF2B5EF4-FFF2-40B4-BE49-F238E27FC236}">
                <a16:creationId xmlns:a16="http://schemas.microsoft.com/office/drawing/2014/main" id="{4C0E80EA-58EE-412B-A4AE-3EFE6BB25CF4}"/>
              </a:ext>
            </a:extLst>
          </p:cNvPr>
          <p:cNvSpPr>
            <a:spLocks noGrp="1"/>
          </p:cNvSpPr>
          <p:nvPr>
            <p:ph type="pic" sz="quarter" idx="16"/>
          </p:nvPr>
        </p:nvSpPr>
        <p:spPr>
          <a:xfrm>
            <a:off x="9057247" y="1376793"/>
            <a:ext cx="2075688" cy="2073275"/>
          </a:xfrm>
          <a:prstGeom prst="round2DiagRect">
            <a:avLst/>
          </a:prstGeom>
        </p:spPr>
        <p:txBody>
          <a:bodyPr/>
          <a:lstStyle>
            <a:lvl1pPr>
              <a:defRPr sz="1600"/>
            </a:lvl1pPr>
          </a:lstStyle>
          <a:p>
            <a:endParaRPr lang="en-US"/>
          </a:p>
        </p:txBody>
      </p:sp>
      <p:grpSp>
        <p:nvGrpSpPr>
          <p:cNvPr id="4" name="Top left">
            <a:extLst>
              <a:ext uri="{FF2B5EF4-FFF2-40B4-BE49-F238E27FC236}">
                <a16:creationId xmlns:a16="http://schemas.microsoft.com/office/drawing/2014/main" id="{698EF02E-6CA2-4CA6-9212-FFB45FA9AE45}"/>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AD5EB16E-0C22-49FD-A9C9-C4F0599D6A44}"/>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36172559-F798-4A8A-9698-620049B5E1E3}"/>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1EF78E13-7F65-4E92-9600-C7EB240AAFB8}"/>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19D42D9C-D474-4039-AED0-7E1055E2B8DD}"/>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1B9CCFDE-F5F0-4883-8851-0FDCF34A1E9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A4195171-BFB5-4F1E-A417-55F80F5148AE}"/>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4B8D4B3A-91E6-4C2F-9123-094E5718BFCE}"/>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6325D776-3B6A-4BAA-B4F0-0944C0EABAEF}"/>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3" name="Bottom Right">
            <a:extLst>
              <a:ext uri="{FF2B5EF4-FFF2-40B4-BE49-F238E27FC236}">
                <a16:creationId xmlns:a16="http://schemas.microsoft.com/office/drawing/2014/main" id="{D45C93FD-55BA-4F2D-90F8-6DD517383A8C}"/>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4" name="Graphic 157">
              <a:extLst>
                <a:ext uri="{FF2B5EF4-FFF2-40B4-BE49-F238E27FC236}">
                  <a16:creationId xmlns:a16="http://schemas.microsoft.com/office/drawing/2014/main" id="{18B36122-15B8-4C6F-906C-77A513D374A4}"/>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6" name="Freeform: Shape 15">
                <a:extLst>
                  <a:ext uri="{FF2B5EF4-FFF2-40B4-BE49-F238E27FC236}">
                    <a16:creationId xmlns:a16="http://schemas.microsoft.com/office/drawing/2014/main" id="{B50C0A59-1449-4599-8828-44025BFECBEE}"/>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D9C52D9E-28AD-486F-B7C4-F04A7C4801E2}"/>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9909F516-4614-4EFB-BCB1-15AA5C678F14}"/>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C3F02F4A-40B8-4D3C-B6B1-90E7B65255E8}"/>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DCF159-602C-402C-A70E-34753F59D0F4}"/>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4EB71FB2-F1B2-4117-BA16-95D8C9AC3E5E}"/>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42E9C5BE-5CF5-4EB1-8D41-FA7AA2DAE423}"/>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5" name="Freeform: Shape 14">
              <a:extLst>
                <a:ext uri="{FF2B5EF4-FFF2-40B4-BE49-F238E27FC236}">
                  <a16:creationId xmlns:a16="http://schemas.microsoft.com/office/drawing/2014/main" id="{09625B7A-8E4D-40D0-A98E-7A64991B9EAA}"/>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3" name="Title 1">
            <a:extLst>
              <a:ext uri="{FF2B5EF4-FFF2-40B4-BE49-F238E27FC236}">
                <a16:creationId xmlns:a16="http://schemas.microsoft.com/office/drawing/2014/main" id="{339C0337-ABAF-49EC-BD34-55A05ADF1175}"/>
              </a:ext>
            </a:extLst>
          </p:cNvPr>
          <p:cNvSpPr>
            <a:spLocks noGrp="1"/>
          </p:cNvSpPr>
          <p:nvPr>
            <p:ph type="title"/>
          </p:nvPr>
        </p:nvSpPr>
        <p:spPr>
          <a:xfrm>
            <a:off x="1198181" y="4625685"/>
            <a:ext cx="9988166" cy="1495403"/>
          </a:xfrm>
          <a:prstGeom prst="rect">
            <a:avLst/>
          </a:prstGeom>
        </p:spPr>
        <p:txBody>
          <a:bodyPr anchor="ctr"/>
          <a:lstStyle/>
          <a:p>
            <a:pPr>
              <a:lnSpc>
                <a:spcPct val="100000"/>
              </a:lnSpc>
            </a:pPr>
            <a:endParaRPr lang="en-US"/>
          </a:p>
        </p:txBody>
      </p:sp>
      <p:sp>
        <p:nvSpPr>
          <p:cNvPr id="28" name="Date Placeholder 8">
            <a:extLst>
              <a:ext uri="{FF2B5EF4-FFF2-40B4-BE49-F238E27FC236}">
                <a16:creationId xmlns:a16="http://schemas.microsoft.com/office/drawing/2014/main" id="{595B4059-AC5C-40F9-903D-D05AF8A73715}"/>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9" name="Footer Placeholder 9">
            <a:extLst>
              <a:ext uri="{FF2B5EF4-FFF2-40B4-BE49-F238E27FC236}">
                <a16:creationId xmlns:a16="http://schemas.microsoft.com/office/drawing/2014/main" id="{9E19627B-F45E-41E4-8387-B5D665DB6220}"/>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30" name="Slide Number Placeholder 10">
            <a:extLst>
              <a:ext uri="{FF2B5EF4-FFF2-40B4-BE49-F238E27FC236}">
                <a16:creationId xmlns:a16="http://schemas.microsoft.com/office/drawing/2014/main" id="{7AA8C8B6-7507-4A7B-A983-5D1FC6DB4AA7}"/>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40" name="Text Placeholder 39">
            <a:extLst>
              <a:ext uri="{FF2B5EF4-FFF2-40B4-BE49-F238E27FC236}">
                <a16:creationId xmlns:a16="http://schemas.microsoft.com/office/drawing/2014/main" id="{EF679943-2591-4C3C-A9D6-F8AD1E41DE02}"/>
              </a:ext>
            </a:extLst>
          </p:cNvPr>
          <p:cNvSpPr>
            <a:spLocks noGrp="1"/>
          </p:cNvSpPr>
          <p:nvPr>
            <p:ph type="body" sz="quarter" idx="17" hasCustomPrompt="1"/>
          </p:nvPr>
        </p:nvSpPr>
        <p:spPr>
          <a:xfrm>
            <a:off x="1047325" y="3669894"/>
            <a:ext cx="2075688" cy="274320"/>
          </a:xfrm>
          <a:prstGeom prst="rect">
            <a:avLst/>
          </a:prstGeom>
        </p:spPr>
        <p:txBody>
          <a:bodyPr anchor="ctr"/>
          <a:lstStyle>
            <a:lvl1pPr marL="0" indent="0" algn="ctr">
              <a:buFont typeface="Arial" panose="020B0604020202020204" pitchFamily="34" charset="0"/>
              <a:buNone/>
              <a:defRPr lang="en-US" sz="2000" b="0" kern="1200" spc="20" dirty="0">
                <a:solidFill>
                  <a:schemeClr val="accent1"/>
                </a:solidFill>
                <a:latin typeface="+mj-lt"/>
                <a:ea typeface="+mn-ea"/>
                <a:cs typeface="+mn-cs"/>
              </a:defRPr>
            </a:lvl1pPr>
          </a:lstStyle>
          <a:p>
            <a:pPr lvl="0"/>
            <a:r>
              <a:rPr lang="en-US"/>
              <a:t>Name</a:t>
            </a:r>
          </a:p>
        </p:txBody>
      </p:sp>
      <p:sp>
        <p:nvSpPr>
          <p:cNvPr id="41" name="Text Placeholder 39">
            <a:extLst>
              <a:ext uri="{FF2B5EF4-FFF2-40B4-BE49-F238E27FC236}">
                <a16:creationId xmlns:a16="http://schemas.microsoft.com/office/drawing/2014/main" id="{5EFF3AD0-ADD5-4CCC-A7B8-6E6DF274CC28}"/>
              </a:ext>
            </a:extLst>
          </p:cNvPr>
          <p:cNvSpPr>
            <a:spLocks noGrp="1"/>
          </p:cNvSpPr>
          <p:nvPr>
            <p:ph type="body" sz="quarter" idx="18" hasCustomPrompt="1"/>
          </p:nvPr>
        </p:nvSpPr>
        <p:spPr>
          <a:xfrm>
            <a:off x="1047325" y="3952612"/>
            <a:ext cx="2075688" cy="274320"/>
          </a:xfrm>
          <a:prstGeom prst="rect">
            <a:avLst/>
          </a:prstGeom>
        </p:spPr>
        <p:txBody>
          <a:bodyPr anchor="ctr"/>
          <a:lstStyle>
            <a:lvl1pPr marL="0" indent="0" algn="ctr">
              <a:buFont typeface="Arial" panose="020B0604020202020204" pitchFamily="34" charset="0"/>
              <a:buNone/>
              <a:defRPr lang="en-US" sz="1600" b="0" kern="1200" spc="20" dirty="0">
                <a:solidFill>
                  <a:schemeClr val="tx1"/>
                </a:solidFill>
                <a:latin typeface="+mn-lt"/>
                <a:ea typeface="+mn-ea"/>
                <a:cs typeface="+mn-cs"/>
              </a:defRPr>
            </a:lvl1pPr>
          </a:lstStyle>
          <a:p>
            <a:pPr lvl="0"/>
            <a:r>
              <a:rPr lang="en-US"/>
              <a:t>Title</a:t>
            </a:r>
          </a:p>
        </p:txBody>
      </p:sp>
      <p:sp>
        <p:nvSpPr>
          <p:cNvPr id="45" name="Text Placeholder 39">
            <a:extLst>
              <a:ext uri="{FF2B5EF4-FFF2-40B4-BE49-F238E27FC236}">
                <a16:creationId xmlns:a16="http://schemas.microsoft.com/office/drawing/2014/main" id="{F84D2534-80B7-4C76-8CC7-C155F4923008}"/>
              </a:ext>
            </a:extLst>
          </p:cNvPr>
          <p:cNvSpPr>
            <a:spLocks noGrp="1"/>
          </p:cNvSpPr>
          <p:nvPr>
            <p:ph type="body" sz="quarter" idx="19" hasCustomPrompt="1"/>
          </p:nvPr>
        </p:nvSpPr>
        <p:spPr>
          <a:xfrm>
            <a:off x="3721626" y="3663772"/>
            <a:ext cx="2075688" cy="274320"/>
          </a:xfrm>
          <a:prstGeom prst="rect">
            <a:avLst/>
          </a:prstGeom>
        </p:spPr>
        <p:txBody>
          <a:bodyPr anchor="ctr"/>
          <a:lstStyle>
            <a:lvl1pPr marL="0" indent="0" algn="ctr">
              <a:buFont typeface="Arial" panose="020B0604020202020204" pitchFamily="34" charset="0"/>
              <a:buNone/>
              <a:defRPr lang="en-US" sz="2000" b="0" kern="1200" spc="20" dirty="0">
                <a:solidFill>
                  <a:schemeClr val="accent1"/>
                </a:solidFill>
                <a:latin typeface="+mj-lt"/>
                <a:ea typeface="+mn-ea"/>
                <a:cs typeface="+mn-cs"/>
              </a:defRPr>
            </a:lvl1pPr>
          </a:lstStyle>
          <a:p>
            <a:pPr lvl="0"/>
            <a:r>
              <a:rPr lang="en-US"/>
              <a:t>Name</a:t>
            </a:r>
          </a:p>
        </p:txBody>
      </p:sp>
      <p:sp>
        <p:nvSpPr>
          <p:cNvPr id="46" name="Text Placeholder 39">
            <a:extLst>
              <a:ext uri="{FF2B5EF4-FFF2-40B4-BE49-F238E27FC236}">
                <a16:creationId xmlns:a16="http://schemas.microsoft.com/office/drawing/2014/main" id="{074FF2A5-4FD0-475E-B34F-956208C2C7DA}"/>
              </a:ext>
            </a:extLst>
          </p:cNvPr>
          <p:cNvSpPr>
            <a:spLocks noGrp="1"/>
          </p:cNvSpPr>
          <p:nvPr>
            <p:ph type="body" sz="quarter" idx="20" hasCustomPrompt="1"/>
          </p:nvPr>
        </p:nvSpPr>
        <p:spPr>
          <a:xfrm>
            <a:off x="3721626" y="3946490"/>
            <a:ext cx="2075688" cy="274320"/>
          </a:xfrm>
          <a:prstGeom prst="rect">
            <a:avLst/>
          </a:prstGeom>
        </p:spPr>
        <p:txBody>
          <a:bodyPr anchor="ctr"/>
          <a:lstStyle>
            <a:lvl1pPr marL="0" indent="0" algn="ctr">
              <a:buFont typeface="Arial" panose="020B0604020202020204" pitchFamily="34" charset="0"/>
              <a:buNone/>
              <a:defRPr lang="en-US" sz="1600" b="0" kern="1200" spc="20" dirty="0">
                <a:solidFill>
                  <a:schemeClr val="tx1"/>
                </a:solidFill>
                <a:latin typeface="+mn-lt"/>
                <a:ea typeface="+mn-ea"/>
                <a:cs typeface="+mn-cs"/>
              </a:defRPr>
            </a:lvl1pPr>
          </a:lstStyle>
          <a:p>
            <a:pPr lvl="0"/>
            <a:r>
              <a:rPr lang="en-US"/>
              <a:t>Title</a:t>
            </a:r>
          </a:p>
        </p:txBody>
      </p:sp>
      <p:sp>
        <p:nvSpPr>
          <p:cNvPr id="47" name="Text Placeholder 39">
            <a:extLst>
              <a:ext uri="{FF2B5EF4-FFF2-40B4-BE49-F238E27FC236}">
                <a16:creationId xmlns:a16="http://schemas.microsoft.com/office/drawing/2014/main" id="{D39B066F-DC64-4779-B6D2-EB90B137438F}"/>
              </a:ext>
            </a:extLst>
          </p:cNvPr>
          <p:cNvSpPr>
            <a:spLocks noGrp="1"/>
          </p:cNvSpPr>
          <p:nvPr>
            <p:ph type="body" sz="quarter" idx="21" hasCustomPrompt="1"/>
          </p:nvPr>
        </p:nvSpPr>
        <p:spPr>
          <a:xfrm>
            <a:off x="6394260" y="3673396"/>
            <a:ext cx="2075688" cy="274320"/>
          </a:xfrm>
          <a:prstGeom prst="rect">
            <a:avLst/>
          </a:prstGeom>
        </p:spPr>
        <p:txBody>
          <a:bodyPr anchor="ctr"/>
          <a:lstStyle>
            <a:lvl1pPr marL="0" indent="0" algn="ctr">
              <a:buFont typeface="Arial" panose="020B0604020202020204" pitchFamily="34" charset="0"/>
              <a:buNone/>
              <a:defRPr lang="en-US" sz="2000" b="0" kern="1200" spc="20" dirty="0">
                <a:solidFill>
                  <a:schemeClr val="accent1"/>
                </a:solidFill>
                <a:latin typeface="+mj-lt"/>
                <a:ea typeface="+mn-ea"/>
                <a:cs typeface="+mn-cs"/>
              </a:defRPr>
            </a:lvl1pPr>
          </a:lstStyle>
          <a:p>
            <a:pPr lvl="0"/>
            <a:r>
              <a:rPr lang="en-US"/>
              <a:t>Name</a:t>
            </a:r>
          </a:p>
        </p:txBody>
      </p:sp>
      <p:sp>
        <p:nvSpPr>
          <p:cNvPr id="48" name="Text Placeholder 39">
            <a:extLst>
              <a:ext uri="{FF2B5EF4-FFF2-40B4-BE49-F238E27FC236}">
                <a16:creationId xmlns:a16="http://schemas.microsoft.com/office/drawing/2014/main" id="{A7A64C29-8FC5-4291-9F73-B5D6A4E223FA}"/>
              </a:ext>
            </a:extLst>
          </p:cNvPr>
          <p:cNvSpPr>
            <a:spLocks noGrp="1"/>
          </p:cNvSpPr>
          <p:nvPr>
            <p:ph type="body" sz="quarter" idx="22" hasCustomPrompt="1"/>
          </p:nvPr>
        </p:nvSpPr>
        <p:spPr>
          <a:xfrm>
            <a:off x="6394260" y="3956114"/>
            <a:ext cx="2075688" cy="274320"/>
          </a:xfrm>
          <a:prstGeom prst="rect">
            <a:avLst/>
          </a:prstGeom>
        </p:spPr>
        <p:txBody>
          <a:bodyPr anchor="ctr"/>
          <a:lstStyle>
            <a:lvl1pPr marL="0" indent="0" algn="ctr">
              <a:buFont typeface="Arial" panose="020B0604020202020204" pitchFamily="34" charset="0"/>
              <a:buNone/>
              <a:defRPr lang="en-US" sz="1600" b="0" kern="1200" spc="20" dirty="0">
                <a:solidFill>
                  <a:schemeClr val="tx1"/>
                </a:solidFill>
                <a:latin typeface="+mn-lt"/>
                <a:ea typeface="+mn-ea"/>
                <a:cs typeface="+mn-cs"/>
              </a:defRPr>
            </a:lvl1pPr>
          </a:lstStyle>
          <a:p>
            <a:pPr lvl="0"/>
            <a:r>
              <a:rPr lang="en-US"/>
              <a:t>Title</a:t>
            </a:r>
          </a:p>
        </p:txBody>
      </p:sp>
      <p:sp>
        <p:nvSpPr>
          <p:cNvPr id="49" name="Text Placeholder 39">
            <a:extLst>
              <a:ext uri="{FF2B5EF4-FFF2-40B4-BE49-F238E27FC236}">
                <a16:creationId xmlns:a16="http://schemas.microsoft.com/office/drawing/2014/main" id="{4013DD3C-DA77-4D01-9929-C5A92618B365}"/>
              </a:ext>
            </a:extLst>
          </p:cNvPr>
          <p:cNvSpPr>
            <a:spLocks noGrp="1"/>
          </p:cNvSpPr>
          <p:nvPr>
            <p:ph type="body" sz="quarter" idx="23" hasCustomPrompt="1"/>
          </p:nvPr>
        </p:nvSpPr>
        <p:spPr>
          <a:xfrm>
            <a:off x="9057247" y="3673396"/>
            <a:ext cx="2075688" cy="274320"/>
          </a:xfrm>
          <a:prstGeom prst="rect">
            <a:avLst/>
          </a:prstGeom>
        </p:spPr>
        <p:txBody>
          <a:bodyPr anchor="ctr"/>
          <a:lstStyle>
            <a:lvl1pPr marL="0" indent="0" algn="ctr">
              <a:buFont typeface="Arial" panose="020B0604020202020204" pitchFamily="34" charset="0"/>
              <a:buNone/>
              <a:defRPr lang="en-US" sz="2000" b="0" kern="1200" spc="20" dirty="0">
                <a:solidFill>
                  <a:schemeClr val="accent1"/>
                </a:solidFill>
                <a:latin typeface="+mj-lt"/>
                <a:ea typeface="+mn-ea"/>
                <a:cs typeface="+mn-cs"/>
              </a:defRPr>
            </a:lvl1pPr>
          </a:lstStyle>
          <a:p>
            <a:pPr lvl="0"/>
            <a:r>
              <a:rPr lang="en-US"/>
              <a:t>Name</a:t>
            </a:r>
          </a:p>
        </p:txBody>
      </p:sp>
      <p:sp>
        <p:nvSpPr>
          <p:cNvPr id="50" name="Text Placeholder 39">
            <a:extLst>
              <a:ext uri="{FF2B5EF4-FFF2-40B4-BE49-F238E27FC236}">
                <a16:creationId xmlns:a16="http://schemas.microsoft.com/office/drawing/2014/main" id="{7B511BF1-3697-426A-B69F-372C0D423DA3}"/>
              </a:ext>
            </a:extLst>
          </p:cNvPr>
          <p:cNvSpPr>
            <a:spLocks noGrp="1"/>
          </p:cNvSpPr>
          <p:nvPr>
            <p:ph type="body" sz="quarter" idx="24" hasCustomPrompt="1"/>
          </p:nvPr>
        </p:nvSpPr>
        <p:spPr>
          <a:xfrm>
            <a:off x="9057247" y="3956114"/>
            <a:ext cx="2075688" cy="274320"/>
          </a:xfrm>
          <a:prstGeom prst="rect">
            <a:avLst/>
          </a:prstGeom>
        </p:spPr>
        <p:txBody>
          <a:bodyPr anchor="ctr"/>
          <a:lstStyle>
            <a:lvl1pPr marL="0" indent="0" algn="ctr">
              <a:buFont typeface="Arial" panose="020B0604020202020204" pitchFamily="34" charset="0"/>
              <a:buNone/>
              <a:defRPr lang="en-US" sz="1600" b="0" kern="1200" spc="20" dirty="0">
                <a:solidFill>
                  <a:schemeClr val="tx1"/>
                </a:solidFill>
                <a:latin typeface="+mn-lt"/>
                <a:ea typeface="+mn-ea"/>
                <a:cs typeface="+mn-cs"/>
              </a:defRPr>
            </a:lvl1pPr>
          </a:lstStyle>
          <a:p>
            <a:pPr lvl="0"/>
            <a:r>
              <a:rPr lang="en-US"/>
              <a:t>Title</a:t>
            </a:r>
          </a:p>
        </p:txBody>
      </p:sp>
    </p:spTree>
    <p:extLst>
      <p:ext uri="{BB962C8B-B14F-4D97-AF65-F5344CB8AC3E}">
        <p14:creationId xmlns:p14="http://schemas.microsoft.com/office/powerpoint/2010/main" val="1730485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bg2"/>
        </a:solidFill>
        <a:effectLst/>
      </p:bgPr>
    </p:bg>
    <p:spTree>
      <p:nvGrpSpPr>
        <p:cNvPr id="1" name=""/>
        <p:cNvGrpSpPr/>
        <p:nvPr/>
      </p:nvGrpSpPr>
      <p:grpSpPr>
        <a:xfrm>
          <a:off x="0" y="0"/>
          <a:ext cx="0" cy="0"/>
          <a:chOff x="0" y="0"/>
          <a:chExt cx="0" cy="0"/>
        </a:xfrm>
      </p:grpSpPr>
      <p:grpSp>
        <p:nvGrpSpPr>
          <p:cNvPr id="4" name="Top left">
            <a:extLst>
              <a:ext uri="{FF2B5EF4-FFF2-40B4-BE49-F238E27FC236}">
                <a16:creationId xmlns:a16="http://schemas.microsoft.com/office/drawing/2014/main" id="{2FFEA91A-0EFC-48F7-B7D5-80A0E1B7623B}"/>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516EB67A-55A4-4D1D-925D-7970028D95E6}"/>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E5E55AEF-DB73-4710-9416-FEB3FD97C15C}"/>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FD2908CE-9399-4B3D-AA3B-9C535EF8B4AD}"/>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8639D73A-BE27-4C16-844B-7258A8A11179}"/>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1A76B215-E0A3-46C3-9D5F-9365987E538A}"/>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C6EC2A41-C8B0-4DAF-963A-25A1129447CA}"/>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BA7290A1-550E-4C14-9692-08A32E701314}"/>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2C1450BD-4122-4D86-ABD1-F26F1194C6E6}"/>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3" name="Bottom Right">
            <a:extLst>
              <a:ext uri="{FF2B5EF4-FFF2-40B4-BE49-F238E27FC236}">
                <a16:creationId xmlns:a16="http://schemas.microsoft.com/office/drawing/2014/main" id="{BE4E36A0-93C4-40C8-8EEF-C463BBC763FF}"/>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4" name="Graphic 157">
              <a:extLst>
                <a:ext uri="{FF2B5EF4-FFF2-40B4-BE49-F238E27FC236}">
                  <a16:creationId xmlns:a16="http://schemas.microsoft.com/office/drawing/2014/main" id="{1CCF8ACD-1787-41D1-B29E-E10FAE033089}"/>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6" name="Freeform: Shape 15">
                <a:extLst>
                  <a:ext uri="{FF2B5EF4-FFF2-40B4-BE49-F238E27FC236}">
                    <a16:creationId xmlns:a16="http://schemas.microsoft.com/office/drawing/2014/main" id="{C622B3C7-2A88-4657-8DEC-962E52F43F11}"/>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5C36A0C0-7D0D-4D1D-9316-224CF1A823A4}"/>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D8D15477-C8B6-4ADB-BD54-698A9B5915EB}"/>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20A4C13F-5758-4BE4-9925-C6E35301C4B7}"/>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C9A29BFA-3801-4847-A1E1-87A32423B402}"/>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0C42F85-0FBE-48C0-A629-8BC17C93C2FB}"/>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2E443C38-4EE5-4E5F-ADF6-66502151DB3F}"/>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5" name="Freeform: Shape 14">
              <a:extLst>
                <a:ext uri="{FF2B5EF4-FFF2-40B4-BE49-F238E27FC236}">
                  <a16:creationId xmlns:a16="http://schemas.microsoft.com/office/drawing/2014/main" id="{F754DE6C-441A-4CEF-B2BF-E2755FD916C1}"/>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3" name="Title 1">
            <a:extLst>
              <a:ext uri="{FF2B5EF4-FFF2-40B4-BE49-F238E27FC236}">
                <a16:creationId xmlns:a16="http://schemas.microsoft.com/office/drawing/2014/main" id="{4E5B71B3-BF16-460A-B638-D1A604335869}"/>
              </a:ext>
            </a:extLst>
          </p:cNvPr>
          <p:cNvSpPr>
            <a:spLocks noGrp="1"/>
          </p:cNvSpPr>
          <p:nvPr>
            <p:ph type="title"/>
          </p:nvPr>
        </p:nvSpPr>
        <p:spPr>
          <a:xfrm>
            <a:off x="1198181" y="4625685"/>
            <a:ext cx="9988166" cy="1495403"/>
          </a:xfrm>
          <a:prstGeom prst="rect">
            <a:avLst/>
          </a:prstGeom>
        </p:spPr>
        <p:txBody>
          <a:bodyPr anchor="ctr"/>
          <a:lstStyle/>
          <a:p>
            <a:pPr>
              <a:lnSpc>
                <a:spcPct val="100000"/>
              </a:lnSpc>
            </a:pPr>
            <a:endParaRPr lang="en-US"/>
          </a:p>
        </p:txBody>
      </p:sp>
      <p:sp>
        <p:nvSpPr>
          <p:cNvPr id="24" name="Date Placeholder 8">
            <a:extLst>
              <a:ext uri="{FF2B5EF4-FFF2-40B4-BE49-F238E27FC236}">
                <a16:creationId xmlns:a16="http://schemas.microsoft.com/office/drawing/2014/main" id="{9571135A-2E5D-477D-B14A-2B9AA4555399}"/>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5" name="Footer Placeholder 9">
            <a:extLst>
              <a:ext uri="{FF2B5EF4-FFF2-40B4-BE49-F238E27FC236}">
                <a16:creationId xmlns:a16="http://schemas.microsoft.com/office/drawing/2014/main" id="{13453AD8-C108-4346-9519-C496F8B0E217}"/>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26" name="Slide Number Placeholder 10">
            <a:extLst>
              <a:ext uri="{FF2B5EF4-FFF2-40B4-BE49-F238E27FC236}">
                <a16:creationId xmlns:a16="http://schemas.microsoft.com/office/drawing/2014/main" id="{EBB5DBC4-2BAD-41DC-AFCC-11E01A842887}"/>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3" name="Content Placeholder 2">
            <a:extLst>
              <a:ext uri="{FF2B5EF4-FFF2-40B4-BE49-F238E27FC236}">
                <a16:creationId xmlns:a16="http://schemas.microsoft.com/office/drawing/2014/main" id="{0277A857-1402-4ABB-A7CC-9467704990C1}"/>
              </a:ext>
            </a:extLst>
          </p:cNvPr>
          <p:cNvSpPr>
            <a:spLocks noGrp="1"/>
          </p:cNvSpPr>
          <p:nvPr>
            <p:ph sz="quarter" idx="13"/>
          </p:nvPr>
        </p:nvSpPr>
        <p:spPr>
          <a:xfrm>
            <a:off x="641350" y="501650"/>
            <a:ext cx="10909300" cy="4349750"/>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02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2"/>
        </a:solidFill>
        <a:effectLst/>
      </p:bgPr>
    </p:bg>
    <p:spTree>
      <p:nvGrpSpPr>
        <p:cNvPr id="1" name=""/>
        <p:cNvGrpSpPr/>
        <p:nvPr/>
      </p:nvGrpSpPr>
      <p:grpSpPr>
        <a:xfrm>
          <a:off x="0" y="0"/>
          <a:ext cx="0" cy="0"/>
          <a:chOff x="0" y="0"/>
          <a:chExt cx="0" cy="0"/>
        </a:xfrm>
      </p:grpSpPr>
      <p:grpSp>
        <p:nvGrpSpPr>
          <p:cNvPr id="4" name="Top Left">
            <a:extLst>
              <a:ext uri="{FF2B5EF4-FFF2-40B4-BE49-F238E27FC236}">
                <a16:creationId xmlns:a16="http://schemas.microsoft.com/office/drawing/2014/main" id="{BBD4F959-5EA4-4F76-B85B-21D723B3B3A7}"/>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5" name="Freeform: Shape 4">
              <a:extLst>
                <a:ext uri="{FF2B5EF4-FFF2-40B4-BE49-F238E27FC236}">
                  <a16:creationId xmlns:a16="http://schemas.microsoft.com/office/drawing/2014/main" id="{FEA59C57-9D10-43F2-A117-CF056B0EE083}"/>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15FBE050-1863-42EC-8923-851534803290}"/>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7" name="Freeform: Shape 6">
              <a:extLst>
                <a:ext uri="{FF2B5EF4-FFF2-40B4-BE49-F238E27FC236}">
                  <a16:creationId xmlns:a16="http://schemas.microsoft.com/office/drawing/2014/main" id="{53B1833D-57B2-41AD-9621-7D5A33B79274}"/>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8" name="Freeform: Shape 7">
              <a:extLst>
                <a:ext uri="{FF2B5EF4-FFF2-40B4-BE49-F238E27FC236}">
                  <a16:creationId xmlns:a16="http://schemas.microsoft.com/office/drawing/2014/main" id="{D76CF914-CBD8-4950-AC92-B6D0618B9537}"/>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9" name="Freeform: Shape 8">
              <a:extLst>
                <a:ext uri="{FF2B5EF4-FFF2-40B4-BE49-F238E27FC236}">
                  <a16:creationId xmlns:a16="http://schemas.microsoft.com/office/drawing/2014/main" id="{9C115E25-746D-4185-9005-7A0A71516E6A}"/>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0" name="Freeform: Shape 9">
              <a:extLst>
                <a:ext uri="{FF2B5EF4-FFF2-40B4-BE49-F238E27FC236}">
                  <a16:creationId xmlns:a16="http://schemas.microsoft.com/office/drawing/2014/main" id="{43669368-7C2F-4AAB-8948-A821629A7F57}"/>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11" name="Freeform: Shape 10">
              <a:extLst>
                <a:ext uri="{FF2B5EF4-FFF2-40B4-BE49-F238E27FC236}">
                  <a16:creationId xmlns:a16="http://schemas.microsoft.com/office/drawing/2014/main" id="{0CA60BEC-2BDB-42C0-8A61-4653057BEE3C}"/>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2" name="Freeform: Shape 11">
              <a:extLst>
                <a:ext uri="{FF2B5EF4-FFF2-40B4-BE49-F238E27FC236}">
                  <a16:creationId xmlns:a16="http://schemas.microsoft.com/office/drawing/2014/main" id="{4C734BC0-49E3-41A4-AB17-D87FF2D36F92}"/>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13" name="Title 1">
            <a:extLst>
              <a:ext uri="{FF2B5EF4-FFF2-40B4-BE49-F238E27FC236}">
                <a16:creationId xmlns:a16="http://schemas.microsoft.com/office/drawing/2014/main" id="{82113BB3-DE71-4C25-A6D0-241EC8A2B699}"/>
              </a:ext>
            </a:extLst>
          </p:cNvPr>
          <p:cNvSpPr>
            <a:spLocks noGrp="1"/>
          </p:cNvSpPr>
          <p:nvPr>
            <p:ph type="title"/>
          </p:nvPr>
        </p:nvSpPr>
        <p:spPr>
          <a:xfrm>
            <a:off x="1198182" y="559814"/>
            <a:ext cx="9795636" cy="1335662"/>
          </a:xfrm>
          <a:prstGeom prst="rect">
            <a:avLst/>
          </a:prstGeom>
        </p:spPr>
        <p:txBody>
          <a:bodyPr/>
          <a:lstStyle>
            <a:lvl1pPr algn="ctr">
              <a:defRPr/>
            </a:lvl1pPr>
          </a:lstStyle>
          <a:p>
            <a:pPr>
              <a:lnSpc>
                <a:spcPct val="100000"/>
              </a:lnSpc>
            </a:pPr>
            <a:endParaRPr lang="en-US"/>
          </a:p>
        </p:txBody>
      </p:sp>
      <p:sp>
        <p:nvSpPr>
          <p:cNvPr id="31" name="Text Placeholder 30">
            <a:extLst>
              <a:ext uri="{FF2B5EF4-FFF2-40B4-BE49-F238E27FC236}">
                <a16:creationId xmlns:a16="http://schemas.microsoft.com/office/drawing/2014/main" id="{DD0D7D96-3677-493A-BA3B-CCC0ACA7D505}"/>
              </a:ext>
            </a:extLst>
          </p:cNvPr>
          <p:cNvSpPr>
            <a:spLocks noGrp="1"/>
          </p:cNvSpPr>
          <p:nvPr>
            <p:ph type="body" sz="quarter" idx="13" hasCustomPrompt="1"/>
          </p:nvPr>
        </p:nvSpPr>
        <p:spPr>
          <a:xfrm>
            <a:off x="1195388" y="2107496"/>
            <a:ext cx="4756714"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14" name="Content Placeholder 2">
            <a:extLst>
              <a:ext uri="{FF2B5EF4-FFF2-40B4-BE49-F238E27FC236}">
                <a16:creationId xmlns:a16="http://schemas.microsoft.com/office/drawing/2014/main" id="{0C164B7E-5CDD-4C49-94D6-CBB9803DD173}"/>
              </a:ext>
            </a:extLst>
          </p:cNvPr>
          <p:cNvSpPr>
            <a:spLocks noGrp="1"/>
          </p:cNvSpPr>
          <p:nvPr>
            <p:ph idx="1"/>
          </p:nvPr>
        </p:nvSpPr>
        <p:spPr>
          <a:xfrm>
            <a:off x="1195281" y="2717782"/>
            <a:ext cx="4745568" cy="3365605"/>
          </a:xfrm>
          <a:prstGeom prst="rect">
            <a:avLst/>
          </a:prstGeom>
        </p:spPr>
        <p:txBody>
          <a:bodyPr>
            <a:normAutofit/>
          </a:bodyPr>
          <a:lstStyle>
            <a:lvl1pPr>
              <a:lnSpc>
                <a:spcPct val="100000"/>
              </a:lnSpc>
              <a:defRPr sz="1800"/>
            </a:lvl1pPr>
          </a:lstStyle>
          <a:p>
            <a:pPr>
              <a:lnSpc>
                <a:spcPct val="110000"/>
              </a:lnSpc>
            </a:pPr>
            <a:endParaRPr lang="en-US" sz="1800"/>
          </a:p>
        </p:txBody>
      </p:sp>
      <p:grpSp>
        <p:nvGrpSpPr>
          <p:cNvPr id="17" name="Bottom Right">
            <a:extLst>
              <a:ext uri="{FF2B5EF4-FFF2-40B4-BE49-F238E27FC236}">
                <a16:creationId xmlns:a16="http://schemas.microsoft.com/office/drawing/2014/main" id="{FDEE985A-E675-4CC8-AB6B-94F735668B73}"/>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sp>
          <p:nvSpPr>
            <p:cNvPr id="18" name="Freeform: Shape 17">
              <a:extLst>
                <a:ext uri="{FF2B5EF4-FFF2-40B4-BE49-F238E27FC236}">
                  <a16:creationId xmlns:a16="http://schemas.microsoft.com/office/drawing/2014/main" id="{7FC5E817-3F3A-422C-88A5-0EDF0234DCA8}"/>
                </a:ext>
                <a:ext uri="{C183D7F6-B498-43B3-948B-1728B52AA6E4}">
                  <adec:decorative xmlns:adec="http://schemas.microsoft.com/office/drawing/2017/decorative" val="1"/>
                </a:ext>
              </a:extLst>
            </p:cNvPr>
            <p:cNvSpPr/>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19" name="Graphic 157">
              <a:extLst>
                <a:ext uri="{FF2B5EF4-FFF2-40B4-BE49-F238E27FC236}">
                  <a16:creationId xmlns:a16="http://schemas.microsoft.com/office/drawing/2014/main" id="{121B83E4-00E3-40BA-9880-8A0D84CD3BE7}"/>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21" name="Freeform: Shape 20">
                <a:extLst>
                  <a:ext uri="{FF2B5EF4-FFF2-40B4-BE49-F238E27FC236}">
                    <a16:creationId xmlns:a16="http://schemas.microsoft.com/office/drawing/2014/main" id="{DB568EA9-E3D2-4FE2-A215-56181CD8DC0D}"/>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286325F6-B50A-451C-9242-76F44D08BCD0}"/>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0BD3EC36-E2A2-4E31-9B9A-DB99BCB1FFCD}"/>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2B0C0B52-C62D-4870-95FC-E72200874998}"/>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EA1BC770-E7E8-4B4C-9E44-AF28FF3478C6}"/>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2DFC082B-D4DC-4554-BD0D-A01C683AD833}"/>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ECEA946C-6AE4-4E0A-9096-BA3FFF9956E8}"/>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0" name="Freeform: Shape 19">
              <a:extLst>
                <a:ext uri="{FF2B5EF4-FFF2-40B4-BE49-F238E27FC236}">
                  <a16:creationId xmlns:a16="http://schemas.microsoft.com/office/drawing/2014/main" id="{EC0D7998-F951-4D21-85A4-F7F808621994}"/>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Text Placeholder 30">
            <a:extLst>
              <a:ext uri="{FF2B5EF4-FFF2-40B4-BE49-F238E27FC236}">
                <a16:creationId xmlns:a16="http://schemas.microsoft.com/office/drawing/2014/main" id="{9B5560C7-50D0-4CC5-AD89-48007BB98B11}"/>
              </a:ext>
            </a:extLst>
          </p:cNvPr>
          <p:cNvSpPr>
            <a:spLocks noGrp="1"/>
          </p:cNvSpPr>
          <p:nvPr>
            <p:ph type="body" sz="quarter" idx="15" hasCustomPrompt="1"/>
          </p:nvPr>
        </p:nvSpPr>
        <p:spPr>
          <a:xfrm>
            <a:off x="6243612" y="2107388"/>
            <a:ext cx="4756714"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35" name="Content Placeholder 2">
            <a:extLst>
              <a:ext uri="{FF2B5EF4-FFF2-40B4-BE49-F238E27FC236}">
                <a16:creationId xmlns:a16="http://schemas.microsoft.com/office/drawing/2014/main" id="{18AD3389-AD6B-43DD-A8D3-747CC5638441}"/>
              </a:ext>
            </a:extLst>
          </p:cNvPr>
          <p:cNvSpPr>
            <a:spLocks noGrp="1"/>
          </p:cNvSpPr>
          <p:nvPr>
            <p:ph idx="14"/>
          </p:nvPr>
        </p:nvSpPr>
        <p:spPr>
          <a:xfrm>
            <a:off x="6243505" y="2717674"/>
            <a:ext cx="4745568" cy="3365605"/>
          </a:xfrm>
          <a:prstGeom prst="rect">
            <a:avLst/>
          </a:prstGeom>
        </p:spPr>
        <p:txBody>
          <a:bodyPr>
            <a:normAutofit/>
          </a:bodyPr>
          <a:lstStyle>
            <a:lvl1pPr>
              <a:lnSpc>
                <a:spcPct val="100000"/>
              </a:lnSpc>
              <a:defRPr sz="1800"/>
            </a:lvl1pPr>
          </a:lstStyle>
          <a:p>
            <a:pPr>
              <a:lnSpc>
                <a:spcPct val="110000"/>
              </a:lnSpc>
            </a:pPr>
            <a:endParaRPr lang="en-US" sz="1800"/>
          </a:p>
        </p:txBody>
      </p:sp>
      <p:sp>
        <p:nvSpPr>
          <p:cNvPr id="32" name="Date Placeholder 8">
            <a:extLst>
              <a:ext uri="{FF2B5EF4-FFF2-40B4-BE49-F238E27FC236}">
                <a16:creationId xmlns:a16="http://schemas.microsoft.com/office/drawing/2014/main" id="{20D0392A-9FDF-463E-8831-4E691425672A}"/>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33" name="Footer Placeholder 9">
            <a:extLst>
              <a:ext uri="{FF2B5EF4-FFF2-40B4-BE49-F238E27FC236}">
                <a16:creationId xmlns:a16="http://schemas.microsoft.com/office/drawing/2014/main" id="{1DDEDA5B-5F9E-4C6B-A89B-05B29AF7AB9C}"/>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34" name="Slide Number Placeholder 10">
            <a:extLst>
              <a:ext uri="{FF2B5EF4-FFF2-40B4-BE49-F238E27FC236}">
                <a16:creationId xmlns:a16="http://schemas.microsoft.com/office/drawing/2014/main" id="{C8ED2EA9-7B76-428A-B33B-166EFA2452C0}"/>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3587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bg2"/>
        </a:solidFill>
        <a:effectLst/>
      </p:bgPr>
    </p:bg>
    <p:spTree>
      <p:nvGrpSpPr>
        <p:cNvPr id="1" name=""/>
        <p:cNvGrpSpPr/>
        <p:nvPr/>
      </p:nvGrpSpPr>
      <p:grpSpPr>
        <a:xfrm>
          <a:off x="0" y="0"/>
          <a:ext cx="0" cy="0"/>
          <a:chOff x="0" y="0"/>
          <a:chExt cx="0" cy="0"/>
        </a:xfrm>
      </p:grpSpPr>
      <p:grpSp>
        <p:nvGrpSpPr>
          <p:cNvPr id="2" name="Top Left">
            <a:extLst>
              <a:ext uri="{FF2B5EF4-FFF2-40B4-BE49-F238E27FC236}">
                <a16:creationId xmlns:a16="http://schemas.microsoft.com/office/drawing/2014/main" id="{F814A4FB-5C5F-4FBA-8692-F2853E8F3042}"/>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3" name="Freeform: Shape 2">
              <a:extLst>
                <a:ext uri="{FF2B5EF4-FFF2-40B4-BE49-F238E27FC236}">
                  <a16:creationId xmlns:a16="http://schemas.microsoft.com/office/drawing/2014/main" id="{4980A145-1B2A-495B-BB8D-3217B4432882}"/>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 name="Freeform: Shape 3">
              <a:extLst>
                <a:ext uri="{FF2B5EF4-FFF2-40B4-BE49-F238E27FC236}">
                  <a16:creationId xmlns:a16="http://schemas.microsoft.com/office/drawing/2014/main" id="{0984DC62-D617-4E12-A239-CDDF4B6B262E}"/>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 name="Freeform: Shape 4">
              <a:extLst>
                <a:ext uri="{FF2B5EF4-FFF2-40B4-BE49-F238E27FC236}">
                  <a16:creationId xmlns:a16="http://schemas.microsoft.com/office/drawing/2014/main" id="{F8A564AC-EDDB-4E4E-BDB1-E48BAD8588ED}"/>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6" name="Freeform: Shape 5">
              <a:extLst>
                <a:ext uri="{FF2B5EF4-FFF2-40B4-BE49-F238E27FC236}">
                  <a16:creationId xmlns:a16="http://schemas.microsoft.com/office/drawing/2014/main" id="{49464CE0-3907-4E76-AFE6-DE1A516EDF34}"/>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7" name="Freeform: Shape 6">
              <a:extLst>
                <a:ext uri="{FF2B5EF4-FFF2-40B4-BE49-F238E27FC236}">
                  <a16:creationId xmlns:a16="http://schemas.microsoft.com/office/drawing/2014/main" id="{9B3B21B9-2870-497E-829A-0CC4F700846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8" name="Freeform: Shape 7">
              <a:extLst>
                <a:ext uri="{FF2B5EF4-FFF2-40B4-BE49-F238E27FC236}">
                  <a16:creationId xmlns:a16="http://schemas.microsoft.com/office/drawing/2014/main" id="{909A199D-FF1B-459F-930B-A6D196E86E30}"/>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9" name="Freeform: Shape 8">
              <a:extLst>
                <a:ext uri="{FF2B5EF4-FFF2-40B4-BE49-F238E27FC236}">
                  <a16:creationId xmlns:a16="http://schemas.microsoft.com/office/drawing/2014/main" id="{47E0149D-5979-466E-A1C2-993EA08A6504}"/>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0" name="Freeform: Shape 9">
              <a:extLst>
                <a:ext uri="{FF2B5EF4-FFF2-40B4-BE49-F238E27FC236}">
                  <a16:creationId xmlns:a16="http://schemas.microsoft.com/office/drawing/2014/main" id="{41FDA39F-7BD7-4DDD-9428-51E38CD97ED1}"/>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11" name="Title 1">
            <a:extLst>
              <a:ext uri="{FF2B5EF4-FFF2-40B4-BE49-F238E27FC236}">
                <a16:creationId xmlns:a16="http://schemas.microsoft.com/office/drawing/2014/main" id="{EB1A75F4-7B0E-4667-A4CC-A89FC6C5DDD6}"/>
              </a:ext>
            </a:extLst>
          </p:cNvPr>
          <p:cNvSpPr>
            <a:spLocks noGrp="1"/>
          </p:cNvSpPr>
          <p:nvPr>
            <p:ph type="title"/>
          </p:nvPr>
        </p:nvSpPr>
        <p:spPr>
          <a:xfrm>
            <a:off x="1198182" y="559814"/>
            <a:ext cx="9795636" cy="1335662"/>
          </a:xfrm>
          <a:prstGeom prst="rect">
            <a:avLst/>
          </a:prstGeom>
        </p:spPr>
        <p:txBody>
          <a:bodyPr/>
          <a:lstStyle>
            <a:lvl1pPr algn="ctr">
              <a:defRPr/>
            </a:lvl1pPr>
          </a:lstStyle>
          <a:p>
            <a:pPr>
              <a:lnSpc>
                <a:spcPct val="100000"/>
              </a:lnSpc>
            </a:pPr>
            <a:endParaRPr lang="en-US"/>
          </a:p>
        </p:txBody>
      </p:sp>
      <p:sp>
        <p:nvSpPr>
          <p:cNvPr id="24" name="Text Placeholder 30">
            <a:extLst>
              <a:ext uri="{FF2B5EF4-FFF2-40B4-BE49-F238E27FC236}">
                <a16:creationId xmlns:a16="http://schemas.microsoft.com/office/drawing/2014/main" id="{BD1F0F39-9F6D-4B25-8117-CC1868D8FD93}"/>
              </a:ext>
            </a:extLst>
          </p:cNvPr>
          <p:cNvSpPr>
            <a:spLocks noGrp="1"/>
          </p:cNvSpPr>
          <p:nvPr>
            <p:ph type="body" sz="quarter" idx="13" hasCustomPrompt="1"/>
          </p:nvPr>
        </p:nvSpPr>
        <p:spPr>
          <a:xfrm>
            <a:off x="842044" y="2107496"/>
            <a:ext cx="3327366"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12" name="Content Placeholder 2">
            <a:extLst>
              <a:ext uri="{FF2B5EF4-FFF2-40B4-BE49-F238E27FC236}">
                <a16:creationId xmlns:a16="http://schemas.microsoft.com/office/drawing/2014/main" id="{4F61A9F3-10B2-440F-8037-9098D468B838}"/>
              </a:ext>
            </a:extLst>
          </p:cNvPr>
          <p:cNvSpPr>
            <a:spLocks noGrp="1"/>
          </p:cNvSpPr>
          <p:nvPr>
            <p:ph idx="1"/>
          </p:nvPr>
        </p:nvSpPr>
        <p:spPr>
          <a:xfrm>
            <a:off x="841937" y="2717782"/>
            <a:ext cx="3319569" cy="3365605"/>
          </a:xfrm>
          <a:prstGeom prst="rect">
            <a:avLst/>
          </a:prstGeom>
        </p:spPr>
        <p:txBody>
          <a:bodyPr>
            <a:normAutofit/>
          </a:bodyPr>
          <a:lstStyle>
            <a:lvl1pPr>
              <a:lnSpc>
                <a:spcPct val="100000"/>
              </a:lnSpc>
              <a:defRPr sz="1800"/>
            </a:lvl1pPr>
          </a:lstStyle>
          <a:p>
            <a:pPr>
              <a:lnSpc>
                <a:spcPct val="110000"/>
              </a:lnSpc>
            </a:pPr>
            <a:endParaRPr lang="en-US" sz="1800"/>
          </a:p>
        </p:txBody>
      </p:sp>
      <p:grpSp>
        <p:nvGrpSpPr>
          <p:cNvPr id="13" name="Bottom Right">
            <a:extLst>
              <a:ext uri="{FF2B5EF4-FFF2-40B4-BE49-F238E27FC236}">
                <a16:creationId xmlns:a16="http://schemas.microsoft.com/office/drawing/2014/main" id="{42796FA7-0B8D-4A6A-B372-11F871284261}"/>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sp>
          <p:nvSpPr>
            <p:cNvPr id="14" name="Freeform: Shape 13">
              <a:extLst>
                <a:ext uri="{FF2B5EF4-FFF2-40B4-BE49-F238E27FC236}">
                  <a16:creationId xmlns:a16="http://schemas.microsoft.com/office/drawing/2014/main" id="{4E9DEDEF-994C-4A05-BAA2-67F5BD83498A}"/>
                </a:ext>
                <a:ext uri="{C183D7F6-B498-43B3-948B-1728B52AA6E4}">
                  <adec:decorative xmlns:adec="http://schemas.microsoft.com/office/drawing/2017/decorative" val="1"/>
                </a:ext>
              </a:extLst>
            </p:cNvPr>
            <p:cNvSpPr/>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15" name="Graphic 157">
              <a:extLst>
                <a:ext uri="{FF2B5EF4-FFF2-40B4-BE49-F238E27FC236}">
                  <a16:creationId xmlns:a16="http://schemas.microsoft.com/office/drawing/2014/main" id="{BB94129B-E855-47D6-9855-B7BBA9196577}"/>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17" name="Freeform: Shape 16">
                <a:extLst>
                  <a:ext uri="{FF2B5EF4-FFF2-40B4-BE49-F238E27FC236}">
                    <a16:creationId xmlns:a16="http://schemas.microsoft.com/office/drawing/2014/main" id="{F51AB20C-DF56-47C5-896F-0DB80D03FDC8}"/>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CFDCBD64-0658-4106-89B1-85886D501AF4}"/>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B4A46042-D02F-49E2-94BE-4343D185C109}"/>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3BB3FF94-2A73-4E66-B0F7-52680ACEE507}"/>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F248489-3035-4F9D-B606-06A95BB4E166}"/>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0689AA6E-4D9C-4F1F-8400-646DBC1DEB4D}"/>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4D905AEC-08D4-41F2-AD1B-63851B364937}"/>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6" name="Freeform: Shape 15">
              <a:extLst>
                <a:ext uri="{FF2B5EF4-FFF2-40B4-BE49-F238E27FC236}">
                  <a16:creationId xmlns:a16="http://schemas.microsoft.com/office/drawing/2014/main" id="{F599A04F-CD3E-4093-A4F6-84E34675CF94}"/>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3" name="Text Placeholder 30">
            <a:extLst>
              <a:ext uri="{FF2B5EF4-FFF2-40B4-BE49-F238E27FC236}">
                <a16:creationId xmlns:a16="http://schemas.microsoft.com/office/drawing/2014/main" id="{CAD7B113-A329-4BA2-AFE9-605C0245BE80}"/>
              </a:ext>
            </a:extLst>
          </p:cNvPr>
          <p:cNvSpPr>
            <a:spLocks noGrp="1"/>
          </p:cNvSpPr>
          <p:nvPr>
            <p:ph type="body" sz="quarter" idx="17" hasCustomPrompt="1"/>
          </p:nvPr>
        </p:nvSpPr>
        <p:spPr>
          <a:xfrm>
            <a:off x="4423061" y="2107496"/>
            <a:ext cx="3327366"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32" name="Content Placeholder 2">
            <a:extLst>
              <a:ext uri="{FF2B5EF4-FFF2-40B4-BE49-F238E27FC236}">
                <a16:creationId xmlns:a16="http://schemas.microsoft.com/office/drawing/2014/main" id="{8D6DC0D7-6E45-4762-A081-2A9D1DF03B9B}"/>
              </a:ext>
            </a:extLst>
          </p:cNvPr>
          <p:cNvSpPr>
            <a:spLocks noGrp="1"/>
          </p:cNvSpPr>
          <p:nvPr>
            <p:ph idx="16"/>
          </p:nvPr>
        </p:nvSpPr>
        <p:spPr>
          <a:xfrm>
            <a:off x="4422954" y="2717782"/>
            <a:ext cx="3319569" cy="3365605"/>
          </a:xfrm>
          <a:prstGeom prst="rect">
            <a:avLst/>
          </a:prstGeom>
        </p:spPr>
        <p:txBody>
          <a:bodyPr>
            <a:normAutofit/>
          </a:bodyPr>
          <a:lstStyle>
            <a:lvl1pPr>
              <a:lnSpc>
                <a:spcPct val="100000"/>
              </a:lnSpc>
              <a:defRPr sz="1800"/>
            </a:lvl1pPr>
          </a:lstStyle>
          <a:p>
            <a:pPr>
              <a:lnSpc>
                <a:spcPct val="110000"/>
              </a:lnSpc>
            </a:pPr>
            <a:endParaRPr lang="en-US" sz="1800"/>
          </a:p>
        </p:txBody>
      </p:sp>
      <p:sp>
        <p:nvSpPr>
          <p:cNvPr id="31" name="Text Placeholder 30">
            <a:extLst>
              <a:ext uri="{FF2B5EF4-FFF2-40B4-BE49-F238E27FC236}">
                <a16:creationId xmlns:a16="http://schemas.microsoft.com/office/drawing/2014/main" id="{52827B4A-2F73-4A8C-9EB2-DE175123E916}"/>
              </a:ext>
            </a:extLst>
          </p:cNvPr>
          <p:cNvSpPr>
            <a:spLocks noGrp="1"/>
          </p:cNvSpPr>
          <p:nvPr>
            <p:ph type="body" sz="quarter" idx="15" hasCustomPrompt="1"/>
          </p:nvPr>
        </p:nvSpPr>
        <p:spPr>
          <a:xfrm>
            <a:off x="8016137" y="2107496"/>
            <a:ext cx="3327366"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30" name="Content Placeholder 2">
            <a:extLst>
              <a:ext uri="{FF2B5EF4-FFF2-40B4-BE49-F238E27FC236}">
                <a16:creationId xmlns:a16="http://schemas.microsoft.com/office/drawing/2014/main" id="{5274DFA3-F7E2-4525-B0FD-F36F75AC670C}"/>
              </a:ext>
            </a:extLst>
          </p:cNvPr>
          <p:cNvSpPr>
            <a:spLocks noGrp="1"/>
          </p:cNvSpPr>
          <p:nvPr>
            <p:ph idx="14"/>
          </p:nvPr>
        </p:nvSpPr>
        <p:spPr>
          <a:xfrm>
            <a:off x="8016030" y="2717782"/>
            <a:ext cx="3319569" cy="3365605"/>
          </a:xfrm>
          <a:prstGeom prst="rect">
            <a:avLst/>
          </a:prstGeom>
        </p:spPr>
        <p:txBody>
          <a:bodyPr>
            <a:normAutofit/>
          </a:bodyPr>
          <a:lstStyle>
            <a:lvl1pPr>
              <a:lnSpc>
                <a:spcPct val="100000"/>
              </a:lnSpc>
              <a:defRPr sz="1800"/>
            </a:lvl1pPr>
          </a:lstStyle>
          <a:p>
            <a:pPr>
              <a:lnSpc>
                <a:spcPct val="110000"/>
              </a:lnSpc>
            </a:pPr>
            <a:endParaRPr lang="en-US" sz="1800"/>
          </a:p>
        </p:txBody>
      </p:sp>
      <p:sp>
        <p:nvSpPr>
          <p:cNvPr id="25" name="Date Placeholder 8">
            <a:extLst>
              <a:ext uri="{FF2B5EF4-FFF2-40B4-BE49-F238E27FC236}">
                <a16:creationId xmlns:a16="http://schemas.microsoft.com/office/drawing/2014/main" id="{D7DADA0B-95F3-437B-BB04-284E5066D32A}"/>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6" name="Footer Placeholder 9">
            <a:extLst>
              <a:ext uri="{FF2B5EF4-FFF2-40B4-BE49-F238E27FC236}">
                <a16:creationId xmlns:a16="http://schemas.microsoft.com/office/drawing/2014/main" id="{79EB3AB4-7EA2-4CAC-A6BD-9D885C89758B}"/>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27" name="Slide Number Placeholder 10">
            <a:extLst>
              <a:ext uri="{FF2B5EF4-FFF2-40B4-BE49-F238E27FC236}">
                <a16:creationId xmlns:a16="http://schemas.microsoft.com/office/drawing/2014/main" id="{5F4C612D-28B2-4621-BF60-4C517747AD56}"/>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097955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ummary">
    <p:bg>
      <p:bgPr>
        <a:solidFill>
          <a:schemeClr val="bg2"/>
        </a:solidFill>
        <a:effectLst/>
      </p:bgPr>
    </p:bg>
    <p:spTree>
      <p:nvGrpSpPr>
        <p:cNvPr id="1" name=""/>
        <p:cNvGrpSpPr/>
        <p:nvPr/>
      </p:nvGrpSpPr>
      <p:grpSpPr>
        <a:xfrm>
          <a:off x="0" y="0"/>
          <a:ext cx="0" cy="0"/>
          <a:chOff x="0" y="0"/>
          <a:chExt cx="0" cy="0"/>
        </a:xfrm>
      </p:grpSpPr>
      <p:grpSp>
        <p:nvGrpSpPr>
          <p:cNvPr id="17" name="Bottom Right">
            <a:extLst>
              <a:ext uri="{FF2B5EF4-FFF2-40B4-BE49-F238E27FC236}">
                <a16:creationId xmlns:a16="http://schemas.microsoft.com/office/drawing/2014/main" id="{87D6C0D7-A737-43ED-826C-2CA4342FDC1F}"/>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sp>
          <p:nvSpPr>
            <p:cNvPr id="18" name="Freeform: Shape 17">
              <a:extLst>
                <a:ext uri="{FF2B5EF4-FFF2-40B4-BE49-F238E27FC236}">
                  <a16:creationId xmlns:a16="http://schemas.microsoft.com/office/drawing/2014/main" id="{CCA11D72-A324-4CBE-81EF-0749941030E0}"/>
                </a:ext>
                <a:ext uri="{C183D7F6-B498-43B3-948B-1728B52AA6E4}">
                  <adec:decorative xmlns:adec="http://schemas.microsoft.com/office/drawing/2017/decorative" val="1"/>
                </a:ext>
              </a:extLst>
            </p:cNvPr>
            <p:cNvSpPr/>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19" name="Graphic 157">
              <a:extLst>
                <a:ext uri="{FF2B5EF4-FFF2-40B4-BE49-F238E27FC236}">
                  <a16:creationId xmlns:a16="http://schemas.microsoft.com/office/drawing/2014/main" id="{9D281BC3-CDBE-4B5A-BC91-05B7893FA143}"/>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21" name="Freeform: Shape 20">
                <a:extLst>
                  <a:ext uri="{FF2B5EF4-FFF2-40B4-BE49-F238E27FC236}">
                    <a16:creationId xmlns:a16="http://schemas.microsoft.com/office/drawing/2014/main" id="{161F2C16-D16B-4E77-A7C3-F034E339C8E3}"/>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6384EDC3-48C8-4B4E-9475-A04F1DD7E3F6}"/>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2DE50AA-70A1-42B0-9A48-90179EFB9F89}"/>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B45B8FC7-7430-4175-B520-9EBD801FD290}"/>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AB71D997-36EB-47F1-AA27-4D84A7630728}"/>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37933934-0680-4A62-B61F-E3A67308AAD6}"/>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E017FEEF-F8AC-41EC-ABC5-915B19B1AB9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0" name="Freeform: Shape 19">
              <a:extLst>
                <a:ext uri="{FF2B5EF4-FFF2-40B4-BE49-F238E27FC236}">
                  <a16:creationId xmlns:a16="http://schemas.microsoft.com/office/drawing/2014/main" id="{370A86BE-FF1E-4233-818E-C14D21E7BAA4}"/>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7" name="Top Left">
            <a:extLst>
              <a:ext uri="{FF2B5EF4-FFF2-40B4-BE49-F238E27FC236}">
                <a16:creationId xmlns:a16="http://schemas.microsoft.com/office/drawing/2014/main" id="{A64EEEED-5E70-4887-BF25-521AD226CC77}"/>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38" name="Freeform: Shape 37">
              <a:extLst>
                <a:ext uri="{FF2B5EF4-FFF2-40B4-BE49-F238E27FC236}">
                  <a16:creationId xmlns:a16="http://schemas.microsoft.com/office/drawing/2014/main" id="{C91FCFBD-2F49-483C-B742-FF146DCA4FD1}"/>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39" name="Freeform: Shape 38">
              <a:extLst>
                <a:ext uri="{FF2B5EF4-FFF2-40B4-BE49-F238E27FC236}">
                  <a16:creationId xmlns:a16="http://schemas.microsoft.com/office/drawing/2014/main" id="{62F0911B-F120-4420-AA06-AD353E1767EE}"/>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6F9966F6-9C92-4F47-B467-5A8E5ED4787D}"/>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C362B109-529A-404A-884A-8E710062A1A9}"/>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AE9B88E9-C70C-4258-B3BA-A8779F3BE493}"/>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6255D292-A4F0-46F0-9AB1-39848FAB066C}"/>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D52C09E6-F356-45FC-BD84-6DCA0DA0B6D9}"/>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5578C025-F0CB-42E1-9FCA-C1FD0EF38FE3}"/>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46" name="Title 1">
            <a:extLst>
              <a:ext uri="{FF2B5EF4-FFF2-40B4-BE49-F238E27FC236}">
                <a16:creationId xmlns:a16="http://schemas.microsoft.com/office/drawing/2014/main" id="{56035778-0626-4342-AA4C-D8F9F76EE167}"/>
              </a:ext>
            </a:extLst>
          </p:cNvPr>
          <p:cNvSpPr>
            <a:spLocks noGrp="1"/>
          </p:cNvSpPr>
          <p:nvPr>
            <p:ph type="title"/>
          </p:nvPr>
        </p:nvSpPr>
        <p:spPr>
          <a:xfrm>
            <a:off x="1198182" y="559813"/>
            <a:ext cx="4987809" cy="1664573"/>
          </a:xfrm>
          <a:prstGeom prst="rect">
            <a:avLst/>
          </a:prstGeom>
        </p:spPr>
        <p:txBody>
          <a:bodyPr/>
          <a:lstStyle/>
          <a:p>
            <a:pPr>
              <a:lnSpc>
                <a:spcPct val="100000"/>
              </a:lnSpc>
            </a:pPr>
            <a:endParaRPr lang="en-US"/>
          </a:p>
        </p:txBody>
      </p:sp>
      <p:sp>
        <p:nvSpPr>
          <p:cNvPr id="47" name="Content Placeholder 2">
            <a:extLst>
              <a:ext uri="{FF2B5EF4-FFF2-40B4-BE49-F238E27FC236}">
                <a16:creationId xmlns:a16="http://schemas.microsoft.com/office/drawing/2014/main" id="{9698C764-7CE3-448C-B388-39B815517E51}"/>
              </a:ext>
            </a:extLst>
          </p:cNvPr>
          <p:cNvSpPr>
            <a:spLocks noGrp="1"/>
          </p:cNvSpPr>
          <p:nvPr>
            <p:ph idx="1"/>
          </p:nvPr>
        </p:nvSpPr>
        <p:spPr>
          <a:xfrm>
            <a:off x="1185756" y="2384474"/>
            <a:ext cx="4987488" cy="3728613"/>
          </a:xfrm>
          <a:prstGeom prst="rect">
            <a:avLst/>
          </a:prstGeom>
        </p:spPr>
        <p:txBody>
          <a:bodyPr>
            <a:normAutofit/>
          </a:bodyPr>
          <a:lstStyle>
            <a:lvl1pPr marL="0" indent="0">
              <a:lnSpc>
                <a:spcPct val="100000"/>
              </a:lnSpc>
              <a:buNone/>
              <a:defRPr sz="1800"/>
            </a:lvl1pPr>
          </a:lstStyle>
          <a:p>
            <a:pPr>
              <a:lnSpc>
                <a:spcPct val="110000"/>
              </a:lnSpc>
            </a:pPr>
            <a:endParaRPr lang="en-US" sz="1800"/>
          </a:p>
        </p:txBody>
      </p:sp>
      <p:sp>
        <p:nvSpPr>
          <p:cNvPr id="62" name="Picture Placeholder 61">
            <a:extLst>
              <a:ext uri="{FF2B5EF4-FFF2-40B4-BE49-F238E27FC236}">
                <a16:creationId xmlns:a16="http://schemas.microsoft.com/office/drawing/2014/main" id="{75903FF3-B1FC-4719-8686-C6F5099E3605}"/>
              </a:ext>
            </a:extLst>
          </p:cNvPr>
          <p:cNvSpPr>
            <a:spLocks noGrp="1"/>
          </p:cNvSpPr>
          <p:nvPr>
            <p:ph type="pic" sz="quarter" idx="13"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sz="2000"/>
            </a:lvl1pPr>
          </a:lstStyle>
          <a:p>
            <a:r>
              <a:rPr lang="en-US"/>
              <a:t>Insert photo here</a:t>
            </a:r>
          </a:p>
        </p:txBody>
      </p:sp>
      <p:sp>
        <p:nvSpPr>
          <p:cNvPr id="59" name="Date Placeholder 8">
            <a:extLst>
              <a:ext uri="{FF2B5EF4-FFF2-40B4-BE49-F238E27FC236}">
                <a16:creationId xmlns:a16="http://schemas.microsoft.com/office/drawing/2014/main" id="{A82599B9-EBEF-4011-9E38-FC40FF7B0201}"/>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60" name="Footer Placeholder 9">
            <a:extLst>
              <a:ext uri="{FF2B5EF4-FFF2-40B4-BE49-F238E27FC236}">
                <a16:creationId xmlns:a16="http://schemas.microsoft.com/office/drawing/2014/main" id="{851C129C-6681-4E11-B9FE-9F5FFF5436B7}"/>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61" name="Slide Number Placeholder 10">
            <a:extLst>
              <a:ext uri="{FF2B5EF4-FFF2-40B4-BE49-F238E27FC236}">
                <a16:creationId xmlns:a16="http://schemas.microsoft.com/office/drawing/2014/main" id="{DC6D20C1-D99F-47B0-B1F7-EA8101F8CD56}"/>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429027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2"/>
        </a:solidFill>
        <a:effectLst/>
      </p:bgPr>
    </p:bg>
    <p:spTree>
      <p:nvGrpSpPr>
        <p:cNvPr id="1" name=""/>
        <p:cNvGrpSpPr/>
        <p:nvPr/>
      </p:nvGrpSpPr>
      <p:grpSpPr>
        <a:xfrm>
          <a:off x="0" y="0"/>
          <a:ext cx="0" cy="0"/>
          <a:chOff x="0" y="0"/>
          <a:chExt cx="0" cy="0"/>
        </a:xfrm>
      </p:grpSpPr>
      <p:grpSp>
        <p:nvGrpSpPr>
          <p:cNvPr id="28" name="Bottom Right">
            <a:extLst>
              <a:ext uri="{FF2B5EF4-FFF2-40B4-BE49-F238E27FC236}">
                <a16:creationId xmlns:a16="http://schemas.microsoft.com/office/drawing/2014/main" id="{562BD150-E869-44AC-B0E8-35618F795B53}"/>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sp>
          <p:nvSpPr>
            <p:cNvPr id="29" name="Freeform: Shape 28">
              <a:extLst>
                <a:ext uri="{FF2B5EF4-FFF2-40B4-BE49-F238E27FC236}">
                  <a16:creationId xmlns:a16="http://schemas.microsoft.com/office/drawing/2014/main" id="{FF918A15-3E7F-42BB-83AB-473EF76AB0CE}"/>
                </a:ext>
                <a:ext uri="{C183D7F6-B498-43B3-948B-1728B52AA6E4}">
                  <adec:decorative xmlns:adec="http://schemas.microsoft.com/office/drawing/2017/decorative" val="1"/>
                </a:ext>
              </a:extLst>
            </p:cNvPr>
            <p:cNvSpPr/>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30" name="Graphic 157">
              <a:extLst>
                <a:ext uri="{FF2B5EF4-FFF2-40B4-BE49-F238E27FC236}">
                  <a16:creationId xmlns:a16="http://schemas.microsoft.com/office/drawing/2014/main" id="{1AA9D900-7A0C-4788-85E0-9329B727A147}"/>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33" name="Freeform: Shape 32">
                <a:extLst>
                  <a:ext uri="{FF2B5EF4-FFF2-40B4-BE49-F238E27FC236}">
                    <a16:creationId xmlns:a16="http://schemas.microsoft.com/office/drawing/2014/main" id="{839D0A43-40DB-4967-BF0C-05CB54D3DF2C}"/>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F6C7E54F-930C-4B8D-9CE6-DCC37269B132}"/>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A4F6F66D-CC67-443B-9CB5-FFD695ED4518}"/>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6B392295-CB7C-4805-B4B1-AC7531AC270A}"/>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91ADCAAB-0B5C-4495-8D5D-32C87A21407D}"/>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8F02E2A1-7B5F-4C33-98CD-98E24B61EFFB}"/>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7577F4AD-5552-4A2F-A3FA-67834BF96FBE}"/>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31" name="Freeform: Shape 30">
              <a:extLst>
                <a:ext uri="{FF2B5EF4-FFF2-40B4-BE49-F238E27FC236}">
                  <a16:creationId xmlns:a16="http://schemas.microsoft.com/office/drawing/2014/main" id="{C17EE90C-247C-4F8E-9B86-BD7E31F126A3}"/>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2" name="Title 1">
            <a:extLst>
              <a:ext uri="{FF2B5EF4-FFF2-40B4-BE49-F238E27FC236}">
                <a16:creationId xmlns:a16="http://schemas.microsoft.com/office/drawing/2014/main" id="{985E1522-3C37-44A6-81DC-1BF369AF0B54}"/>
              </a:ext>
            </a:extLst>
          </p:cNvPr>
          <p:cNvSpPr>
            <a:spLocks noGrp="1"/>
          </p:cNvSpPr>
          <p:nvPr>
            <p:ph type="ctrTitle"/>
          </p:nvPr>
        </p:nvSpPr>
        <p:spPr>
          <a:xfrm>
            <a:off x="996275" y="4098524"/>
            <a:ext cx="5996628" cy="2226076"/>
          </a:xfrm>
          <a:prstGeom prst="rect">
            <a:avLst/>
          </a:prstGeom>
        </p:spPr>
        <p:txBody>
          <a:bodyPr anchor="ctr">
            <a:normAutofit/>
          </a:bodyPr>
          <a:lstStyle/>
          <a:p>
            <a:pPr algn="l"/>
            <a:endParaRPr lang="en-US" sz="5400">
              <a:cs typeface="Posterama" panose="020B0504020200020000" pitchFamily="34" charset="0"/>
            </a:endParaRPr>
          </a:p>
        </p:txBody>
      </p:sp>
      <p:sp>
        <p:nvSpPr>
          <p:cNvPr id="44" name="Subtitle 2">
            <a:extLst>
              <a:ext uri="{FF2B5EF4-FFF2-40B4-BE49-F238E27FC236}">
                <a16:creationId xmlns:a16="http://schemas.microsoft.com/office/drawing/2014/main" id="{5048357E-69C2-4F32-8C47-3D84340F6190}"/>
              </a:ext>
            </a:extLst>
          </p:cNvPr>
          <p:cNvSpPr>
            <a:spLocks noGrp="1"/>
          </p:cNvSpPr>
          <p:nvPr>
            <p:ph type="subTitle" idx="1"/>
          </p:nvPr>
        </p:nvSpPr>
        <p:spPr>
          <a:xfrm>
            <a:off x="7185430" y="4085112"/>
            <a:ext cx="3997745" cy="2228758"/>
          </a:xfrm>
          <a:prstGeom prst="rect">
            <a:avLst/>
          </a:prstGeom>
        </p:spPr>
        <p:txBody>
          <a:bodyPr anchor="ctr"/>
          <a:lstStyle/>
          <a:p>
            <a:pPr algn="l">
              <a:lnSpc>
                <a:spcPct val="110000"/>
              </a:lnSpc>
            </a:pPr>
            <a:endParaRPr lang="en-US" sz="2200">
              <a:cs typeface="Segoe UI Semilight" panose="020B0402040204020203" pitchFamily="34" charset="0"/>
            </a:endParaRPr>
          </a:p>
        </p:txBody>
      </p:sp>
      <p:sp>
        <p:nvSpPr>
          <p:cNvPr id="63" name="Date Placeholder 8">
            <a:extLst>
              <a:ext uri="{FF2B5EF4-FFF2-40B4-BE49-F238E27FC236}">
                <a16:creationId xmlns:a16="http://schemas.microsoft.com/office/drawing/2014/main" id="{0CB3C12F-97EC-48F0-B4FC-924D91ECF3A6}"/>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64" name="Footer Placeholder 9">
            <a:extLst>
              <a:ext uri="{FF2B5EF4-FFF2-40B4-BE49-F238E27FC236}">
                <a16:creationId xmlns:a16="http://schemas.microsoft.com/office/drawing/2014/main" id="{E3780E67-8AD7-4AB6-880C-281395A8EE02}"/>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65" name="Slide Number Placeholder 10">
            <a:extLst>
              <a:ext uri="{FF2B5EF4-FFF2-40B4-BE49-F238E27FC236}">
                <a16:creationId xmlns:a16="http://schemas.microsoft.com/office/drawing/2014/main" id="{28F5F854-E7C5-4C18-A6E1-ECEF9BDE586F}"/>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69" name="Picture Placeholder 68">
            <a:extLst>
              <a:ext uri="{FF2B5EF4-FFF2-40B4-BE49-F238E27FC236}">
                <a16:creationId xmlns:a16="http://schemas.microsoft.com/office/drawing/2014/main" id="{22FBEE11-58B3-429A-8DAC-6A64A613383D}"/>
              </a:ext>
            </a:extLst>
          </p:cNvPr>
          <p:cNvSpPr>
            <a:spLocks noGrp="1"/>
          </p:cNvSpPr>
          <p:nvPr>
            <p:ph type="pic" sz="quarter" idx="13" hasCustomPrompt="1"/>
          </p:nvPr>
        </p:nvSpPr>
        <p:spPr>
          <a:xfrm>
            <a:off x="619842" y="0"/>
            <a:ext cx="11084189" cy="3854030"/>
          </a:xfrm>
          <a:custGeom>
            <a:avLst/>
            <a:gdLst>
              <a:gd name="connsiteX0" fmla="*/ 0 w 11084189"/>
              <a:gd name="connsiteY0" fmla="*/ 0 h 3854030"/>
              <a:gd name="connsiteX1" fmla="*/ 11084189 w 11084189"/>
              <a:gd name="connsiteY1" fmla="*/ 0 h 3854030"/>
              <a:gd name="connsiteX2" fmla="*/ 11061525 w 11084189"/>
              <a:gd name="connsiteY2" fmla="*/ 105743 h 3854030"/>
              <a:gd name="connsiteX3" fmla="*/ 5542094 w 11084189"/>
              <a:gd name="connsiteY3" fmla="*/ 3854030 h 3854030"/>
              <a:gd name="connsiteX4" fmla="*/ 22663 w 11084189"/>
              <a:gd name="connsiteY4" fmla="*/ 105743 h 3854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4189" h="3854030">
                <a:moveTo>
                  <a:pt x="0" y="0"/>
                </a:moveTo>
                <a:lnTo>
                  <a:pt x="11084189" y="0"/>
                </a:lnTo>
                <a:lnTo>
                  <a:pt x="11061525" y="105743"/>
                </a:lnTo>
                <a:cubicBezTo>
                  <a:pt x="10536186" y="2244886"/>
                  <a:pt x="8264668" y="3854030"/>
                  <a:pt x="5542094" y="3854030"/>
                </a:cubicBezTo>
                <a:cubicBezTo>
                  <a:pt x="2819520" y="3854030"/>
                  <a:pt x="548002" y="2244886"/>
                  <a:pt x="22663" y="105743"/>
                </a:cubicBezTo>
                <a:close/>
              </a:path>
            </a:pathLst>
          </a:custGeom>
        </p:spPr>
        <p:txBody>
          <a:bodyPr wrap="square" anchor="ctr">
            <a:noAutofit/>
          </a:bodyPr>
          <a:lstStyle>
            <a:lvl1pPr marL="0" indent="0" algn="ctr">
              <a:buNone/>
              <a:defRPr sz="2000"/>
            </a:lvl1pPr>
          </a:lstStyle>
          <a:p>
            <a:r>
              <a:rPr lang="en-US"/>
              <a:t>Insert photo here</a:t>
            </a:r>
          </a:p>
        </p:txBody>
      </p:sp>
      <p:grpSp>
        <p:nvGrpSpPr>
          <p:cNvPr id="14" name="Top Left">
            <a:extLst>
              <a:ext uri="{FF2B5EF4-FFF2-40B4-BE49-F238E27FC236}">
                <a16:creationId xmlns:a16="http://schemas.microsoft.com/office/drawing/2014/main" id="{33360105-7353-4ECE-84E2-90AB638A30BC}"/>
              </a:ext>
              <a:ext uri="{C183D7F6-B498-43B3-948B-1728B52AA6E4}">
                <adec:decorative xmlns:adec="http://schemas.microsoft.com/office/drawing/2017/decorative" val="1"/>
              </a:ext>
            </a:extLst>
          </p:cNvPr>
          <p:cNvGrpSpPr/>
          <p:nvPr userDrawn="1"/>
        </p:nvGrpSpPr>
        <p:grpSpPr>
          <a:xfrm>
            <a:off x="10849" y="15178"/>
            <a:ext cx="2198951" cy="3331254"/>
            <a:chOff x="10849" y="15178"/>
            <a:chExt cx="2198951" cy="3331254"/>
          </a:xfrm>
        </p:grpSpPr>
        <p:sp>
          <p:nvSpPr>
            <p:cNvPr id="15" name="Freeform: Shape 14">
              <a:extLst>
                <a:ext uri="{FF2B5EF4-FFF2-40B4-BE49-F238E27FC236}">
                  <a16:creationId xmlns:a16="http://schemas.microsoft.com/office/drawing/2014/main" id="{9D5AB2A0-6800-4AD4-A205-3E8C1112BC30}"/>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12B26919-92C3-4374-AE4E-4317D65064C0}"/>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E46716C0-CAC5-41FA-B385-EBA8AFFDF128}"/>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BE7C1332-4CF7-41C1-ACC4-6C23744D478F}"/>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2C35C136-D3C6-42F1-840C-EE7B2BA3776E}"/>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BF98CB80-2DAC-44B7-B719-6DF8BC2DBB91}"/>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F0613FF3-B071-4C0E-B6E7-6815CCCC403A}"/>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22" name="Cross">
            <a:extLst>
              <a:ext uri="{FF2B5EF4-FFF2-40B4-BE49-F238E27FC236}">
                <a16:creationId xmlns:a16="http://schemas.microsoft.com/office/drawing/2014/main" id="{54409833-5EAC-4A40-B5BB-DE8282DD8E14}"/>
              </a:ext>
              <a:ext uri="{C183D7F6-B498-43B3-948B-1728B52AA6E4}">
                <adec:decorative xmlns:adec="http://schemas.microsoft.com/office/drawing/2017/decorative" val="1"/>
              </a:ext>
            </a:extLst>
          </p:cNvPr>
          <p:cNvGrpSpPr/>
          <p:nvPr userDrawn="1"/>
        </p:nvGrpSpPr>
        <p:grpSpPr>
          <a:xfrm>
            <a:off x="248476" y="143843"/>
            <a:ext cx="118872" cy="118872"/>
            <a:chOff x="1175347" y="3733800"/>
            <a:chExt cx="118872" cy="118872"/>
          </a:xfrm>
        </p:grpSpPr>
        <p:cxnSp>
          <p:nvCxnSpPr>
            <p:cNvPr id="23" name="Straight Connector 22">
              <a:extLst>
                <a:ext uri="{FF2B5EF4-FFF2-40B4-BE49-F238E27FC236}">
                  <a16:creationId xmlns:a16="http://schemas.microsoft.com/office/drawing/2014/main" id="{7B9F7703-741D-4FB8-8620-F3BBFF5A0157}"/>
                </a:ext>
              </a:extLst>
            </p:cNvPr>
            <p:cNvCxnSpPr>
              <a:cxnSpLocks/>
            </p:cNvCxnSpPr>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EC34E00B-1518-4EAC-A170-4D2B5C23FB64}"/>
                </a:ext>
              </a:extLst>
            </p:cNvPr>
            <p:cNvCxnSpPr>
              <a:cxnSpLocks/>
            </p:cNvCxnSpPr>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grpSp>
        <p:nvGrpSpPr>
          <p:cNvPr id="25" name="Cross">
            <a:extLst>
              <a:ext uri="{FF2B5EF4-FFF2-40B4-BE49-F238E27FC236}">
                <a16:creationId xmlns:a16="http://schemas.microsoft.com/office/drawing/2014/main" id="{CFFED490-4247-4E3E-8A2E-5AF8A14E680E}"/>
              </a:ext>
              <a:ext uri="{C183D7F6-B498-43B3-948B-1728B52AA6E4}">
                <adec:decorative xmlns:adec="http://schemas.microsoft.com/office/drawing/2017/decorative" val="1"/>
              </a:ext>
            </a:extLst>
          </p:cNvPr>
          <p:cNvGrpSpPr/>
          <p:nvPr userDrawn="1"/>
        </p:nvGrpSpPr>
        <p:grpSpPr>
          <a:xfrm>
            <a:off x="400876" y="296243"/>
            <a:ext cx="118872" cy="118872"/>
            <a:chOff x="1175347" y="3733800"/>
            <a:chExt cx="118872" cy="118872"/>
          </a:xfrm>
        </p:grpSpPr>
        <p:cxnSp>
          <p:nvCxnSpPr>
            <p:cNvPr id="26" name="Straight Connector 25">
              <a:extLst>
                <a:ext uri="{FF2B5EF4-FFF2-40B4-BE49-F238E27FC236}">
                  <a16:creationId xmlns:a16="http://schemas.microsoft.com/office/drawing/2014/main" id="{FA378251-A149-4A27-9D43-C6E87A300F23}"/>
                </a:ext>
              </a:extLst>
            </p:cNvPr>
            <p:cNvCxnSpPr>
              <a:cxnSpLocks/>
            </p:cNvCxnSpPr>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37ADD3F7-FA3D-4A72-B8B3-3FCBBFCB0ACF}"/>
                </a:ext>
              </a:extLst>
            </p:cNvPr>
            <p:cNvCxnSpPr>
              <a:cxnSpLocks/>
            </p:cNvCxnSpPr>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420459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722" r:id="rId8"/>
    <p:sldLayoutId id="2147483693" r:id="rId9"/>
    <p:sldLayoutId id="2147483694" r:id="rId10"/>
    <p:sldLayoutId id="2147483695" r:id="rId11"/>
    <p:sldLayoutId id="2147483720" r:id="rId12"/>
    <p:sldLayoutId id="2147483721" r:id="rId13"/>
  </p:sldLayoutIdLst>
  <p:hf hdr="0" dt="0"/>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Freeform: Shape 11">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4" name="Freeform: Shape 13">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6" name="Freeform: Shape 15">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9" name="Freeform: Shape 18">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27"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8" name="Freeform: Shape 27">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7" name="Freeform: Shape 6">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6" name="Rectangle 35">
            <a:extLst>
              <a:ext uri="{FF2B5EF4-FFF2-40B4-BE49-F238E27FC236}">
                <a16:creationId xmlns:a16="http://schemas.microsoft.com/office/drawing/2014/main" id="{3A6C273A-38F2-4D34-98BF-47B248862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8" name="Rectangle 37">
            <a:extLst>
              <a:ext uri="{FF2B5EF4-FFF2-40B4-BE49-F238E27FC236}">
                <a16:creationId xmlns:a16="http://schemas.microsoft.com/office/drawing/2014/main" id="{2E2CF659-EE5D-432C-B47F-10AC4A48A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0" name="Footer Placeholder 42">
            <a:extLst>
              <a:ext uri="{FF2B5EF4-FFF2-40B4-BE49-F238E27FC236}">
                <a16:creationId xmlns:a16="http://schemas.microsoft.com/office/drawing/2014/main" id="{03E51277-1095-412F-913B-8FA8021AA626}"/>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cap="all" spc="200">
              <a:latin typeface="Segoe UI Semilight" panose="020B0402040204020203" pitchFamily="34" charset="0"/>
              <a:cs typeface="Segoe UI Semilight" panose="020B0402040204020203" pitchFamily="34" charset="0"/>
            </a:endParaRPr>
          </a:p>
        </p:txBody>
      </p:sp>
      <p:grpSp>
        <p:nvGrpSpPr>
          <p:cNvPr id="42" name="Top Left">
            <a:extLst>
              <a:ext uri="{FF2B5EF4-FFF2-40B4-BE49-F238E27FC236}">
                <a16:creationId xmlns:a16="http://schemas.microsoft.com/office/drawing/2014/main" id="{FC280B3D-FC68-4DDC-950C-506B5C6838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87"/>
            <a:ext cx="7921775" cy="6887020"/>
            <a:chOff x="0" y="-3087"/>
            <a:chExt cx="7921775" cy="6887020"/>
          </a:xfrm>
        </p:grpSpPr>
        <p:sp>
          <p:nvSpPr>
            <p:cNvPr id="43" name="Freeform: Shape 42">
              <a:extLst>
                <a:ext uri="{FF2B5EF4-FFF2-40B4-BE49-F238E27FC236}">
                  <a16:creationId xmlns:a16="http://schemas.microsoft.com/office/drawing/2014/main" id="{4EA2AE61-06D9-484D-8DD1-BACA157CC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712269F1-E4D6-4EEB-8A0F-059FAFC40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0919" y="61392"/>
              <a:ext cx="4450856" cy="6822541"/>
            </a:xfrm>
            <a:custGeom>
              <a:avLst/>
              <a:gdLst>
                <a:gd name="connsiteX0" fmla="*/ 545711 w 2478714"/>
                <a:gd name="connsiteY0" fmla="*/ 3799523 h 3799522"/>
                <a:gd name="connsiteX1" fmla="*/ 280820 w 2478714"/>
                <a:gd name="connsiteY1" fmla="*/ 3178874 h 3799522"/>
                <a:gd name="connsiteX2" fmla="*/ 43076 w 2478714"/>
                <a:gd name="connsiteY2" fmla="*/ 2663762 h 3799522"/>
                <a:gd name="connsiteX3" fmla="*/ 3167 w 2478714"/>
                <a:gd name="connsiteY3" fmla="*/ 2344769 h 3799522"/>
                <a:gd name="connsiteX4" fmla="*/ 117943 w 2478714"/>
                <a:gd name="connsiteY4" fmla="*/ 1976723 h 3799522"/>
                <a:gd name="connsiteX5" fmla="*/ 224242 w 2478714"/>
                <a:gd name="connsiteY5" fmla="*/ 1744123 h 3799522"/>
                <a:gd name="connsiteX6" fmla="*/ 447222 w 2478714"/>
                <a:gd name="connsiteY6" fmla="*/ 1569244 h 3799522"/>
                <a:gd name="connsiteX7" fmla="*/ 708588 w 2478714"/>
                <a:gd name="connsiteY7" fmla="*/ 1598295 h 3799522"/>
                <a:gd name="connsiteX8" fmla="*/ 1024532 w 2478714"/>
                <a:gd name="connsiteY8" fmla="*/ 1741837 h 3799522"/>
                <a:gd name="connsiteX9" fmla="*/ 1538692 w 2478714"/>
                <a:gd name="connsiteY9" fmla="*/ 1773460 h 3799522"/>
                <a:gd name="connsiteX10" fmla="*/ 1869019 w 2478714"/>
                <a:gd name="connsiteY10" fmla="*/ 1650016 h 3799522"/>
                <a:gd name="connsiteX11" fmla="*/ 2124670 w 2478714"/>
                <a:gd name="connsiteY11" fmla="*/ 1515047 h 3799522"/>
                <a:gd name="connsiteX12" fmla="*/ 2334410 w 2478714"/>
                <a:gd name="connsiteY12" fmla="*/ 1305401 h 3799522"/>
                <a:gd name="connsiteX13" fmla="*/ 2430232 w 2478714"/>
                <a:gd name="connsiteY13" fmla="*/ 933164 h 3799522"/>
                <a:gd name="connsiteX14" fmla="*/ 2430232 w 2478714"/>
                <a:gd name="connsiteY14" fmla="*/ 571786 h 3799522"/>
                <a:gd name="connsiteX15" fmla="*/ 2445472 w 2478714"/>
                <a:gd name="connsiteY15" fmla="*/ 315659 h 3799522"/>
                <a:gd name="connsiteX16" fmla="*/ 2478714 w 2478714"/>
                <a:gd name="connsiteY16" fmla="*/ 0 h 3799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8714" h="3799522">
                  <a:moveTo>
                    <a:pt x="545711" y="3799523"/>
                  </a:moveTo>
                  <a:cubicBezTo>
                    <a:pt x="492847" y="3532346"/>
                    <a:pt x="330541" y="3270313"/>
                    <a:pt x="280820" y="3178874"/>
                  </a:cubicBezTo>
                  <a:cubicBezTo>
                    <a:pt x="190047" y="3012281"/>
                    <a:pt x="98988" y="2844832"/>
                    <a:pt x="43076" y="2663762"/>
                  </a:cubicBezTo>
                  <a:cubicBezTo>
                    <a:pt x="11072" y="2560130"/>
                    <a:pt x="-7882" y="2452402"/>
                    <a:pt x="3167" y="2344769"/>
                  </a:cubicBezTo>
                  <a:cubicBezTo>
                    <a:pt x="16311" y="2216468"/>
                    <a:pt x="71175" y="2097310"/>
                    <a:pt x="117943" y="1976723"/>
                  </a:cubicBezTo>
                  <a:cubicBezTo>
                    <a:pt x="148899" y="1896904"/>
                    <a:pt x="177569" y="1815751"/>
                    <a:pt x="224242" y="1744123"/>
                  </a:cubicBezTo>
                  <a:cubicBezTo>
                    <a:pt x="277677" y="1662017"/>
                    <a:pt x="352829" y="1593437"/>
                    <a:pt x="447222" y="1569244"/>
                  </a:cubicBezTo>
                  <a:cubicBezTo>
                    <a:pt x="534090" y="1547051"/>
                    <a:pt x="624387" y="1565910"/>
                    <a:pt x="708588" y="1598295"/>
                  </a:cubicBezTo>
                  <a:cubicBezTo>
                    <a:pt x="816697" y="1640015"/>
                    <a:pt x="915948" y="1701546"/>
                    <a:pt x="1024532" y="1741837"/>
                  </a:cubicBezTo>
                  <a:cubicBezTo>
                    <a:pt x="1188743" y="1802797"/>
                    <a:pt x="1367814" y="1811750"/>
                    <a:pt x="1538692" y="1773460"/>
                  </a:cubicBezTo>
                  <a:cubicBezTo>
                    <a:pt x="1653659" y="1747647"/>
                    <a:pt x="1761863" y="1699355"/>
                    <a:pt x="1869019" y="1650016"/>
                  </a:cubicBezTo>
                  <a:cubicBezTo>
                    <a:pt x="1956744" y="1609630"/>
                    <a:pt x="2044279" y="1568291"/>
                    <a:pt x="2124670" y="1515047"/>
                  </a:cubicBezTo>
                  <a:cubicBezTo>
                    <a:pt x="2208204" y="1459706"/>
                    <a:pt x="2282976" y="1391222"/>
                    <a:pt x="2334410" y="1305401"/>
                  </a:cubicBezTo>
                  <a:cubicBezTo>
                    <a:pt x="2401181" y="1194054"/>
                    <a:pt x="2423565" y="1063276"/>
                    <a:pt x="2430232" y="933164"/>
                  </a:cubicBezTo>
                  <a:cubicBezTo>
                    <a:pt x="2436423" y="812864"/>
                    <a:pt x="2428517" y="692277"/>
                    <a:pt x="2430232" y="571786"/>
                  </a:cubicBezTo>
                  <a:cubicBezTo>
                    <a:pt x="2431470" y="486251"/>
                    <a:pt x="2438233" y="400907"/>
                    <a:pt x="2445472" y="315659"/>
                  </a:cubicBezTo>
                  <a:cubicBezTo>
                    <a:pt x="2454426" y="210217"/>
                    <a:pt x="2463284" y="104680"/>
                    <a:pt x="247871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088D87B2-D2A4-4577-89DC-7AF275C01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274" y="1582560"/>
              <a:ext cx="4133888" cy="5301373"/>
            </a:xfrm>
            <a:custGeom>
              <a:avLst/>
              <a:gdLst>
                <a:gd name="connsiteX0" fmla="*/ 2302193 w 2302192"/>
                <a:gd name="connsiteY0" fmla="*/ 2952373 h 2952373"/>
                <a:gd name="connsiteX1" fmla="*/ 2022729 w 2302192"/>
                <a:gd name="connsiteY1" fmla="*/ 2442309 h 2952373"/>
                <a:gd name="connsiteX2" fmla="*/ 1834039 w 2302192"/>
                <a:gd name="connsiteY2" fmla="*/ 1937199 h 2952373"/>
                <a:gd name="connsiteX3" fmla="*/ 1789748 w 2302192"/>
                <a:gd name="connsiteY3" fmla="*/ 1609063 h 2952373"/>
                <a:gd name="connsiteX4" fmla="*/ 1870139 w 2302192"/>
                <a:gd name="connsiteY4" fmla="*/ 1183962 h 2952373"/>
                <a:gd name="connsiteX5" fmla="*/ 2021110 w 2302192"/>
                <a:gd name="connsiteY5" fmla="*/ 743621 h 2952373"/>
                <a:gd name="connsiteX6" fmla="*/ 2010061 w 2302192"/>
                <a:gd name="connsiteY6" fmla="*/ 342047 h 2952373"/>
                <a:gd name="connsiteX7" fmla="*/ 1867376 w 2302192"/>
                <a:gd name="connsiteY7" fmla="*/ 55440 h 2952373"/>
                <a:gd name="connsiteX8" fmla="*/ 1652683 w 2302192"/>
                <a:gd name="connsiteY8" fmla="*/ 2862 h 2952373"/>
                <a:gd name="connsiteX9" fmla="*/ 1295305 w 2302192"/>
                <a:gd name="connsiteY9" fmla="*/ 234129 h 2952373"/>
                <a:gd name="connsiteX10" fmla="*/ 812101 w 2302192"/>
                <a:gd name="connsiteY10" fmla="*/ 886401 h 2952373"/>
                <a:gd name="connsiteX11" fmla="*/ 668846 w 2302192"/>
                <a:gd name="connsiteY11" fmla="*/ 1126145 h 2952373"/>
                <a:gd name="connsiteX12" fmla="*/ 498443 w 2302192"/>
                <a:gd name="connsiteY12" fmla="*/ 1405799 h 2952373"/>
                <a:gd name="connsiteX13" fmla="*/ 355759 w 2302192"/>
                <a:gd name="connsiteY13" fmla="*/ 1634304 h 2952373"/>
                <a:gd name="connsiteX14" fmla="*/ 161449 w 2302192"/>
                <a:gd name="connsiteY14" fmla="*/ 1913576 h 2952373"/>
                <a:gd name="connsiteX15" fmla="*/ 0 w 2302192"/>
                <a:gd name="connsiteY15" fmla="*/ 2189802 h 29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02192" h="2952373">
                  <a:moveTo>
                    <a:pt x="2302193" y="2952373"/>
                  </a:moveTo>
                  <a:cubicBezTo>
                    <a:pt x="2141125" y="2809308"/>
                    <a:pt x="2070068" y="2504603"/>
                    <a:pt x="2022729" y="2442309"/>
                  </a:cubicBezTo>
                  <a:cubicBezTo>
                    <a:pt x="1884140" y="2259810"/>
                    <a:pt x="1887760" y="2160274"/>
                    <a:pt x="1834039" y="1937199"/>
                  </a:cubicBezTo>
                  <a:cubicBezTo>
                    <a:pt x="1808131" y="1829376"/>
                    <a:pt x="1789367" y="1719838"/>
                    <a:pt x="1789748" y="1609063"/>
                  </a:cubicBezTo>
                  <a:cubicBezTo>
                    <a:pt x="1790224" y="1464092"/>
                    <a:pt x="1822418" y="1321122"/>
                    <a:pt x="1870139" y="1183962"/>
                  </a:cubicBezTo>
                  <a:cubicBezTo>
                    <a:pt x="1921288" y="1036896"/>
                    <a:pt x="1991868" y="896307"/>
                    <a:pt x="2021110" y="743621"/>
                  </a:cubicBezTo>
                  <a:cubicBezTo>
                    <a:pt x="2046637" y="610842"/>
                    <a:pt x="2036921" y="474730"/>
                    <a:pt x="2010061" y="342047"/>
                  </a:cubicBezTo>
                  <a:cubicBezTo>
                    <a:pt x="1988058" y="233367"/>
                    <a:pt x="1954340" y="122210"/>
                    <a:pt x="1867376" y="55440"/>
                  </a:cubicBezTo>
                  <a:cubicBezTo>
                    <a:pt x="1806512" y="8767"/>
                    <a:pt x="1728883" y="-7140"/>
                    <a:pt x="1652683" y="2862"/>
                  </a:cubicBezTo>
                  <a:cubicBezTo>
                    <a:pt x="1508474" y="21816"/>
                    <a:pt x="1395984" y="127068"/>
                    <a:pt x="1295305" y="234129"/>
                  </a:cubicBezTo>
                  <a:cubicBezTo>
                    <a:pt x="1109377" y="431772"/>
                    <a:pt x="953453" y="654657"/>
                    <a:pt x="812101" y="886401"/>
                  </a:cubicBezTo>
                  <a:cubicBezTo>
                    <a:pt x="763619" y="965934"/>
                    <a:pt x="716566" y="1046230"/>
                    <a:pt x="668846" y="1126145"/>
                  </a:cubicBezTo>
                  <a:cubicBezTo>
                    <a:pt x="612839" y="1219871"/>
                    <a:pt x="555308" y="1312644"/>
                    <a:pt x="498443" y="1405799"/>
                  </a:cubicBezTo>
                  <a:cubicBezTo>
                    <a:pt x="451676" y="1482475"/>
                    <a:pt x="405289" y="1559342"/>
                    <a:pt x="355759" y="1634304"/>
                  </a:cubicBezTo>
                  <a:cubicBezTo>
                    <a:pt x="293275" y="1728887"/>
                    <a:pt x="225362" y="1819946"/>
                    <a:pt x="161449" y="1913576"/>
                  </a:cubicBezTo>
                  <a:cubicBezTo>
                    <a:pt x="86487" y="2023495"/>
                    <a:pt x="0" y="2189802"/>
                    <a:pt x="0" y="2189802"/>
                  </a:cubicBezTo>
                </a:path>
              </a:pathLst>
            </a:custGeom>
            <a:noFill/>
            <a:ln w="9525" cap="rnd">
              <a:solidFill>
                <a:schemeClr val="accent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ACCB55F8-F950-431F-9B90-688950D9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087"/>
              <a:ext cx="17103" cy="17103"/>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27D0AA11-2E4E-479C-B953-547285E724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087"/>
              <a:ext cx="17103" cy="17103"/>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90D86C66-EDF0-4ABB-87F4-A2882A2E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931" y="3518322"/>
              <a:ext cx="2880722" cy="3317378"/>
            </a:xfrm>
            <a:custGeom>
              <a:avLst/>
              <a:gdLst>
                <a:gd name="connsiteX0" fmla="*/ 1604296 w 1604295"/>
                <a:gd name="connsiteY0" fmla="*/ 1847472 h 1847472"/>
                <a:gd name="connsiteX1" fmla="*/ 1517809 w 1604295"/>
                <a:gd name="connsiteY1" fmla="*/ 1544292 h 1847472"/>
                <a:gd name="connsiteX2" fmla="*/ 1394841 w 1604295"/>
                <a:gd name="connsiteY2" fmla="*/ 1183771 h 1847472"/>
                <a:gd name="connsiteX3" fmla="*/ 1318355 w 1604295"/>
                <a:gd name="connsiteY3" fmla="*/ 695233 h 1847472"/>
                <a:gd name="connsiteX4" fmla="*/ 1359884 w 1604295"/>
                <a:gd name="connsiteY4" fmla="*/ 397863 h 1847472"/>
                <a:gd name="connsiteX5" fmla="*/ 1359884 w 1604295"/>
                <a:gd name="connsiteY5" fmla="*/ 236700 h 1847472"/>
                <a:gd name="connsiteX6" fmla="*/ 1351598 w 1604295"/>
                <a:gd name="connsiteY6" fmla="*/ 67250 h 1847472"/>
                <a:gd name="connsiteX7" fmla="*/ 1316641 w 1604295"/>
                <a:gd name="connsiteY7" fmla="*/ 10767 h 1847472"/>
                <a:gd name="connsiteX8" fmla="*/ 1195292 w 1604295"/>
                <a:gd name="connsiteY8" fmla="*/ 34008 h 1847472"/>
                <a:gd name="connsiteX9" fmla="*/ 1005745 w 1604295"/>
                <a:gd name="connsiteY9" fmla="*/ 254988 h 1847472"/>
                <a:gd name="connsiteX10" fmla="*/ 763048 w 1604295"/>
                <a:gd name="connsiteY10" fmla="*/ 587315 h 1847472"/>
                <a:gd name="connsiteX11" fmla="*/ 548640 w 1604295"/>
                <a:gd name="connsiteY11" fmla="*/ 861444 h 1847472"/>
                <a:gd name="connsiteX12" fmla="*/ 328803 w 1604295"/>
                <a:gd name="connsiteY12" fmla="*/ 1145480 h 1847472"/>
                <a:gd name="connsiteX13" fmla="*/ 0 w 1604295"/>
                <a:gd name="connsiteY13" fmla="*/ 1607157 h 184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04295" h="1847472">
                  <a:moveTo>
                    <a:pt x="1604296" y="1847472"/>
                  </a:moveTo>
                  <a:cubicBezTo>
                    <a:pt x="1573721" y="1753270"/>
                    <a:pt x="1548479" y="1638399"/>
                    <a:pt x="1517809" y="1544292"/>
                  </a:cubicBezTo>
                  <a:cubicBezTo>
                    <a:pt x="1478471" y="1423515"/>
                    <a:pt x="1432846" y="1304929"/>
                    <a:pt x="1394841" y="1183771"/>
                  </a:cubicBezTo>
                  <a:cubicBezTo>
                    <a:pt x="1345025" y="1024893"/>
                    <a:pt x="1305497" y="860778"/>
                    <a:pt x="1318355" y="695233"/>
                  </a:cubicBezTo>
                  <a:cubicBezTo>
                    <a:pt x="1326071" y="595316"/>
                    <a:pt x="1353312" y="497780"/>
                    <a:pt x="1359884" y="397863"/>
                  </a:cubicBezTo>
                  <a:cubicBezTo>
                    <a:pt x="1363409" y="344237"/>
                    <a:pt x="1359503" y="290421"/>
                    <a:pt x="1359884" y="236700"/>
                  </a:cubicBezTo>
                  <a:cubicBezTo>
                    <a:pt x="1360265" y="179740"/>
                    <a:pt x="1366076" y="122114"/>
                    <a:pt x="1351598" y="67250"/>
                  </a:cubicBezTo>
                  <a:cubicBezTo>
                    <a:pt x="1345692" y="44866"/>
                    <a:pt x="1335691" y="23530"/>
                    <a:pt x="1316641" y="10767"/>
                  </a:cubicBezTo>
                  <a:cubicBezTo>
                    <a:pt x="1279874" y="-13998"/>
                    <a:pt x="1233202" y="8290"/>
                    <a:pt x="1195292" y="34008"/>
                  </a:cubicBezTo>
                  <a:cubicBezTo>
                    <a:pt x="1114330" y="89062"/>
                    <a:pt x="1060990" y="173644"/>
                    <a:pt x="1005745" y="254988"/>
                  </a:cubicBezTo>
                  <a:cubicBezTo>
                    <a:pt x="928688" y="368526"/>
                    <a:pt x="847058" y="478825"/>
                    <a:pt x="763048" y="587315"/>
                  </a:cubicBezTo>
                  <a:cubicBezTo>
                    <a:pt x="691991" y="679041"/>
                    <a:pt x="621697" y="771338"/>
                    <a:pt x="548640" y="861444"/>
                  </a:cubicBezTo>
                  <a:cubicBezTo>
                    <a:pt x="425672" y="1012987"/>
                    <a:pt x="453866" y="995747"/>
                    <a:pt x="328803" y="1145480"/>
                  </a:cubicBezTo>
                  <a:cubicBezTo>
                    <a:pt x="294418" y="1186628"/>
                    <a:pt x="21146" y="1558103"/>
                    <a:pt x="0" y="1607157"/>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D026082B-E695-4987-8C03-332366C6C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69" y="2957679"/>
              <a:ext cx="2196245" cy="3010367"/>
            </a:xfrm>
            <a:custGeom>
              <a:avLst/>
              <a:gdLst>
                <a:gd name="connsiteX0" fmla="*/ 1223105 w 1223105"/>
                <a:gd name="connsiteY0" fmla="*/ 0 h 1676495"/>
                <a:gd name="connsiteX1" fmla="*/ 1000792 w 1223105"/>
                <a:gd name="connsiteY1" fmla="*/ 254794 h 1676495"/>
                <a:gd name="connsiteX2" fmla="*/ 744760 w 1223105"/>
                <a:gd name="connsiteY2" fmla="*/ 651891 h 1676495"/>
                <a:gd name="connsiteX3" fmla="*/ 345758 w 1223105"/>
                <a:gd name="connsiteY3" fmla="*/ 1231773 h 1676495"/>
                <a:gd name="connsiteX4" fmla="*/ 0 w 1223105"/>
                <a:gd name="connsiteY4" fmla="*/ 1676495 h 1676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1676495">
                  <a:moveTo>
                    <a:pt x="1223105" y="0"/>
                  </a:moveTo>
                  <a:cubicBezTo>
                    <a:pt x="1136523" y="72771"/>
                    <a:pt x="1066324" y="162401"/>
                    <a:pt x="1000792" y="254794"/>
                  </a:cubicBezTo>
                  <a:cubicBezTo>
                    <a:pt x="909733" y="383286"/>
                    <a:pt x="827723" y="517970"/>
                    <a:pt x="744760" y="651891"/>
                  </a:cubicBezTo>
                  <a:cubicBezTo>
                    <a:pt x="621030" y="851726"/>
                    <a:pt x="497777" y="1052608"/>
                    <a:pt x="345758" y="1231773"/>
                  </a:cubicBezTo>
                  <a:cubicBezTo>
                    <a:pt x="248888" y="1345978"/>
                    <a:pt x="61722" y="1540764"/>
                    <a:pt x="0" y="1676495"/>
                  </a:cubicBezTo>
                </a:path>
              </a:pathLst>
            </a:custGeom>
            <a:noFill/>
            <a:ln w="9525" cap="rnd">
              <a:solidFill>
                <a:schemeClr val="accent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461A8835-D9FC-4CAB-AF19-A5513B17B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34043" y="2855696"/>
              <a:ext cx="1200999" cy="3994030"/>
            </a:xfrm>
            <a:custGeom>
              <a:avLst/>
              <a:gdLst>
                <a:gd name="connsiteX0" fmla="*/ 668846 w 668845"/>
                <a:gd name="connsiteY0" fmla="*/ 2224305 h 2224304"/>
                <a:gd name="connsiteX1" fmla="*/ 486918 w 668845"/>
                <a:gd name="connsiteY1" fmla="*/ 1944365 h 2224304"/>
                <a:gd name="connsiteX2" fmla="*/ 376809 w 668845"/>
                <a:gd name="connsiteY2" fmla="*/ 1659663 h 2224304"/>
                <a:gd name="connsiteX3" fmla="*/ 319373 w 668845"/>
                <a:gd name="connsiteY3" fmla="*/ 1425157 h 2224304"/>
                <a:gd name="connsiteX4" fmla="*/ 264319 w 668845"/>
                <a:gd name="connsiteY4" fmla="*/ 1130834 h 2224304"/>
                <a:gd name="connsiteX5" fmla="*/ 278702 w 668845"/>
                <a:gd name="connsiteY5" fmla="*/ 882041 h 2224304"/>
                <a:gd name="connsiteX6" fmla="*/ 302609 w 668845"/>
                <a:gd name="connsiteY6" fmla="*/ 736118 h 2224304"/>
                <a:gd name="connsiteX7" fmla="*/ 360045 w 668845"/>
                <a:gd name="connsiteY7" fmla="*/ 444177 h 2224304"/>
                <a:gd name="connsiteX8" fmla="*/ 386334 w 668845"/>
                <a:gd name="connsiteY8" fmla="*/ 233675 h 2224304"/>
                <a:gd name="connsiteX9" fmla="*/ 0 w 668845"/>
                <a:gd name="connsiteY9" fmla="*/ 56795 h 22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45" h="2224304">
                  <a:moveTo>
                    <a:pt x="668846" y="2224305"/>
                  </a:moveTo>
                  <a:cubicBezTo>
                    <a:pt x="599218" y="2137151"/>
                    <a:pt x="537210" y="2043996"/>
                    <a:pt x="486918" y="1944365"/>
                  </a:cubicBezTo>
                  <a:cubicBezTo>
                    <a:pt x="441008" y="1853306"/>
                    <a:pt x="404717" y="1757770"/>
                    <a:pt x="376809" y="1659663"/>
                  </a:cubicBezTo>
                  <a:cubicBezTo>
                    <a:pt x="354806" y="1582224"/>
                    <a:pt x="337757" y="1503548"/>
                    <a:pt x="319373" y="1425157"/>
                  </a:cubicBezTo>
                  <a:cubicBezTo>
                    <a:pt x="296418" y="1327811"/>
                    <a:pt x="270510" y="1230657"/>
                    <a:pt x="264319" y="1130834"/>
                  </a:cubicBezTo>
                  <a:cubicBezTo>
                    <a:pt x="259080" y="1047681"/>
                    <a:pt x="266891" y="964528"/>
                    <a:pt x="278702" y="882041"/>
                  </a:cubicBezTo>
                  <a:cubicBezTo>
                    <a:pt x="285655" y="833274"/>
                    <a:pt x="293751" y="784601"/>
                    <a:pt x="302609" y="736118"/>
                  </a:cubicBezTo>
                  <a:cubicBezTo>
                    <a:pt x="320516" y="638582"/>
                    <a:pt x="339471" y="541237"/>
                    <a:pt x="360045" y="444177"/>
                  </a:cubicBezTo>
                  <a:cubicBezTo>
                    <a:pt x="374809" y="374549"/>
                    <a:pt x="389763" y="304541"/>
                    <a:pt x="386334" y="233675"/>
                  </a:cubicBezTo>
                  <a:cubicBezTo>
                    <a:pt x="383191" y="168809"/>
                    <a:pt x="391287" y="-120751"/>
                    <a:pt x="0" y="56795"/>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54E6BA76-9515-415F-BAC9-76958DA6E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7437" y="5668418"/>
              <a:ext cx="1982111" cy="1181308"/>
            </a:xfrm>
            <a:custGeom>
              <a:avLst/>
              <a:gdLst>
                <a:gd name="connsiteX0" fmla="*/ 1103852 w 1103852"/>
                <a:gd name="connsiteY0" fmla="*/ 657879 h 657879"/>
                <a:gd name="connsiteX1" fmla="*/ 883063 w 1103852"/>
                <a:gd name="connsiteY1" fmla="*/ 177724 h 657879"/>
                <a:gd name="connsiteX2" fmla="*/ 678085 w 1103852"/>
                <a:gd name="connsiteY2" fmla="*/ 17132 h 657879"/>
                <a:gd name="connsiteX3" fmla="*/ 461962 w 1103852"/>
                <a:gd name="connsiteY3" fmla="*/ 17132 h 657879"/>
                <a:gd name="connsiteX4" fmla="*/ 136398 w 1103852"/>
                <a:gd name="connsiteY4" fmla="*/ 267735 h 657879"/>
                <a:gd name="connsiteX5" fmla="*/ 0 w 1103852"/>
                <a:gd name="connsiteY5" fmla="*/ 650830 h 65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852" h="657879">
                  <a:moveTo>
                    <a:pt x="1103852" y="657879"/>
                  </a:moveTo>
                  <a:cubicBezTo>
                    <a:pt x="1071563" y="576250"/>
                    <a:pt x="937546" y="246494"/>
                    <a:pt x="883063" y="177724"/>
                  </a:cubicBezTo>
                  <a:cubicBezTo>
                    <a:pt x="828104" y="108382"/>
                    <a:pt x="761238" y="46279"/>
                    <a:pt x="678085" y="17132"/>
                  </a:cubicBezTo>
                  <a:cubicBezTo>
                    <a:pt x="608171" y="-7347"/>
                    <a:pt x="533210" y="-4013"/>
                    <a:pt x="461962" y="17132"/>
                  </a:cubicBezTo>
                  <a:cubicBezTo>
                    <a:pt x="326898" y="57137"/>
                    <a:pt x="214027" y="150101"/>
                    <a:pt x="136398" y="267735"/>
                  </a:cubicBezTo>
                  <a:cubicBezTo>
                    <a:pt x="86773" y="343078"/>
                    <a:pt x="16764" y="562153"/>
                    <a:pt x="0" y="65083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4C120B3D-CF1C-49AE-B5B4-6BF589737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25817"/>
              <a:ext cx="2282549" cy="5138883"/>
            </a:xfrm>
            <a:custGeom>
              <a:avLst/>
              <a:gdLst>
                <a:gd name="connsiteX0" fmla="*/ 0 w 1271168"/>
                <a:gd name="connsiteY0" fmla="*/ 2861882 h 2861881"/>
                <a:gd name="connsiteX1" fmla="*/ 115157 w 1271168"/>
                <a:gd name="connsiteY1" fmla="*/ 2685002 h 2861881"/>
                <a:gd name="connsiteX2" fmla="*/ 277178 w 1271168"/>
                <a:gd name="connsiteY2" fmla="*/ 2461070 h 2861881"/>
                <a:gd name="connsiteX3" fmla="*/ 421958 w 1271168"/>
                <a:gd name="connsiteY3" fmla="*/ 2209514 h 2861881"/>
                <a:gd name="connsiteX4" fmla="*/ 690848 w 1271168"/>
                <a:gd name="connsiteY4" fmla="*/ 1751267 h 2861881"/>
                <a:gd name="connsiteX5" fmla="*/ 830580 w 1271168"/>
                <a:gd name="connsiteY5" fmla="*/ 1451039 h 2861881"/>
                <a:gd name="connsiteX6" fmla="*/ 917067 w 1271168"/>
                <a:gd name="connsiteY6" fmla="*/ 1276541 h 2861881"/>
                <a:gd name="connsiteX7" fmla="*/ 1114901 w 1271168"/>
                <a:gd name="connsiteY7" fmla="*/ 965835 h 2861881"/>
                <a:gd name="connsiteX8" fmla="*/ 1204627 w 1271168"/>
                <a:gd name="connsiteY8" fmla="*/ 819626 h 2861881"/>
                <a:gd name="connsiteX9" fmla="*/ 1271111 w 1271168"/>
                <a:gd name="connsiteY9" fmla="*/ 585311 h 2861881"/>
                <a:gd name="connsiteX10" fmla="*/ 1128141 w 1271168"/>
                <a:gd name="connsiteY10" fmla="*/ 292894 h 2861881"/>
                <a:gd name="connsiteX11" fmla="*/ 882110 w 1271168"/>
                <a:gd name="connsiteY11" fmla="*/ 135065 h 2861881"/>
                <a:gd name="connsiteX12" fmla="*/ 574929 w 1271168"/>
                <a:gd name="connsiteY12" fmla="*/ 0 h 286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1168" h="2861881">
                  <a:moveTo>
                    <a:pt x="0" y="2861882"/>
                  </a:moveTo>
                  <a:cubicBezTo>
                    <a:pt x="0" y="2861882"/>
                    <a:pt x="67151" y="2751201"/>
                    <a:pt x="115157" y="2685002"/>
                  </a:cubicBezTo>
                  <a:cubicBezTo>
                    <a:pt x="169259" y="2610326"/>
                    <a:pt x="226981" y="2538317"/>
                    <a:pt x="277178" y="2461070"/>
                  </a:cubicBezTo>
                  <a:cubicBezTo>
                    <a:pt x="329946" y="2379917"/>
                    <a:pt x="374142" y="2293715"/>
                    <a:pt x="421958" y="2209514"/>
                  </a:cubicBezTo>
                  <a:cubicBezTo>
                    <a:pt x="509492" y="2055495"/>
                    <a:pt x="609695" y="1908715"/>
                    <a:pt x="690848" y="1751267"/>
                  </a:cubicBezTo>
                  <a:cubicBezTo>
                    <a:pt x="741426" y="1653159"/>
                    <a:pt x="784670" y="1551432"/>
                    <a:pt x="830580" y="1451039"/>
                  </a:cubicBezTo>
                  <a:cubicBezTo>
                    <a:pt x="857631" y="1391984"/>
                    <a:pt x="885635" y="1333405"/>
                    <a:pt x="917067" y="1276541"/>
                  </a:cubicBezTo>
                  <a:cubicBezTo>
                    <a:pt x="976408" y="1169003"/>
                    <a:pt x="1046417" y="1067848"/>
                    <a:pt x="1114901" y="965835"/>
                  </a:cubicBezTo>
                  <a:cubicBezTo>
                    <a:pt x="1146810" y="918305"/>
                    <a:pt x="1177671" y="870109"/>
                    <a:pt x="1204627" y="819626"/>
                  </a:cubicBezTo>
                  <a:cubicBezTo>
                    <a:pt x="1243679" y="746665"/>
                    <a:pt x="1272635" y="667703"/>
                    <a:pt x="1271111" y="585311"/>
                  </a:cubicBezTo>
                  <a:cubicBezTo>
                    <a:pt x="1269111" y="473012"/>
                    <a:pt x="1209485" y="371284"/>
                    <a:pt x="1128141" y="292894"/>
                  </a:cubicBezTo>
                  <a:cubicBezTo>
                    <a:pt x="1057561" y="224790"/>
                    <a:pt x="971836" y="175260"/>
                    <a:pt x="882110" y="135065"/>
                  </a:cubicBezTo>
                  <a:cubicBezTo>
                    <a:pt x="779907" y="89249"/>
                    <a:pt x="672560" y="54673"/>
                    <a:pt x="574929" y="0"/>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5F7B6392-DF04-4EF6-A433-4A7A757D65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53524"/>
              <a:ext cx="1650357" cy="4733534"/>
            </a:xfrm>
            <a:custGeom>
              <a:avLst/>
              <a:gdLst>
                <a:gd name="connsiteX0" fmla="*/ 0 w 919096"/>
                <a:gd name="connsiteY0" fmla="*/ 2636139 h 2636139"/>
                <a:gd name="connsiteX1" fmla="*/ 274415 w 919096"/>
                <a:gd name="connsiteY1" fmla="*/ 2218277 h 2636139"/>
                <a:gd name="connsiteX2" fmla="*/ 607981 w 919096"/>
                <a:gd name="connsiteY2" fmla="*/ 1655921 h 2636139"/>
                <a:gd name="connsiteX3" fmla="*/ 792290 w 919096"/>
                <a:gd name="connsiteY3" fmla="*/ 1163003 h 2636139"/>
                <a:gd name="connsiteX4" fmla="*/ 914400 w 919096"/>
                <a:gd name="connsiteY4" fmla="*/ 808863 h 2636139"/>
                <a:gd name="connsiteX5" fmla="*/ 847344 w 919096"/>
                <a:gd name="connsiteY5" fmla="*/ 516922 h 2636139"/>
                <a:gd name="connsiteX6" fmla="*/ 610362 w 919096"/>
                <a:gd name="connsiteY6" fmla="*/ 366141 h 2636139"/>
                <a:gd name="connsiteX7" fmla="*/ 361379 w 919096"/>
                <a:gd name="connsiteY7" fmla="*/ 222599 h 2636139"/>
                <a:gd name="connsiteX8" fmla="*/ 67056 w 919096"/>
                <a:gd name="connsiteY8" fmla="*/ 0 h 263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9096" h="2636139">
                  <a:moveTo>
                    <a:pt x="0" y="2636139"/>
                  </a:moveTo>
                  <a:cubicBezTo>
                    <a:pt x="0" y="2636139"/>
                    <a:pt x="162020" y="2392394"/>
                    <a:pt x="274415" y="2218277"/>
                  </a:cubicBezTo>
                  <a:cubicBezTo>
                    <a:pt x="392906" y="2034730"/>
                    <a:pt x="518732" y="1854994"/>
                    <a:pt x="607981" y="1655921"/>
                  </a:cubicBezTo>
                  <a:cubicBezTo>
                    <a:pt x="679799" y="1495806"/>
                    <a:pt x="726091" y="1325594"/>
                    <a:pt x="792290" y="1163003"/>
                  </a:cubicBezTo>
                  <a:cubicBezTo>
                    <a:pt x="839724" y="1046607"/>
                    <a:pt x="897922" y="933164"/>
                    <a:pt x="914400" y="808863"/>
                  </a:cubicBezTo>
                  <a:cubicBezTo>
                    <a:pt x="928116" y="705326"/>
                    <a:pt x="913543" y="596932"/>
                    <a:pt x="847344" y="516922"/>
                  </a:cubicBezTo>
                  <a:cubicBezTo>
                    <a:pt x="786956" y="444056"/>
                    <a:pt x="696087" y="407956"/>
                    <a:pt x="610362" y="366141"/>
                  </a:cubicBezTo>
                  <a:cubicBezTo>
                    <a:pt x="524161" y="324136"/>
                    <a:pt x="442722" y="273272"/>
                    <a:pt x="361379" y="222599"/>
                  </a:cubicBezTo>
                  <a:cubicBezTo>
                    <a:pt x="245459" y="150400"/>
                    <a:pt x="126968" y="121348"/>
                    <a:pt x="6705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CFB987BC-4338-4C63-8DB9-5CB9DC489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379002"/>
              <a:ext cx="1123546" cy="4116271"/>
            </a:xfrm>
            <a:custGeom>
              <a:avLst/>
              <a:gdLst>
                <a:gd name="connsiteX0" fmla="*/ 0 w 625711"/>
                <a:gd name="connsiteY0" fmla="*/ 2292382 h 2292381"/>
                <a:gd name="connsiteX1" fmla="*/ 181070 w 625711"/>
                <a:gd name="connsiteY1" fmla="*/ 2019967 h 2292381"/>
                <a:gd name="connsiteX2" fmla="*/ 385000 w 625711"/>
                <a:gd name="connsiteY2" fmla="*/ 1640967 h 2292381"/>
                <a:gd name="connsiteX3" fmla="*/ 514255 w 625711"/>
                <a:gd name="connsiteY3" fmla="*/ 1376839 h 2292381"/>
                <a:gd name="connsiteX4" fmla="*/ 606171 w 625711"/>
                <a:gd name="connsiteY4" fmla="*/ 1015079 h 2292381"/>
                <a:gd name="connsiteX5" fmla="*/ 606171 w 625711"/>
                <a:gd name="connsiteY5" fmla="*/ 673418 h 2292381"/>
                <a:gd name="connsiteX6" fmla="*/ 485489 w 625711"/>
                <a:gd name="connsiteY6" fmla="*/ 475297 h 2292381"/>
                <a:gd name="connsiteX7" fmla="*/ 313182 w 625711"/>
                <a:gd name="connsiteY7" fmla="*/ 328898 h 2292381"/>
                <a:gd name="connsiteX8" fmla="*/ 173831 w 625711"/>
                <a:gd name="connsiteY8" fmla="*/ 189643 h 2292381"/>
                <a:gd name="connsiteX9" fmla="*/ 0 w 625711"/>
                <a:gd name="connsiteY9" fmla="*/ 0 h 229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5711" h="2292381">
                  <a:moveTo>
                    <a:pt x="0" y="2292382"/>
                  </a:moveTo>
                  <a:cubicBezTo>
                    <a:pt x="0" y="2292382"/>
                    <a:pt x="110776" y="2140363"/>
                    <a:pt x="181070" y="2019967"/>
                  </a:cubicBezTo>
                  <a:cubicBezTo>
                    <a:pt x="253460" y="1896047"/>
                    <a:pt x="318325" y="1768031"/>
                    <a:pt x="385000" y="1640967"/>
                  </a:cubicBezTo>
                  <a:cubicBezTo>
                    <a:pt x="430625" y="1554099"/>
                    <a:pt x="478536" y="1468184"/>
                    <a:pt x="514255" y="1376839"/>
                  </a:cubicBezTo>
                  <a:cubicBezTo>
                    <a:pt x="559689" y="1260634"/>
                    <a:pt x="585788" y="1138333"/>
                    <a:pt x="606171" y="1015079"/>
                  </a:cubicBezTo>
                  <a:cubicBezTo>
                    <a:pt x="625031" y="900779"/>
                    <a:pt x="638556" y="784003"/>
                    <a:pt x="606171" y="673418"/>
                  </a:cubicBezTo>
                  <a:cubicBezTo>
                    <a:pt x="584168" y="598075"/>
                    <a:pt x="540258" y="531590"/>
                    <a:pt x="485489" y="475297"/>
                  </a:cubicBezTo>
                  <a:cubicBezTo>
                    <a:pt x="432911" y="421195"/>
                    <a:pt x="369475" y="379095"/>
                    <a:pt x="313182" y="328898"/>
                  </a:cubicBezTo>
                  <a:cubicBezTo>
                    <a:pt x="264128" y="285179"/>
                    <a:pt x="219361" y="237077"/>
                    <a:pt x="173831" y="189643"/>
                  </a:cubicBezTo>
                  <a:cubicBezTo>
                    <a:pt x="109347" y="122111"/>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F0B5029E-655F-4CB5-BCA2-B62400CE7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798206"/>
              <a:ext cx="756945" cy="3350210"/>
            </a:xfrm>
            <a:custGeom>
              <a:avLst/>
              <a:gdLst>
                <a:gd name="connsiteX0" fmla="*/ 0 w 421548"/>
                <a:gd name="connsiteY0" fmla="*/ 0 h 1865756"/>
                <a:gd name="connsiteX1" fmla="*/ 258699 w 421548"/>
                <a:gd name="connsiteY1" fmla="*/ 330803 h 1865756"/>
                <a:gd name="connsiteX2" fmla="*/ 408051 w 421548"/>
                <a:gd name="connsiteY2" fmla="*/ 617887 h 1865756"/>
                <a:gd name="connsiteX3" fmla="*/ 408051 w 421548"/>
                <a:gd name="connsiteY3" fmla="*/ 910781 h 1865756"/>
                <a:gd name="connsiteX4" fmla="*/ 336233 w 421548"/>
                <a:gd name="connsiteY4" fmla="*/ 1269683 h 1865756"/>
                <a:gd name="connsiteX5" fmla="*/ 186881 w 421548"/>
                <a:gd name="connsiteY5" fmla="*/ 1582674 h 1865756"/>
                <a:gd name="connsiteX6" fmla="*/ 0 w 421548"/>
                <a:gd name="connsiteY6" fmla="*/ 1865757 h 1865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548" h="1865756">
                  <a:moveTo>
                    <a:pt x="0" y="0"/>
                  </a:moveTo>
                  <a:cubicBezTo>
                    <a:pt x="0" y="0"/>
                    <a:pt x="155734" y="188309"/>
                    <a:pt x="258699" y="330803"/>
                  </a:cubicBezTo>
                  <a:cubicBezTo>
                    <a:pt x="322517" y="419100"/>
                    <a:pt x="383096" y="512255"/>
                    <a:pt x="408051" y="617887"/>
                  </a:cubicBezTo>
                  <a:cubicBezTo>
                    <a:pt x="430625" y="713613"/>
                    <a:pt x="420815" y="812768"/>
                    <a:pt x="408051" y="910781"/>
                  </a:cubicBezTo>
                  <a:cubicBezTo>
                    <a:pt x="392240" y="1032129"/>
                    <a:pt x="376142" y="1154049"/>
                    <a:pt x="336233" y="1269683"/>
                  </a:cubicBezTo>
                  <a:cubicBezTo>
                    <a:pt x="298418" y="1379125"/>
                    <a:pt x="246412" y="1483138"/>
                    <a:pt x="186881" y="1582674"/>
                  </a:cubicBezTo>
                  <a:cubicBezTo>
                    <a:pt x="122777" y="1689640"/>
                    <a:pt x="0" y="1865757"/>
                    <a:pt x="0" y="1865757"/>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966F436B-D502-4927-A05D-0691A99F65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1247513"/>
              <a:ext cx="515229" cy="2438941"/>
            </a:xfrm>
            <a:custGeom>
              <a:avLst/>
              <a:gdLst>
                <a:gd name="connsiteX0" fmla="*/ 11621 w 286935"/>
                <a:gd name="connsiteY0" fmla="*/ 1358265 h 1358264"/>
                <a:gd name="connsiteX1" fmla="*/ 163830 w 286935"/>
                <a:gd name="connsiteY1" fmla="*/ 1157287 h 1358264"/>
                <a:gd name="connsiteX2" fmla="*/ 258604 w 286935"/>
                <a:gd name="connsiteY2" fmla="*/ 858679 h 1358264"/>
                <a:gd name="connsiteX3" fmla="*/ 284417 w 286935"/>
                <a:gd name="connsiteY3" fmla="*/ 577310 h 1358264"/>
                <a:gd name="connsiteX4" fmla="*/ 215456 w 286935"/>
                <a:gd name="connsiteY4" fmla="*/ 330422 h 1358264"/>
                <a:gd name="connsiteX5" fmla="*/ 0 w 286935"/>
                <a:gd name="connsiteY5" fmla="*/ 0 h 135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935" h="1358264">
                  <a:moveTo>
                    <a:pt x="11621" y="1358265"/>
                  </a:moveTo>
                  <a:cubicBezTo>
                    <a:pt x="11621" y="1358265"/>
                    <a:pt x="104299" y="1269016"/>
                    <a:pt x="163830" y="1157287"/>
                  </a:cubicBezTo>
                  <a:cubicBezTo>
                    <a:pt x="213074" y="1064800"/>
                    <a:pt x="237458" y="961453"/>
                    <a:pt x="258604" y="858679"/>
                  </a:cubicBezTo>
                  <a:cubicBezTo>
                    <a:pt x="277749" y="765905"/>
                    <a:pt x="293180" y="671512"/>
                    <a:pt x="284417" y="577310"/>
                  </a:cubicBezTo>
                  <a:cubicBezTo>
                    <a:pt x="276511" y="491680"/>
                    <a:pt x="250412" y="409099"/>
                    <a:pt x="215456" y="330422"/>
                  </a:cubicBezTo>
                  <a:cubicBezTo>
                    <a:pt x="153353" y="190405"/>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63D19BC0-342A-4662-8B01-078F5BC25F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1752232"/>
              <a:ext cx="300409" cy="1599679"/>
            </a:xfrm>
            <a:custGeom>
              <a:avLst/>
              <a:gdLst>
                <a:gd name="connsiteX0" fmla="*/ 0 w 167300"/>
                <a:gd name="connsiteY0" fmla="*/ 0 h 890873"/>
                <a:gd name="connsiteX1" fmla="*/ 143732 w 167300"/>
                <a:gd name="connsiteY1" fmla="*/ 233077 h 890873"/>
                <a:gd name="connsiteX2" fmla="*/ 160973 w 167300"/>
                <a:gd name="connsiteY2" fmla="*/ 482822 h 890873"/>
                <a:gd name="connsiteX3" fmla="*/ 0 w 167300"/>
                <a:gd name="connsiteY3" fmla="*/ 890873 h 890873"/>
              </a:gdLst>
              <a:ahLst/>
              <a:cxnLst>
                <a:cxn ang="0">
                  <a:pos x="connsiteX0" y="connsiteY0"/>
                </a:cxn>
                <a:cxn ang="0">
                  <a:pos x="connsiteX1" y="connsiteY1"/>
                </a:cxn>
                <a:cxn ang="0">
                  <a:pos x="connsiteX2" y="connsiteY2"/>
                </a:cxn>
                <a:cxn ang="0">
                  <a:pos x="connsiteX3" y="connsiteY3"/>
                </a:cxn>
              </a:cxnLst>
              <a:rect l="l" t="t" r="r" b="b"/>
              <a:pathLst>
                <a:path w="167300" h="890873">
                  <a:moveTo>
                    <a:pt x="0" y="0"/>
                  </a:moveTo>
                  <a:cubicBezTo>
                    <a:pt x="0" y="0"/>
                    <a:pt x="110585" y="127254"/>
                    <a:pt x="143732" y="233077"/>
                  </a:cubicBezTo>
                  <a:cubicBezTo>
                    <a:pt x="168974" y="313563"/>
                    <a:pt x="172593" y="399098"/>
                    <a:pt x="160973" y="482822"/>
                  </a:cubicBezTo>
                  <a:cubicBezTo>
                    <a:pt x="136970" y="655892"/>
                    <a:pt x="0" y="890873"/>
                    <a:pt x="0" y="890873"/>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DF32521F-B67B-4D14-BB6E-0DD27E1C7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31253" y="14016"/>
              <a:ext cx="5523537" cy="3012568"/>
            </a:xfrm>
            <a:custGeom>
              <a:avLst/>
              <a:gdLst>
                <a:gd name="connsiteX0" fmla="*/ 3076099 w 3076098"/>
                <a:gd name="connsiteY0" fmla="*/ 12287 h 1677721"/>
                <a:gd name="connsiteX1" fmla="*/ 3054287 w 3076098"/>
                <a:gd name="connsiteY1" fmla="*/ 609029 h 1677721"/>
                <a:gd name="connsiteX2" fmla="*/ 3054287 w 3076098"/>
                <a:gd name="connsiteY2" fmla="*/ 824770 h 1677721"/>
                <a:gd name="connsiteX3" fmla="*/ 3002375 w 3076098"/>
                <a:gd name="connsiteY3" fmla="*/ 1158240 h 1677721"/>
                <a:gd name="connsiteX4" fmla="*/ 2945797 w 3076098"/>
                <a:gd name="connsiteY4" fmla="*/ 1277112 h 1677721"/>
                <a:gd name="connsiteX5" fmla="*/ 2706815 w 3076098"/>
                <a:gd name="connsiteY5" fmla="*/ 1492853 h 1677721"/>
                <a:gd name="connsiteX6" fmla="*/ 2451735 w 3076098"/>
                <a:gd name="connsiteY6" fmla="*/ 1618583 h 1677721"/>
                <a:gd name="connsiteX7" fmla="*/ 2128457 w 3076098"/>
                <a:gd name="connsiteY7" fmla="*/ 1677448 h 1677721"/>
                <a:gd name="connsiteX8" fmla="*/ 1672495 w 3076098"/>
                <a:gd name="connsiteY8" fmla="*/ 1505522 h 1677721"/>
                <a:gd name="connsiteX9" fmla="*/ 1445038 w 3076098"/>
                <a:gd name="connsiteY9" fmla="*/ 1230916 h 1677721"/>
                <a:gd name="connsiteX10" fmla="*/ 1381506 w 3076098"/>
                <a:gd name="connsiteY10" fmla="*/ 1044035 h 1677721"/>
                <a:gd name="connsiteX11" fmla="*/ 1260253 w 3076098"/>
                <a:gd name="connsiteY11" fmla="*/ 837533 h 1677721"/>
                <a:gd name="connsiteX12" fmla="*/ 1108520 w 3076098"/>
                <a:gd name="connsiteY12" fmla="*/ 772954 h 1677721"/>
                <a:gd name="connsiteX13" fmla="*/ 955358 w 3076098"/>
                <a:gd name="connsiteY13" fmla="*/ 751427 h 1677721"/>
                <a:gd name="connsiteX14" fmla="*/ 763810 w 3076098"/>
                <a:gd name="connsiteY14" fmla="*/ 764762 h 1677721"/>
                <a:gd name="connsiteX15" fmla="*/ 651224 w 3076098"/>
                <a:gd name="connsiteY15" fmla="*/ 728186 h 1677721"/>
                <a:gd name="connsiteX16" fmla="*/ 510730 w 3076098"/>
                <a:gd name="connsiteY16" fmla="*/ 587788 h 1677721"/>
                <a:gd name="connsiteX17" fmla="*/ 323183 w 3076098"/>
                <a:gd name="connsiteY17" fmla="*/ 353187 h 1677721"/>
                <a:gd name="connsiteX18" fmla="*/ 0 w 3076098"/>
                <a:gd name="connsiteY18" fmla="*/ 0 h 167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76098" h="1677721">
                  <a:moveTo>
                    <a:pt x="3076099" y="12287"/>
                  </a:moveTo>
                  <a:cubicBezTo>
                    <a:pt x="3069336" y="183071"/>
                    <a:pt x="3053525" y="438150"/>
                    <a:pt x="3054287" y="609029"/>
                  </a:cubicBezTo>
                  <a:cubicBezTo>
                    <a:pt x="3054572" y="680942"/>
                    <a:pt x="3056477" y="752856"/>
                    <a:pt x="3054287" y="824770"/>
                  </a:cubicBezTo>
                  <a:cubicBezTo>
                    <a:pt x="3050858" y="937832"/>
                    <a:pt x="3038285" y="1051084"/>
                    <a:pt x="3002375" y="1158240"/>
                  </a:cubicBezTo>
                  <a:cubicBezTo>
                    <a:pt x="2988374" y="1200055"/>
                    <a:pt x="2969895" y="1240155"/>
                    <a:pt x="2945797" y="1277112"/>
                  </a:cubicBezTo>
                  <a:cubicBezTo>
                    <a:pt x="2886742" y="1367885"/>
                    <a:pt x="2798636" y="1434846"/>
                    <a:pt x="2706815" y="1492853"/>
                  </a:cubicBezTo>
                  <a:cubicBezTo>
                    <a:pt x="2626424" y="1543717"/>
                    <a:pt x="2541080" y="1586103"/>
                    <a:pt x="2451735" y="1618583"/>
                  </a:cubicBezTo>
                  <a:cubicBezTo>
                    <a:pt x="2347817" y="1656398"/>
                    <a:pt x="2238851" y="1680591"/>
                    <a:pt x="2128457" y="1677448"/>
                  </a:cubicBezTo>
                  <a:cubicBezTo>
                    <a:pt x="1962436" y="1672781"/>
                    <a:pt x="1804702" y="1606677"/>
                    <a:pt x="1672495" y="1505522"/>
                  </a:cubicBezTo>
                  <a:cubicBezTo>
                    <a:pt x="1576483" y="1432084"/>
                    <a:pt x="1493520" y="1341501"/>
                    <a:pt x="1445038" y="1230916"/>
                  </a:cubicBezTo>
                  <a:cubicBezTo>
                    <a:pt x="1418653" y="1170623"/>
                    <a:pt x="1401794" y="1106710"/>
                    <a:pt x="1381506" y="1044035"/>
                  </a:cubicBezTo>
                  <a:cubicBezTo>
                    <a:pt x="1356360" y="966026"/>
                    <a:pt x="1324261" y="887730"/>
                    <a:pt x="1260253" y="837533"/>
                  </a:cubicBezTo>
                  <a:cubicBezTo>
                    <a:pt x="1216628" y="803243"/>
                    <a:pt x="1162717" y="786194"/>
                    <a:pt x="1108520" y="772954"/>
                  </a:cubicBezTo>
                  <a:cubicBezTo>
                    <a:pt x="1058228" y="760667"/>
                    <a:pt x="1007078" y="750570"/>
                    <a:pt x="955358" y="751427"/>
                  </a:cubicBezTo>
                  <a:cubicBezTo>
                    <a:pt x="891064" y="752475"/>
                    <a:pt x="827818" y="770001"/>
                    <a:pt x="763810" y="764762"/>
                  </a:cubicBezTo>
                  <a:cubicBezTo>
                    <a:pt x="723995" y="761524"/>
                    <a:pt x="685514" y="748760"/>
                    <a:pt x="651224" y="728186"/>
                  </a:cubicBezTo>
                  <a:cubicBezTo>
                    <a:pt x="594074" y="693896"/>
                    <a:pt x="552545" y="639985"/>
                    <a:pt x="510730" y="587788"/>
                  </a:cubicBezTo>
                  <a:cubicBezTo>
                    <a:pt x="448151" y="509683"/>
                    <a:pt x="384524" y="432245"/>
                    <a:pt x="323183" y="353187"/>
                  </a:cubicBezTo>
                  <a:cubicBezTo>
                    <a:pt x="246221" y="253937"/>
                    <a:pt x="94202" y="82868"/>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56F73602-5ACB-4102-894B-D140E71E67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7455" y="75587"/>
              <a:ext cx="4681672" cy="2637228"/>
            </a:xfrm>
            <a:custGeom>
              <a:avLst/>
              <a:gdLst>
                <a:gd name="connsiteX0" fmla="*/ 2568321 w 2607257"/>
                <a:gd name="connsiteY0" fmla="*/ 18002 h 1468691"/>
                <a:gd name="connsiteX1" fmla="*/ 2590609 w 2607257"/>
                <a:gd name="connsiteY1" fmla="*/ 258509 h 1468691"/>
                <a:gd name="connsiteX2" fmla="*/ 2606802 w 2607257"/>
                <a:gd name="connsiteY2" fmla="*/ 563118 h 1468691"/>
                <a:gd name="connsiteX3" fmla="*/ 2587181 w 2607257"/>
                <a:gd name="connsiteY3" fmla="*/ 910400 h 1468691"/>
                <a:gd name="connsiteX4" fmla="*/ 2568702 w 2607257"/>
                <a:gd name="connsiteY4" fmla="*/ 1001554 h 1468691"/>
                <a:gd name="connsiteX5" fmla="*/ 2407063 w 2607257"/>
                <a:gd name="connsiteY5" fmla="*/ 1262348 h 1468691"/>
                <a:gd name="connsiteX6" fmla="*/ 2211896 w 2607257"/>
                <a:gd name="connsiteY6" fmla="*/ 1390078 h 1468691"/>
                <a:gd name="connsiteX7" fmla="*/ 1936623 w 2607257"/>
                <a:gd name="connsiteY7" fmla="*/ 1466660 h 1468691"/>
                <a:gd name="connsiteX8" fmla="*/ 1749933 w 2607257"/>
                <a:gd name="connsiteY8" fmla="*/ 1447514 h 1468691"/>
                <a:gd name="connsiteX9" fmla="*/ 1594295 w 2607257"/>
                <a:gd name="connsiteY9" fmla="*/ 1351788 h 1468691"/>
                <a:gd name="connsiteX10" fmla="*/ 1512951 w 2607257"/>
                <a:gd name="connsiteY10" fmla="*/ 1227392 h 1468691"/>
                <a:gd name="connsiteX11" fmla="*/ 1500949 w 2607257"/>
                <a:gd name="connsiteY11" fmla="*/ 992886 h 1468691"/>
                <a:gd name="connsiteX12" fmla="*/ 1541621 w 2607257"/>
                <a:gd name="connsiteY12" fmla="*/ 803910 h 1468691"/>
                <a:gd name="connsiteX13" fmla="*/ 1541621 w 2607257"/>
                <a:gd name="connsiteY13" fmla="*/ 665131 h 1468691"/>
                <a:gd name="connsiteX14" fmla="*/ 1429131 w 2607257"/>
                <a:gd name="connsiteY14" fmla="*/ 526352 h 1468691"/>
                <a:gd name="connsiteX15" fmla="*/ 1163383 w 2607257"/>
                <a:gd name="connsiteY15" fmla="*/ 449771 h 1468691"/>
                <a:gd name="connsiteX16" fmla="*/ 811530 w 2607257"/>
                <a:gd name="connsiteY16" fmla="*/ 406718 h 1468691"/>
                <a:gd name="connsiteX17" fmla="*/ 574548 w 2607257"/>
                <a:gd name="connsiteY17" fmla="*/ 354044 h 1468691"/>
                <a:gd name="connsiteX18" fmla="*/ 284893 w 2607257"/>
                <a:gd name="connsiteY18" fmla="*/ 224885 h 1468691"/>
                <a:gd name="connsiteX19" fmla="*/ 0 w 2607257"/>
                <a:gd name="connsiteY19" fmla="*/ 0 h 146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07257" h="1468691">
                  <a:moveTo>
                    <a:pt x="2568321" y="18002"/>
                  </a:moveTo>
                  <a:cubicBezTo>
                    <a:pt x="2574989" y="70009"/>
                    <a:pt x="2587752" y="206121"/>
                    <a:pt x="2590609" y="258509"/>
                  </a:cubicBezTo>
                  <a:cubicBezTo>
                    <a:pt x="2596134" y="360045"/>
                    <a:pt x="2604707" y="461486"/>
                    <a:pt x="2606802" y="563118"/>
                  </a:cubicBezTo>
                  <a:cubicBezTo>
                    <a:pt x="2609088" y="679228"/>
                    <a:pt x="2602802" y="795338"/>
                    <a:pt x="2587181" y="910400"/>
                  </a:cubicBezTo>
                  <a:cubicBezTo>
                    <a:pt x="2582990" y="941165"/>
                    <a:pt x="2577274" y="971645"/>
                    <a:pt x="2568702" y="1001554"/>
                  </a:cubicBezTo>
                  <a:cubicBezTo>
                    <a:pt x="2540222" y="1101471"/>
                    <a:pt x="2482501" y="1190816"/>
                    <a:pt x="2407063" y="1262348"/>
                  </a:cubicBezTo>
                  <a:cubicBezTo>
                    <a:pt x="2350294" y="1316165"/>
                    <a:pt x="2283047" y="1357313"/>
                    <a:pt x="2211896" y="1390078"/>
                  </a:cubicBezTo>
                  <a:cubicBezTo>
                    <a:pt x="2124742" y="1430179"/>
                    <a:pt x="2032159" y="1458754"/>
                    <a:pt x="1936623" y="1466660"/>
                  </a:cubicBezTo>
                  <a:cubicBezTo>
                    <a:pt x="1873567" y="1471898"/>
                    <a:pt x="1809845" y="1467517"/>
                    <a:pt x="1749933" y="1447514"/>
                  </a:cubicBezTo>
                  <a:cubicBezTo>
                    <a:pt x="1691449" y="1428083"/>
                    <a:pt x="1638109" y="1395222"/>
                    <a:pt x="1594295" y="1351788"/>
                  </a:cubicBezTo>
                  <a:cubicBezTo>
                    <a:pt x="1558576" y="1316450"/>
                    <a:pt x="1530001" y="1274540"/>
                    <a:pt x="1512951" y="1227392"/>
                  </a:cubicBezTo>
                  <a:cubicBezTo>
                    <a:pt x="1485900" y="1152811"/>
                    <a:pt x="1487519" y="1071467"/>
                    <a:pt x="1500949" y="992886"/>
                  </a:cubicBezTo>
                  <a:cubicBezTo>
                    <a:pt x="1511808" y="929354"/>
                    <a:pt x="1529810" y="867251"/>
                    <a:pt x="1541621" y="803910"/>
                  </a:cubicBezTo>
                  <a:cubicBezTo>
                    <a:pt x="1550194" y="757714"/>
                    <a:pt x="1554194" y="710279"/>
                    <a:pt x="1541621" y="665131"/>
                  </a:cubicBezTo>
                  <a:cubicBezTo>
                    <a:pt x="1525143" y="605981"/>
                    <a:pt x="1481233" y="559403"/>
                    <a:pt x="1429131" y="526352"/>
                  </a:cubicBezTo>
                  <a:cubicBezTo>
                    <a:pt x="1350455" y="476536"/>
                    <a:pt x="1256157" y="461772"/>
                    <a:pt x="1163383" y="449771"/>
                  </a:cubicBezTo>
                  <a:cubicBezTo>
                    <a:pt x="1046131" y="434626"/>
                    <a:pt x="928306" y="424720"/>
                    <a:pt x="811530" y="406718"/>
                  </a:cubicBezTo>
                  <a:cubicBezTo>
                    <a:pt x="731425" y="394335"/>
                    <a:pt x="652081" y="377571"/>
                    <a:pt x="574548" y="354044"/>
                  </a:cubicBezTo>
                  <a:cubicBezTo>
                    <a:pt x="472916" y="323279"/>
                    <a:pt x="375094" y="280702"/>
                    <a:pt x="284893" y="224885"/>
                  </a:cubicBezTo>
                  <a:cubicBezTo>
                    <a:pt x="181832" y="161068"/>
                    <a:pt x="90868" y="80296"/>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E87FA368-45DC-4276-A257-F67A12B2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0305" y="31802"/>
              <a:ext cx="3763077" cy="2110194"/>
            </a:xfrm>
            <a:custGeom>
              <a:avLst/>
              <a:gdLst>
                <a:gd name="connsiteX0" fmla="*/ 1950434 w 2095685"/>
                <a:gd name="connsiteY0" fmla="*/ 0 h 1175182"/>
                <a:gd name="connsiteX1" fmla="*/ 2077307 w 2095685"/>
                <a:gd name="connsiteY1" fmla="*/ 479108 h 1175182"/>
                <a:gd name="connsiteX2" fmla="*/ 2089309 w 2095685"/>
                <a:gd name="connsiteY2" fmla="*/ 826008 h 1175182"/>
                <a:gd name="connsiteX3" fmla="*/ 1987582 w 2095685"/>
                <a:gd name="connsiteY3" fmla="*/ 1101185 h 1175182"/>
                <a:gd name="connsiteX4" fmla="*/ 1818037 w 2095685"/>
                <a:gd name="connsiteY4" fmla="*/ 1173004 h 1175182"/>
                <a:gd name="connsiteX5" fmla="*/ 1694402 w 2095685"/>
                <a:gd name="connsiteY5" fmla="*/ 1157097 h 1175182"/>
                <a:gd name="connsiteX6" fmla="*/ 1594676 w 2095685"/>
                <a:gd name="connsiteY6" fmla="*/ 1013555 h 1175182"/>
                <a:gd name="connsiteX7" fmla="*/ 1664494 w 2095685"/>
                <a:gd name="connsiteY7" fmla="*/ 790289 h 1175182"/>
                <a:gd name="connsiteX8" fmla="*/ 1684401 w 2095685"/>
                <a:gd name="connsiteY8" fmla="*/ 527114 h 1175182"/>
                <a:gd name="connsiteX9" fmla="*/ 1550765 w 2095685"/>
                <a:gd name="connsiteY9" fmla="*/ 343662 h 1175182"/>
                <a:gd name="connsiteX10" fmla="*/ 1315402 w 2095685"/>
                <a:gd name="connsiteY10" fmla="*/ 265938 h 1175182"/>
                <a:gd name="connsiteX11" fmla="*/ 876586 w 2095685"/>
                <a:gd name="connsiteY11" fmla="*/ 200120 h 1175182"/>
                <a:gd name="connsiteX12" fmla="*/ 591312 w 2095685"/>
                <a:gd name="connsiteY12" fmla="*/ 186119 h 1175182"/>
                <a:gd name="connsiteX13" fmla="*/ 0 w 2095685"/>
                <a:gd name="connsiteY13" fmla="*/ 16669 h 117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5685" h="1175182">
                  <a:moveTo>
                    <a:pt x="1950434" y="0"/>
                  </a:moveTo>
                  <a:cubicBezTo>
                    <a:pt x="1973485" y="77629"/>
                    <a:pt x="2063115" y="399383"/>
                    <a:pt x="2077307" y="479108"/>
                  </a:cubicBezTo>
                  <a:cubicBezTo>
                    <a:pt x="2097786" y="593693"/>
                    <a:pt x="2100167" y="710089"/>
                    <a:pt x="2089309" y="826008"/>
                  </a:cubicBezTo>
                  <a:cubicBezTo>
                    <a:pt x="2079784" y="927545"/>
                    <a:pt x="2061401" y="1032891"/>
                    <a:pt x="1987582" y="1101185"/>
                  </a:cubicBezTo>
                  <a:cubicBezTo>
                    <a:pt x="1941481" y="1143762"/>
                    <a:pt x="1880616" y="1165670"/>
                    <a:pt x="1818037" y="1173004"/>
                  </a:cubicBezTo>
                  <a:cubicBezTo>
                    <a:pt x="1775746" y="1177957"/>
                    <a:pt x="1732693" y="1175195"/>
                    <a:pt x="1694402" y="1157097"/>
                  </a:cubicBezTo>
                  <a:cubicBezTo>
                    <a:pt x="1638110" y="1130427"/>
                    <a:pt x="1600295" y="1075373"/>
                    <a:pt x="1594676" y="1013555"/>
                  </a:cubicBezTo>
                  <a:cubicBezTo>
                    <a:pt x="1587532" y="934879"/>
                    <a:pt x="1635633" y="864870"/>
                    <a:pt x="1664494" y="790289"/>
                  </a:cubicBezTo>
                  <a:cubicBezTo>
                    <a:pt x="1696974" y="706279"/>
                    <a:pt x="1708594" y="613791"/>
                    <a:pt x="1684401" y="527114"/>
                  </a:cubicBezTo>
                  <a:cubicBezTo>
                    <a:pt x="1663351" y="451580"/>
                    <a:pt x="1616488" y="386620"/>
                    <a:pt x="1550765" y="343662"/>
                  </a:cubicBezTo>
                  <a:cubicBezTo>
                    <a:pt x="1480947" y="298133"/>
                    <a:pt x="1397508" y="282131"/>
                    <a:pt x="1315402" y="265938"/>
                  </a:cubicBezTo>
                  <a:cubicBezTo>
                    <a:pt x="1170051" y="237173"/>
                    <a:pt x="1024128" y="212027"/>
                    <a:pt x="876586" y="200120"/>
                  </a:cubicBezTo>
                  <a:cubicBezTo>
                    <a:pt x="781717" y="192500"/>
                    <a:pt x="686276" y="193643"/>
                    <a:pt x="591312" y="186119"/>
                  </a:cubicBezTo>
                  <a:cubicBezTo>
                    <a:pt x="465296" y="176213"/>
                    <a:pt x="160211" y="193453"/>
                    <a:pt x="0" y="16669"/>
                  </a:cubicBezTo>
                </a:path>
              </a:pathLst>
            </a:custGeom>
            <a:noFill/>
            <a:ln w="9525" cap="rnd">
              <a:solidFill>
                <a:schemeClr val="accent2">
                  <a:alpha val="35000"/>
                </a:schemeClr>
              </a:solidFill>
              <a:prstDash val="lgDash"/>
              <a:round/>
            </a:ln>
          </p:spPr>
          <p:txBody>
            <a:bodyPr rtlCol="0" anchor="ctr"/>
            <a:lstStyle/>
            <a:p>
              <a:endParaRPr lang="en-US"/>
            </a:p>
          </p:txBody>
        </p:sp>
      </p:grpSp>
      <p:grpSp>
        <p:nvGrpSpPr>
          <p:cNvPr id="62" name="Bottom Right">
            <a:extLst>
              <a:ext uri="{FF2B5EF4-FFF2-40B4-BE49-F238E27FC236}">
                <a16:creationId xmlns:a16="http://schemas.microsoft.com/office/drawing/2014/main" id="{88540B56-6256-419C-AC81-7B56D0DD72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3" name="Freeform: Shape 62">
              <a:extLst>
                <a:ext uri="{FF2B5EF4-FFF2-40B4-BE49-F238E27FC236}">
                  <a16:creationId xmlns:a16="http://schemas.microsoft.com/office/drawing/2014/main" id="{EB5E9C2F-6749-4023-8E94-45C1C3FC6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4" name="Graphic 157">
              <a:extLst>
                <a:ext uri="{FF2B5EF4-FFF2-40B4-BE49-F238E27FC236}">
                  <a16:creationId xmlns:a16="http://schemas.microsoft.com/office/drawing/2014/main" id="{D87C11F9-4A6E-44BC-BF6C-0468EFD71B2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6" name="Freeform: Shape 65">
                <a:extLst>
                  <a:ext uri="{FF2B5EF4-FFF2-40B4-BE49-F238E27FC236}">
                    <a16:creationId xmlns:a16="http://schemas.microsoft.com/office/drawing/2014/main" id="{2B1B9F72-6727-48A7-A229-1B9E8620C6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F112D38F-1CDF-4293-96FC-2190D0395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CF3E4DE9-57D9-4C4C-BE4E-7F081A1B3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9" name="Freeform: Shape 68">
                <a:extLst>
                  <a:ext uri="{FF2B5EF4-FFF2-40B4-BE49-F238E27FC236}">
                    <a16:creationId xmlns:a16="http://schemas.microsoft.com/office/drawing/2014/main" id="{6BB673C9-C994-4CA3-B78E-F65C5F8C6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9B6FF51D-0B4A-4C30-AEC8-D66E88C98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DCF516A0-FBBD-4A87-9E93-708625DE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6F1EDD83-3119-40A9-B093-626EB1B12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5" name="Freeform: Shape 64">
              <a:extLst>
                <a:ext uri="{FF2B5EF4-FFF2-40B4-BE49-F238E27FC236}">
                  <a16:creationId xmlns:a16="http://schemas.microsoft.com/office/drawing/2014/main" id="{BA5F46DB-9B25-49AD-BC98-191E88919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itle 3">
            <a:extLst>
              <a:ext uri="{FF2B5EF4-FFF2-40B4-BE49-F238E27FC236}">
                <a16:creationId xmlns:a16="http://schemas.microsoft.com/office/drawing/2014/main" id="{140983E0-FEBB-4B45-B00C-917965EBE17F}"/>
              </a:ext>
            </a:extLst>
          </p:cNvPr>
          <p:cNvSpPr>
            <a:spLocks noGrp="1"/>
          </p:cNvSpPr>
          <p:nvPr>
            <p:ph type="ctrTitle"/>
          </p:nvPr>
        </p:nvSpPr>
        <p:spPr>
          <a:xfrm>
            <a:off x="994404" y="731041"/>
            <a:ext cx="10191942" cy="3173034"/>
          </a:xfrm>
        </p:spPr>
        <p:txBody>
          <a:bodyPr vert="horz" lIns="91440" tIns="45720" rIns="91440" bIns="45720" rtlCol="0" anchor="b">
            <a:normAutofit/>
          </a:bodyPr>
          <a:lstStyle/>
          <a:p>
            <a:pPr algn="ctr"/>
            <a:r>
              <a:rPr lang="en-US" sz="6600" dirty="0"/>
              <a:t>Object Detection Using Faster R-CNN</a:t>
            </a:r>
            <a:endParaRPr lang="en-US" sz="6600" kern="1200" dirty="0">
              <a:latin typeface="+mj-lt"/>
              <a:cs typeface="Posterama"/>
            </a:endParaRPr>
          </a:p>
        </p:txBody>
      </p:sp>
      <p:sp>
        <p:nvSpPr>
          <p:cNvPr id="5" name="Subtitle 4">
            <a:extLst>
              <a:ext uri="{FF2B5EF4-FFF2-40B4-BE49-F238E27FC236}">
                <a16:creationId xmlns:a16="http://schemas.microsoft.com/office/drawing/2014/main" id="{E0DB9D88-9963-482B-B907-C09FB61E06F7}"/>
              </a:ext>
            </a:extLst>
          </p:cNvPr>
          <p:cNvSpPr>
            <a:spLocks noGrp="1"/>
          </p:cNvSpPr>
          <p:nvPr>
            <p:ph type="subTitle" idx="1"/>
          </p:nvPr>
        </p:nvSpPr>
        <p:spPr>
          <a:xfrm>
            <a:off x="1524000" y="4069354"/>
            <a:ext cx="9144000" cy="1265285"/>
          </a:xfrm>
        </p:spPr>
        <p:txBody>
          <a:bodyPr vert="horz" lIns="91440" tIns="45720" rIns="91440" bIns="45720" rtlCol="0">
            <a:normAutofit/>
          </a:bodyPr>
          <a:lstStyle/>
          <a:p>
            <a:pPr algn="ctr"/>
            <a:r>
              <a:rPr lang="en-US" sz="2200" kern="1200">
                <a:solidFill>
                  <a:schemeClr val="tx2"/>
                </a:solidFill>
                <a:latin typeface="+mn-lt"/>
                <a:ea typeface="+mn-ea"/>
                <a:cs typeface="+mn-cs"/>
              </a:rPr>
              <a:t>Aashish Mahato</a:t>
            </a:r>
          </a:p>
        </p:txBody>
      </p:sp>
      <p:grpSp>
        <p:nvGrpSpPr>
          <p:cNvPr id="74" name="Cross">
            <a:extLst>
              <a:ext uri="{FF2B5EF4-FFF2-40B4-BE49-F238E27FC236}">
                <a16:creationId xmlns:a16="http://schemas.microsoft.com/office/drawing/2014/main" id="{DDB99EF5-8801-40E2-83D3-196FADCBBA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30939" y="3874229"/>
            <a:ext cx="118872" cy="118872"/>
            <a:chOff x="1175347" y="3733800"/>
            <a:chExt cx="118872" cy="118872"/>
          </a:xfrm>
        </p:grpSpPr>
        <p:cxnSp>
          <p:nvCxnSpPr>
            <p:cNvPr id="75" name="Straight Connector 74">
              <a:extLst>
                <a:ext uri="{FF2B5EF4-FFF2-40B4-BE49-F238E27FC236}">
                  <a16:creationId xmlns:a16="http://schemas.microsoft.com/office/drawing/2014/main" id="{50FE3A76-C0EC-41F2-92AD-1A75BA3771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76" name="Straight Connector 75">
              <a:extLst>
                <a:ext uri="{FF2B5EF4-FFF2-40B4-BE49-F238E27FC236}">
                  <a16:creationId xmlns:a16="http://schemas.microsoft.com/office/drawing/2014/main" id="{C22AF00A-AACB-4D06-A706-4231FD4EC6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4103437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6C0716-5D59-43AE-A330-C9AC7B2CD347}"/>
              </a:ext>
            </a:extLst>
          </p:cNvPr>
          <p:cNvSpPr>
            <a:spLocks noGrp="1"/>
          </p:cNvSpPr>
          <p:nvPr>
            <p:ph type="title"/>
          </p:nvPr>
        </p:nvSpPr>
        <p:spPr>
          <a:xfrm>
            <a:off x="1198182" y="559813"/>
            <a:ext cx="5605358" cy="1664573"/>
          </a:xfrm>
        </p:spPr>
        <p:txBody>
          <a:bodyPr/>
          <a:lstStyle/>
          <a:p>
            <a:r>
              <a:rPr lang="en-US"/>
              <a:t>Agenda</a:t>
            </a:r>
          </a:p>
        </p:txBody>
      </p:sp>
      <p:sp>
        <p:nvSpPr>
          <p:cNvPr id="7" name="Subtitle 6">
            <a:extLst>
              <a:ext uri="{FF2B5EF4-FFF2-40B4-BE49-F238E27FC236}">
                <a16:creationId xmlns:a16="http://schemas.microsoft.com/office/drawing/2014/main" id="{9E6680CE-A768-4BCE-A8EF-EEDE6ABA3F03}"/>
              </a:ext>
            </a:extLst>
          </p:cNvPr>
          <p:cNvSpPr>
            <a:spLocks noGrp="1"/>
          </p:cNvSpPr>
          <p:nvPr>
            <p:ph type="body" sz="quarter" idx="16"/>
          </p:nvPr>
        </p:nvSpPr>
        <p:spPr>
          <a:xfrm>
            <a:off x="1195452" y="1797647"/>
            <a:ext cx="8708640" cy="4372590"/>
          </a:xfrm>
        </p:spPr>
        <p:txBody>
          <a:bodyPr lIns="91440" tIns="45720" rIns="91440" bIns="45720" anchor="t"/>
          <a:lstStyle/>
          <a:p>
            <a:r>
              <a:rPr lang="en-US" dirty="0"/>
              <a:t>Object Detection</a:t>
            </a:r>
          </a:p>
          <a:p>
            <a:r>
              <a:rPr lang="en-US" dirty="0"/>
              <a:t>R-CNN</a:t>
            </a:r>
          </a:p>
          <a:p>
            <a:r>
              <a:rPr lang="en-US" dirty="0"/>
              <a:t>Fast R-CNN</a:t>
            </a:r>
          </a:p>
          <a:p>
            <a:r>
              <a:rPr lang="en-US" dirty="0"/>
              <a:t>Faster R-CNN</a:t>
            </a:r>
          </a:p>
        </p:txBody>
      </p:sp>
      <p:sp>
        <p:nvSpPr>
          <p:cNvPr id="17" name="Slide Number Placeholder 16">
            <a:extLst>
              <a:ext uri="{FF2B5EF4-FFF2-40B4-BE49-F238E27FC236}">
                <a16:creationId xmlns:a16="http://schemas.microsoft.com/office/drawing/2014/main" id="{61DE433B-D5F9-43BE-952C-B08B09FDD667}"/>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2</a:t>
            </a:fld>
            <a:endParaRPr lang="en-US"/>
          </a:p>
        </p:txBody>
      </p:sp>
      <p:grpSp>
        <p:nvGrpSpPr>
          <p:cNvPr id="37" name="Bottom Right">
            <a:extLst>
              <a:ext uri="{FF2B5EF4-FFF2-40B4-BE49-F238E27FC236}">
                <a16:creationId xmlns:a16="http://schemas.microsoft.com/office/drawing/2014/main" id="{55C8AD2F-5B7B-44EB-AEC6-DB915E954A7A}"/>
              </a:ext>
              <a:ext uri="{C183D7F6-B498-43B3-948B-1728B52AA6E4}">
                <adec:decorative xmlns:adec="http://schemas.microsoft.com/office/drawing/2017/decorative" val="1"/>
              </a:ext>
            </a:extLst>
          </p:cNvPr>
          <p:cNvGrpSpPr/>
          <p:nvPr/>
        </p:nvGrpSpPr>
        <p:grpSpPr>
          <a:xfrm>
            <a:off x="7980400" y="3276601"/>
            <a:ext cx="4211600" cy="3581399"/>
            <a:chOff x="7980400" y="3276601"/>
            <a:chExt cx="4211600" cy="3581399"/>
          </a:xfrm>
        </p:grpSpPr>
        <p:grpSp>
          <p:nvGrpSpPr>
            <p:cNvPr id="47" name="Graphic 157">
              <a:extLst>
                <a:ext uri="{FF2B5EF4-FFF2-40B4-BE49-F238E27FC236}">
                  <a16:creationId xmlns:a16="http://schemas.microsoft.com/office/drawing/2014/main" id="{AD2237AA-7A0E-46FE-8C56-65082235ECE7}"/>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49" name="Freeform: Shape 48">
                <a:extLst>
                  <a:ext uri="{FF2B5EF4-FFF2-40B4-BE49-F238E27FC236}">
                    <a16:creationId xmlns:a16="http://schemas.microsoft.com/office/drawing/2014/main" id="{8189D45D-DFA3-4998-98D1-5D9637BDA9C6}"/>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4E2B0C16-9511-474C-B3A2-401F66A741E2}"/>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2D474A2B-3E8D-40C0-98CA-6697FC0EA99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B7AE6964-2C05-4058-A591-1EF146A33B60}"/>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33574087-63C5-4183-82FA-AC9A54AA793B}"/>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BD162D94-709E-4257-90A5-A01CF9FCBA0A}"/>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B07825EA-21C0-423A-A0C9-9B747B200F06}"/>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48" name="Freeform: Shape 47">
              <a:extLst>
                <a:ext uri="{FF2B5EF4-FFF2-40B4-BE49-F238E27FC236}">
                  <a16:creationId xmlns:a16="http://schemas.microsoft.com/office/drawing/2014/main" id="{9DD04C10-BC2D-45BD-BB64-35E600DDD78D}"/>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364216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28" name="Freeform: Shape 227">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229" name="Freeform: Shape 228">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230" name="Freeform: Shape 229">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31"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1" name="Freeform: Shape 20">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2" name="Freeform: Shape 231">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233"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0" name="Freeform: Shape 29">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4" name="Freeform: Shape 233">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235" name="Rectangle 234">
            <a:extLst>
              <a:ext uri="{FF2B5EF4-FFF2-40B4-BE49-F238E27FC236}">
                <a16:creationId xmlns:a16="http://schemas.microsoft.com/office/drawing/2014/main" id="{81BC67A1-175E-439E-85E2-88911C119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36" name="Rectangle 235">
            <a:extLst>
              <a:ext uri="{FF2B5EF4-FFF2-40B4-BE49-F238E27FC236}">
                <a16:creationId xmlns:a16="http://schemas.microsoft.com/office/drawing/2014/main" id="{94A7B82C-30F1-42B4-BE36-3DB42DD51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37" name="Top Left">
            <a:extLst>
              <a:ext uri="{FF2B5EF4-FFF2-40B4-BE49-F238E27FC236}">
                <a16:creationId xmlns:a16="http://schemas.microsoft.com/office/drawing/2014/main" id="{019E22E7-A14F-465E-A704-1E81AFD8DF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86"/>
            <a:ext cx="4853749" cy="5127923"/>
            <a:chOff x="0" y="-3086"/>
            <a:chExt cx="4853749" cy="5127923"/>
          </a:xfrm>
        </p:grpSpPr>
        <p:sp>
          <p:nvSpPr>
            <p:cNvPr id="43" name="Freeform: Shape 42">
              <a:extLst>
                <a:ext uri="{FF2B5EF4-FFF2-40B4-BE49-F238E27FC236}">
                  <a16:creationId xmlns:a16="http://schemas.microsoft.com/office/drawing/2014/main" id="{4EA2AE61-06D9-484D-8DD1-BACA157CC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238" name="Freeform: Shape 237">
              <a:extLst>
                <a:ext uri="{FF2B5EF4-FFF2-40B4-BE49-F238E27FC236}">
                  <a16:creationId xmlns:a16="http://schemas.microsoft.com/office/drawing/2014/main" id="{454C1B16-3C93-4003-88AD-F74DAD18C8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62" y="150592"/>
              <a:ext cx="5085197" cy="4844224"/>
            </a:xfrm>
            <a:custGeom>
              <a:avLst/>
              <a:gdLst>
                <a:gd name="connsiteX0" fmla="*/ 425663 w 5085197"/>
                <a:gd name="connsiteY0" fmla="*/ 0 h 4844224"/>
                <a:gd name="connsiteX1" fmla="*/ 277263 w 5085197"/>
                <a:gd name="connsiteY1" fmla="*/ 200882 h 4844224"/>
                <a:gd name="connsiteX2" fmla="*/ 155629 w 5085197"/>
                <a:gd name="connsiteY2" fmla="*/ 472154 h 4844224"/>
                <a:gd name="connsiteX3" fmla="*/ 55998 w 5085197"/>
                <a:gd name="connsiteY3" fmla="*/ 785336 h 4844224"/>
                <a:gd name="connsiteX4" fmla="*/ 6182 w 5085197"/>
                <a:gd name="connsiteY4" fmla="*/ 1154335 h 4844224"/>
                <a:gd name="connsiteX5" fmla="*/ 6182 w 5085197"/>
                <a:gd name="connsiteY5" fmla="*/ 1577245 h 4844224"/>
                <a:gd name="connsiteX6" fmla="*/ 59998 w 5085197"/>
                <a:gd name="connsiteY6" fmla="*/ 1960245 h 4844224"/>
                <a:gd name="connsiteX7" fmla="*/ 187633 w 5085197"/>
                <a:gd name="connsiteY7" fmla="*/ 2261426 h 4844224"/>
                <a:gd name="connsiteX8" fmla="*/ 365084 w 5085197"/>
                <a:gd name="connsiteY8" fmla="*/ 2474881 h 4844224"/>
                <a:gd name="connsiteX9" fmla="*/ 642261 w 5085197"/>
                <a:gd name="connsiteY9" fmla="*/ 2658428 h 4844224"/>
                <a:gd name="connsiteX10" fmla="*/ 965254 w 5085197"/>
                <a:gd name="connsiteY10" fmla="*/ 2770156 h 4844224"/>
                <a:gd name="connsiteX11" fmla="*/ 1312155 w 5085197"/>
                <a:gd name="connsiteY11" fmla="*/ 2812066 h 4844224"/>
                <a:gd name="connsiteX12" fmla="*/ 1493606 w 5085197"/>
                <a:gd name="connsiteY12" fmla="*/ 2877884 h 4844224"/>
                <a:gd name="connsiteX13" fmla="*/ 1700965 w 5085197"/>
                <a:gd name="connsiteY13" fmla="*/ 3085338 h 4844224"/>
                <a:gd name="connsiteX14" fmla="*/ 1856508 w 5085197"/>
                <a:gd name="connsiteY14" fmla="*/ 3320701 h 4844224"/>
                <a:gd name="connsiteX15" fmla="*/ 1968141 w 5085197"/>
                <a:gd name="connsiteY15" fmla="*/ 3460337 h 4844224"/>
                <a:gd name="connsiteX16" fmla="*/ 2147593 w 5085197"/>
                <a:gd name="connsiteY16" fmla="*/ 3544157 h 4844224"/>
                <a:gd name="connsiteX17" fmla="*/ 2492493 w 5085197"/>
                <a:gd name="connsiteY17" fmla="*/ 3544157 h 4844224"/>
                <a:gd name="connsiteX18" fmla="*/ 2729760 w 5085197"/>
                <a:gd name="connsiteY18" fmla="*/ 3544157 h 4844224"/>
                <a:gd name="connsiteX19" fmla="*/ 2865301 w 5085197"/>
                <a:gd name="connsiteY19" fmla="*/ 3627978 h 4844224"/>
                <a:gd name="connsiteX20" fmla="*/ 2984935 w 5085197"/>
                <a:gd name="connsiteY20" fmla="*/ 3773615 h 4844224"/>
                <a:gd name="connsiteX21" fmla="*/ 3126477 w 5085197"/>
                <a:gd name="connsiteY21" fmla="*/ 3995071 h 4844224"/>
                <a:gd name="connsiteX22" fmla="*/ 3293926 w 5085197"/>
                <a:gd name="connsiteY22" fmla="*/ 4348163 h 4844224"/>
                <a:gd name="connsiteX23" fmla="*/ 3445469 w 5085197"/>
                <a:gd name="connsiteY23" fmla="*/ 4623435 h 4844224"/>
                <a:gd name="connsiteX24" fmla="*/ 3549196 w 5085197"/>
                <a:gd name="connsiteY24" fmla="*/ 4727163 h 4844224"/>
                <a:gd name="connsiteX25" fmla="*/ 3953913 w 5085197"/>
                <a:gd name="connsiteY25" fmla="*/ 4773073 h 4844224"/>
                <a:gd name="connsiteX26" fmla="*/ 4406542 w 5085197"/>
                <a:gd name="connsiteY26" fmla="*/ 4729163 h 4844224"/>
                <a:gd name="connsiteX27" fmla="*/ 4573991 w 5085197"/>
                <a:gd name="connsiteY27" fmla="*/ 4709256 h 4844224"/>
                <a:gd name="connsiteX28" fmla="*/ 5085198 w 5085197"/>
                <a:gd name="connsiteY28" fmla="*/ 4844225 h 484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85197" h="4844224">
                  <a:moveTo>
                    <a:pt x="425663" y="0"/>
                  </a:moveTo>
                  <a:cubicBezTo>
                    <a:pt x="425663" y="0"/>
                    <a:pt x="309172" y="142875"/>
                    <a:pt x="277263" y="200882"/>
                  </a:cubicBezTo>
                  <a:cubicBezTo>
                    <a:pt x="229448" y="287846"/>
                    <a:pt x="191253" y="379571"/>
                    <a:pt x="155629" y="472154"/>
                  </a:cubicBezTo>
                  <a:cubicBezTo>
                    <a:pt x="116291" y="574548"/>
                    <a:pt x="80953" y="678561"/>
                    <a:pt x="55998" y="785336"/>
                  </a:cubicBezTo>
                  <a:cubicBezTo>
                    <a:pt x="27804" y="906399"/>
                    <a:pt x="13707" y="1030224"/>
                    <a:pt x="6182" y="1154335"/>
                  </a:cubicBezTo>
                  <a:cubicBezTo>
                    <a:pt x="-2391" y="1295114"/>
                    <a:pt x="-1724" y="1436370"/>
                    <a:pt x="6182" y="1577245"/>
                  </a:cubicBezTo>
                  <a:cubicBezTo>
                    <a:pt x="13421" y="1706309"/>
                    <a:pt x="26851" y="1835372"/>
                    <a:pt x="59998" y="1960245"/>
                  </a:cubicBezTo>
                  <a:cubicBezTo>
                    <a:pt x="88097" y="2066258"/>
                    <a:pt x="130007" y="2168176"/>
                    <a:pt x="187633" y="2261426"/>
                  </a:cubicBezTo>
                  <a:cubicBezTo>
                    <a:pt x="236496" y="2340578"/>
                    <a:pt x="296028" y="2412587"/>
                    <a:pt x="365084" y="2474881"/>
                  </a:cubicBezTo>
                  <a:cubicBezTo>
                    <a:pt x="447761" y="2549366"/>
                    <a:pt x="542439" y="2609088"/>
                    <a:pt x="642261" y="2658428"/>
                  </a:cubicBezTo>
                  <a:cubicBezTo>
                    <a:pt x="744941" y="2709196"/>
                    <a:pt x="852573" y="2749963"/>
                    <a:pt x="965254" y="2770156"/>
                  </a:cubicBezTo>
                  <a:cubicBezTo>
                    <a:pt x="1080030" y="2790635"/>
                    <a:pt x="1197664" y="2789778"/>
                    <a:pt x="1312155" y="2812066"/>
                  </a:cubicBezTo>
                  <a:cubicBezTo>
                    <a:pt x="1375877" y="2824448"/>
                    <a:pt x="1437980" y="2844641"/>
                    <a:pt x="1493606" y="2877884"/>
                  </a:cubicBezTo>
                  <a:cubicBezTo>
                    <a:pt x="1578283" y="2928366"/>
                    <a:pt x="1643053" y="3005138"/>
                    <a:pt x="1700965" y="3085338"/>
                  </a:cubicBezTo>
                  <a:cubicBezTo>
                    <a:pt x="1756020" y="3161538"/>
                    <a:pt x="1805645" y="3241548"/>
                    <a:pt x="1856508" y="3320701"/>
                  </a:cubicBezTo>
                  <a:cubicBezTo>
                    <a:pt x="1888893" y="3371183"/>
                    <a:pt x="1922707" y="3421380"/>
                    <a:pt x="1968141" y="3460337"/>
                  </a:cubicBezTo>
                  <a:cubicBezTo>
                    <a:pt x="2019005" y="3503962"/>
                    <a:pt x="2082060" y="3529679"/>
                    <a:pt x="2147593" y="3544157"/>
                  </a:cubicBezTo>
                  <a:cubicBezTo>
                    <a:pt x="2260559" y="3569018"/>
                    <a:pt x="2377526" y="3558445"/>
                    <a:pt x="2492493" y="3544157"/>
                  </a:cubicBezTo>
                  <a:cubicBezTo>
                    <a:pt x="2572122" y="3534251"/>
                    <a:pt x="2653370" y="3521012"/>
                    <a:pt x="2729760" y="3544157"/>
                  </a:cubicBezTo>
                  <a:cubicBezTo>
                    <a:pt x="2781291" y="3559778"/>
                    <a:pt x="2826249" y="3590735"/>
                    <a:pt x="2865301" y="3627978"/>
                  </a:cubicBezTo>
                  <a:cubicBezTo>
                    <a:pt x="2910831" y="3671411"/>
                    <a:pt x="2948550" y="3722180"/>
                    <a:pt x="2984935" y="3773615"/>
                  </a:cubicBezTo>
                  <a:cubicBezTo>
                    <a:pt x="3035608" y="3845147"/>
                    <a:pt x="3084471" y="3918109"/>
                    <a:pt x="3126477" y="3995071"/>
                  </a:cubicBezTo>
                  <a:cubicBezTo>
                    <a:pt x="3188961" y="4109371"/>
                    <a:pt x="3239729" y="4229576"/>
                    <a:pt x="3293926" y="4348163"/>
                  </a:cubicBezTo>
                  <a:cubicBezTo>
                    <a:pt x="3337646" y="4443698"/>
                    <a:pt x="3384318" y="4538187"/>
                    <a:pt x="3445469" y="4623435"/>
                  </a:cubicBezTo>
                  <a:cubicBezTo>
                    <a:pt x="3474330" y="4663631"/>
                    <a:pt x="3507858" y="4700207"/>
                    <a:pt x="3549196" y="4727163"/>
                  </a:cubicBezTo>
                  <a:cubicBezTo>
                    <a:pt x="3665401" y="4802886"/>
                    <a:pt x="3813896" y="4783931"/>
                    <a:pt x="3953913" y="4773073"/>
                  </a:cubicBezTo>
                  <a:cubicBezTo>
                    <a:pt x="4105170" y="4761262"/>
                    <a:pt x="4256904" y="4753928"/>
                    <a:pt x="4406542" y="4729163"/>
                  </a:cubicBezTo>
                  <a:cubicBezTo>
                    <a:pt x="4462168" y="4720019"/>
                    <a:pt x="4517698" y="4709256"/>
                    <a:pt x="4573991" y="4709256"/>
                  </a:cubicBezTo>
                  <a:cubicBezTo>
                    <a:pt x="4675813" y="4709065"/>
                    <a:pt x="4891841" y="4844225"/>
                    <a:pt x="5085198" y="4844225"/>
                  </a:cubicBezTo>
                </a:path>
              </a:pathLst>
            </a:custGeom>
            <a:noFill/>
            <a:ln w="9525" cap="rnd">
              <a:solidFill>
                <a:schemeClr val="accent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2E65E8AD-ED51-4874-AABA-DDA0C1597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70994" y="210625"/>
              <a:ext cx="5010476" cy="4649438"/>
            </a:xfrm>
            <a:custGeom>
              <a:avLst/>
              <a:gdLst>
                <a:gd name="connsiteX0" fmla="*/ 454193 w 5010476"/>
                <a:gd name="connsiteY0" fmla="*/ 0 h 4649438"/>
                <a:gd name="connsiteX1" fmla="*/ 352085 w 5010476"/>
                <a:gd name="connsiteY1" fmla="*/ 92869 h 4649438"/>
                <a:gd name="connsiteX2" fmla="*/ 242452 w 5010476"/>
                <a:gd name="connsiteY2" fmla="*/ 260414 h 4649438"/>
                <a:gd name="connsiteX3" fmla="*/ 130819 w 5010476"/>
                <a:gd name="connsiteY3" fmla="*/ 535686 h 4649438"/>
                <a:gd name="connsiteX4" fmla="*/ 57000 w 5010476"/>
                <a:gd name="connsiteY4" fmla="*/ 761143 h 4649438"/>
                <a:gd name="connsiteX5" fmla="*/ 3184 w 5010476"/>
                <a:gd name="connsiteY5" fmla="*/ 1140143 h 4649438"/>
                <a:gd name="connsiteX6" fmla="*/ 3184 w 5010476"/>
                <a:gd name="connsiteY6" fmla="*/ 1439704 h 4649438"/>
                <a:gd name="connsiteX7" fmla="*/ 60524 w 5010476"/>
                <a:gd name="connsiteY7" fmla="*/ 1905953 h 4649438"/>
                <a:gd name="connsiteX8" fmla="*/ 213686 w 5010476"/>
                <a:gd name="connsiteY8" fmla="*/ 2269808 h 4649438"/>
                <a:gd name="connsiteX9" fmla="*/ 373325 w 5010476"/>
                <a:gd name="connsiteY9" fmla="*/ 2455926 h 4649438"/>
                <a:gd name="connsiteX10" fmla="*/ 644502 w 5010476"/>
                <a:gd name="connsiteY10" fmla="*/ 2625662 h 4649438"/>
                <a:gd name="connsiteX11" fmla="*/ 902915 w 5010476"/>
                <a:gd name="connsiteY11" fmla="*/ 2697195 h 4649438"/>
                <a:gd name="connsiteX12" fmla="*/ 1224860 w 5010476"/>
                <a:gd name="connsiteY12" fmla="*/ 2719102 h 4649438"/>
                <a:gd name="connsiteX13" fmla="*/ 1430315 w 5010476"/>
                <a:gd name="connsiteY13" fmla="*/ 2731008 h 4649438"/>
                <a:gd name="connsiteX14" fmla="*/ 1652914 w 5010476"/>
                <a:gd name="connsiteY14" fmla="*/ 2852642 h 4649438"/>
                <a:gd name="connsiteX15" fmla="*/ 1739306 w 5010476"/>
                <a:gd name="connsiteY15" fmla="*/ 2985611 h 4649438"/>
                <a:gd name="connsiteX16" fmla="*/ 1848938 w 5010476"/>
                <a:gd name="connsiteY16" fmla="*/ 3155156 h 4649438"/>
                <a:gd name="connsiteX17" fmla="*/ 2015054 w 5010476"/>
                <a:gd name="connsiteY17" fmla="*/ 3294793 h 4649438"/>
                <a:gd name="connsiteX18" fmla="*/ 2231082 w 5010476"/>
                <a:gd name="connsiteY18" fmla="*/ 3336322 h 4649438"/>
                <a:gd name="connsiteX19" fmla="*/ 2427106 w 5010476"/>
                <a:gd name="connsiteY19" fmla="*/ 3278124 h 4649438"/>
                <a:gd name="connsiteX20" fmla="*/ 2531786 w 5010476"/>
                <a:gd name="connsiteY20" fmla="*/ 3151823 h 4649438"/>
                <a:gd name="connsiteX21" fmla="*/ 2520165 w 5010476"/>
                <a:gd name="connsiteY21" fmla="*/ 2907411 h 4649438"/>
                <a:gd name="connsiteX22" fmla="*/ 2481970 w 5010476"/>
                <a:gd name="connsiteY22" fmla="*/ 2648045 h 4649438"/>
                <a:gd name="connsiteX23" fmla="*/ 2458729 w 5010476"/>
                <a:gd name="connsiteY23" fmla="*/ 2513362 h 4649438"/>
                <a:gd name="connsiteX24" fmla="*/ 2458729 w 5010476"/>
                <a:gd name="connsiteY24" fmla="*/ 2408587 h 4649438"/>
                <a:gd name="connsiteX25" fmla="*/ 2581697 w 5010476"/>
                <a:gd name="connsiteY25" fmla="*/ 2310479 h 4649438"/>
                <a:gd name="connsiteX26" fmla="*/ 2762767 w 5010476"/>
                <a:gd name="connsiteY26" fmla="*/ 2325434 h 4649438"/>
                <a:gd name="connsiteX27" fmla="*/ 2872400 w 5010476"/>
                <a:gd name="connsiteY27" fmla="*/ 2410206 h 4649438"/>
                <a:gd name="connsiteX28" fmla="*/ 2925549 w 5010476"/>
                <a:gd name="connsiteY28" fmla="*/ 2637949 h 4649438"/>
                <a:gd name="connsiteX29" fmla="*/ 2820869 w 5010476"/>
                <a:gd name="connsiteY29" fmla="*/ 2968752 h 4649438"/>
                <a:gd name="connsiteX30" fmla="*/ 2789342 w 5010476"/>
                <a:gd name="connsiteY30" fmla="*/ 3194876 h 4649438"/>
                <a:gd name="connsiteX31" fmla="*/ 2889069 w 5010476"/>
                <a:gd name="connsiteY31" fmla="*/ 3447574 h 4649438"/>
                <a:gd name="connsiteX32" fmla="*/ 3070139 w 5010476"/>
                <a:gd name="connsiteY32" fmla="*/ 3783330 h 4649438"/>
                <a:gd name="connsiteX33" fmla="*/ 3181486 w 5010476"/>
                <a:gd name="connsiteY33" fmla="*/ 4014407 h 4649438"/>
                <a:gd name="connsiteX34" fmla="*/ 3351888 w 5010476"/>
                <a:gd name="connsiteY34" fmla="*/ 4312539 h 4649438"/>
                <a:gd name="connsiteX35" fmla="*/ 3512194 w 5010476"/>
                <a:gd name="connsiteY35" fmla="*/ 4504087 h 4649438"/>
                <a:gd name="connsiteX36" fmla="*/ 3670119 w 5010476"/>
                <a:gd name="connsiteY36" fmla="*/ 4595051 h 4649438"/>
                <a:gd name="connsiteX37" fmla="*/ 3909386 w 5010476"/>
                <a:gd name="connsiteY37" fmla="*/ 4623816 h 4649438"/>
                <a:gd name="connsiteX38" fmla="*/ 4136653 w 5010476"/>
                <a:gd name="connsiteY38" fmla="*/ 4623816 h 4649438"/>
                <a:gd name="connsiteX39" fmla="*/ 4435071 w 5010476"/>
                <a:gd name="connsiteY39" fmla="*/ 4599432 h 4649438"/>
                <a:gd name="connsiteX40" fmla="*/ 4562992 w 5010476"/>
                <a:gd name="connsiteY40" fmla="*/ 4599432 h 4649438"/>
                <a:gd name="connsiteX41" fmla="*/ 5010477 w 5010476"/>
                <a:gd name="connsiteY41" fmla="*/ 4649439 h 464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10476" h="4649438">
                  <a:moveTo>
                    <a:pt x="454193" y="0"/>
                  </a:moveTo>
                  <a:cubicBezTo>
                    <a:pt x="448478" y="9811"/>
                    <a:pt x="357800" y="83153"/>
                    <a:pt x="352085" y="92869"/>
                  </a:cubicBezTo>
                  <a:cubicBezTo>
                    <a:pt x="318271" y="150495"/>
                    <a:pt x="275694" y="202597"/>
                    <a:pt x="242452" y="260414"/>
                  </a:cubicBezTo>
                  <a:cubicBezTo>
                    <a:pt x="192922" y="346424"/>
                    <a:pt x="162632" y="441484"/>
                    <a:pt x="130819" y="535686"/>
                  </a:cubicBezTo>
                  <a:cubicBezTo>
                    <a:pt x="105482" y="610648"/>
                    <a:pt x="77574" y="684752"/>
                    <a:pt x="57000" y="761143"/>
                  </a:cubicBezTo>
                  <a:cubicBezTo>
                    <a:pt x="23853" y="884682"/>
                    <a:pt x="8994" y="1012222"/>
                    <a:pt x="3184" y="1140143"/>
                  </a:cubicBezTo>
                  <a:cubicBezTo>
                    <a:pt x="-1388" y="1239964"/>
                    <a:pt x="-721" y="1339882"/>
                    <a:pt x="3184" y="1439704"/>
                  </a:cubicBezTo>
                  <a:cubicBezTo>
                    <a:pt x="9280" y="1596676"/>
                    <a:pt x="22805" y="1753553"/>
                    <a:pt x="60524" y="1905953"/>
                  </a:cubicBezTo>
                  <a:cubicBezTo>
                    <a:pt x="92433" y="2034635"/>
                    <a:pt x="141106" y="2158937"/>
                    <a:pt x="213686" y="2269808"/>
                  </a:cubicBezTo>
                  <a:cubicBezTo>
                    <a:pt x="258644" y="2338483"/>
                    <a:pt x="312080" y="2401253"/>
                    <a:pt x="373325" y="2455926"/>
                  </a:cubicBezTo>
                  <a:cubicBezTo>
                    <a:pt x="453431" y="2527459"/>
                    <a:pt x="545252" y="2584514"/>
                    <a:pt x="644502" y="2625662"/>
                  </a:cubicBezTo>
                  <a:cubicBezTo>
                    <a:pt x="727370" y="2660047"/>
                    <a:pt x="814428" y="2683002"/>
                    <a:pt x="902915" y="2697195"/>
                  </a:cubicBezTo>
                  <a:cubicBezTo>
                    <a:pt x="1009310" y="2714244"/>
                    <a:pt x="1117133" y="2718911"/>
                    <a:pt x="1224860" y="2719102"/>
                  </a:cubicBezTo>
                  <a:cubicBezTo>
                    <a:pt x="1293726" y="2719292"/>
                    <a:pt x="1362878" y="2717673"/>
                    <a:pt x="1430315" y="2731008"/>
                  </a:cubicBezTo>
                  <a:cubicBezTo>
                    <a:pt x="1515563" y="2747867"/>
                    <a:pt x="1595383" y="2787872"/>
                    <a:pt x="1652914" y="2852642"/>
                  </a:cubicBezTo>
                  <a:cubicBezTo>
                    <a:pt x="1688061" y="2892266"/>
                    <a:pt x="1713398" y="2939320"/>
                    <a:pt x="1739306" y="2985611"/>
                  </a:cubicBezTo>
                  <a:cubicBezTo>
                    <a:pt x="1772167" y="3044476"/>
                    <a:pt x="1806743" y="3102578"/>
                    <a:pt x="1848938" y="3155156"/>
                  </a:cubicBezTo>
                  <a:cubicBezTo>
                    <a:pt x="1894754" y="3212306"/>
                    <a:pt x="1949427" y="3262503"/>
                    <a:pt x="2015054" y="3294793"/>
                  </a:cubicBezTo>
                  <a:cubicBezTo>
                    <a:pt x="2081825" y="3327749"/>
                    <a:pt x="2156596" y="3340037"/>
                    <a:pt x="2231082" y="3336322"/>
                  </a:cubicBezTo>
                  <a:cubicBezTo>
                    <a:pt x="2300423" y="3332893"/>
                    <a:pt x="2368813" y="3315557"/>
                    <a:pt x="2427106" y="3278124"/>
                  </a:cubicBezTo>
                  <a:cubicBezTo>
                    <a:pt x="2474541" y="3247644"/>
                    <a:pt x="2513403" y="3204877"/>
                    <a:pt x="2531786" y="3151823"/>
                  </a:cubicBezTo>
                  <a:cubicBezTo>
                    <a:pt x="2558837" y="3073622"/>
                    <a:pt x="2535691" y="2989707"/>
                    <a:pt x="2520165" y="2907411"/>
                  </a:cubicBezTo>
                  <a:cubicBezTo>
                    <a:pt x="2503973" y="2821496"/>
                    <a:pt x="2495781" y="2734342"/>
                    <a:pt x="2481970" y="2648045"/>
                  </a:cubicBezTo>
                  <a:cubicBezTo>
                    <a:pt x="2474731" y="2603087"/>
                    <a:pt x="2466159" y="2558320"/>
                    <a:pt x="2458729" y="2513362"/>
                  </a:cubicBezTo>
                  <a:cubicBezTo>
                    <a:pt x="2452919" y="2478310"/>
                    <a:pt x="2447870" y="2442305"/>
                    <a:pt x="2458729" y="2408587"/>
                  </a:cubicBezTo>
                  <a:cubicBezTo>
                    <a:pt x="2475779" y="2355628"/>
                    <a:pt x="2527119" y="2324481"/>
                    <a:pt x="2581697" y="2310479"/>
                  </a:cubicBezTo>
                  <a:cubicBezTo>
                    <a:pt x="2641990" y="2295049"/>
                    <a:pt x="2705617" y="2300954"/>
                    <a:pt x="2762767" y="2325434"/>
                  </a:cubicBezTo>
                  <a:cubicBezTo>
                    <a:pt x="2806011" y="2343912"/>
                    <a:pt x="2844206" y="2372582"/>
                    <a:pt x="2872400" y="2410206"/>
                  </a:cubicBezTo>
                  <a:cubicBezTo>
                    <a:pt x="2920787" y="2474595"/>
                    <a:pt x="2933931" y="2557463"/>
                    <a:pt x="2925549" y="2637949"/>
                  </a:cubicBezTo>
                  <a:cubicBezTo>
                    <a:pt x="2913548" y="2753392"/>
                    <a:pt x="2857636" y="2858262"/>
                    <a:pt x="2820869" y="2968752"/>
                  </a:cubicBezTo>
                  <a:cubicBezTo>
                    <a:pt x="2796486" y="3041904"/>
                    <a:pt x="2780388" y="3118390"/>
                    <a:pt x="2789342" y="3194876"/>
                  </a:cubicBezTo>
                  <a:cubicBezTo>
                    <a:pt x="2799914" y="3285554"/>
                    <a:pt x="2844587" y="3367373"/>
                    <a:pt x="2889069" y="3447574"/>
                  </a:cubicBezTo>
                  <a:cubicBezTo>
                    <a:pt x="2950695" y="3558826"/>
                    <a:pt x="3013560" y="3669506"/>
                    <a:pt x="3070139" y="3783330"/>
                  </a:cubicBezTo>
                  <a:cubicBezTo>
                    <a:pt x="3108239" y="3859911"/>
                    <a:pt x="3143481" y="3937826"/>
                    <a:pt x="3181486" y="4014407"/>
                  </a:cubicBezTo>
                  <a:cubicBezTo>
                    <a:pt x="3232445" y="4116991"/>
                    <a:pt x="3288452" y="4217099"/>
                    <a:pt x="3351888" y="4312539"/>
                  </a:cubicBezTo>
                  <a:cubicBezTo>
                    <a:pt x="3398180" y="4382262"/>
                    <a:pt x="3448567" y="4449795"/>
                    <a:pt x="3512194" y="4504087"/>
                  </a:cubicBezTo>
                  <a:cubicBezTo>
                    <a:pt x="3558867" y="4543901"/>
                    <a:pt x="3611826" y="4575906"/>
                    <a:pt x="3670119" y="4595051"/>
                  </a:cubicBezTo>
                  <a:cubicBezTo>
                    <a:pt x="3746795" y="4620292"/>
                    <a:pt x="3828519" y="4621911"/>
                    <a:pt x="3909386" y="4623816"/>
                  </a:cubicBezTo>
                  <a:cubicBezTo>
                    <a:pt x="3985205" y="4625531"/>
                    <a:pt x="4061025" y="4627436"/>
                    <a:pt x="4136653" y="4623816"/>
                  </a:cubicBezTo>
                  <a:cubicBezTo>
                    <a:pt x="4236380" y="4619054"/>
                    <a:pt x="4335345" y="4605052"/>
                    <a:pt x="4435071" y="4599432"/>
                  </a:cubicBezTo>
                  <a:cubicBezTo>
                    <a:pt x="4477648" y="4597051"/>
                    <a:pt x="4520415" y="4596194"/>
                    <a:pt x="4562992" y="4599432"/>
                  </a:cubicBezTo>
                  <a:cubicBezTo>
                    <a:pt x="4649765" y="4606005"/>
                    <a:pt x="4925799" y="4629150"/>
                    <a:pt x="5010477" y="4649439"/>
                  </a:cubicBezTo>
                </a:path>
              </a:pathLst>
            </a:custGeom>
            <a:noFill/>
            <a:ln w="9525" cap="rnd">
              <a:solidFill>
                <a:schemeClr val="accent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78E5C306-3C29-4BD3-97E1-DCA86FF3E0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81127" y="220663"/>
              <a:ext cx="4933777" cy="4552473"/>
            </a:xfrm>
            <a:custGeom>
              <a:avLst/>
              <a:gdLst>
                <a:gd name="connsiteX0" fmla="*/ 4933778 w 4933777"/>
                <a:gd name="connsiteY0" fmla="*/ 4552474 h 4552473"/>
                <a:gd name="connsiteX1" fmla="*/ 4020997 w 4933777"/>
                <a:gd name="connsiteY1" fmla="*/ 4493324 h 4552473"/>
                <a:gd name="connsiteX2" fmla="*/ 3777538 w 4933777"/>
                <a:gd name="connsiteY2" fmla="*/ 4468273 h 4552473"/>
                <a:gd name="connsiteX3" fmla="*/ 3411207 w 4933777"/>
                <a:gd name="connsiteY3" fmla="*/ 4277868 h 4552473"/>
                <a:gd name="connsiteX4" fmla="*/ 3215944 w 4933777"/>
                <a:gd name="connsiteY4" fmla="*/ 3958971 h 4552473"/>
                <a:gd name="connsiteX5" fmla="*/ 3056400 w 4933777"/>
                <a:gd name="connsiteY5" fmla="*/ 3618548 h 4552473"/>
                <a:gd name="connsiteX6" fmla="*/ 2963341 w 4933777"/>
                <a:gd name="connsiteY6" fmla="*/ 3314319 h 4552473"/>
                <a:gd name="connsiteX7" fmla="*/ 3029825 w 4933777"/>
                <a:gd name="connsiteY7" fmla="*/ 2870454 h 4552473"/>
                <a:gd name="connsiteX8" fmla="*/ 3094595 w 4933777"/>
                <a:gd name="connsiteY8" fmla="*/ 2449830 h 4552473"/>
                <a:gd name="connsiteX9" fmla="*/ 2979915 w 4933777"/>
                <a:gd name="connsiteY9" fmla="*/ 2245328 h 4552473"/>
                <a:gd name="connsiteX10" fmla="*/ 2843707 w 4933777"/>
                <a:gd name="connsiteY10" fmla="*/ 2162175 h 4552473"/>
                <a:gd name="connsiteX11" fmla="*/ 2529668 w 4933777"/>
                <a:gd name="connsiteY11" fmla="*/ 2080736 h 4552473"/>
                <a:gd name="connsiteX12" fmla="*/ 2336977 w 4933777"/>
                <a:gd name="connsiteY12" fmla="*/ 2125599 h 4552473"/>
                <a:gd name="connsiteX13" fmla="*/ 2044559 w 4933777"/>
                <a:gd name="connsiteY13" fmla="*/ 2271903 h 4552473"/>
                <a:gd name="connsiteX14" fmla="*/ 2007317 w 4933777"/>
                <a:gd name="connsiteY14" fmla="*/ 2312099 h 4552473"/>
                <a:gd name="connsiteX15" fmla="*/ 1999030 w 4933777"/>
                <a:gd name="connsiteY15" fmla="*/ 2371916 h 4552473"/>
                <a:gd name="connsiteX16" fmla="*/ 2129427 w 4933777"/>
                <a:gd name="connsiteY16" fmla="*/ 2502408 h 4552473"/>
                <a:gd name="connsiteX17" fmla="*/ 2226582 w 4933777"/>
                <a:gd name="connsiteY17" fmla="*/ 2627948 h 4552473"/>
                <a:gd name="connsiteX18" fmla="*/ 2273064 w 4933777"/>
                <a:gd name="connsiteY18" fmla="*/ 2782538 h 4552473"/>
                <a:gd name="connsiteX19" fmla="*/ 2203246 w 4933777"/>
                <a:gd name="connsiteY19" fmla="*/ 2993612 h 4552473"/>
                <a:gd name="connsiteX20" fmla="*/ 2115140 w 4933777"/>
                <a:gd name="connsiteY20" fmla="*/ 3048476 h 4552473"/>
                <a:gd name="connsiteX21" fmla="*/ 1952262 w 4933777"/>
                <a:gd name="connsiteY21" fmla="*/ 3025235 h 4552473"/>
                <a:gd name="connsiteX22" fmla="*/ 1801100 w 4933777"/>
                <a:gd name="connsiteY22" fmla="*/ 2888933 h 4552473"/>
                <a:gd name="connsiteX23" fmla="*/ 1722995 w 4933777"/>
                <a:gd name="connsiteY23" fmla="*/ 2689479 h 4552473"/>
                <a:gd name="connsiteX24" fmla="*/ 1653177 w 4933777"/>
                <a:gd name="connsiteY24" fmla="*/ 2574798 h 4552473"/>
                <a:gd name="connsiteX25" fmla="*/ 1500301 w 4933777"/>
                <a:gd name="connsiteY25" fmla="*/ 2531555 h 4552473"/>
                <a:gd name="connsiteX26" fmla="*/ 1364093 w 4933777"/>
                <a:gd name="connsiteY26" fmla="*/ 2583085 h 4552473"/>
                <a:gd name="connsiteX27" fmla="*/ 1191310 w 4933777"/>
                <a:gd name="connsiteY27" fmla="*/ 2618041 h 4552473"/>
                <a:gd name="connsiteX28" fmla="*/ 759351 w 4933777"/>
                <a:gd name="connsiteY28" fmla="*/ 2618041 h 4552473"/>
                <a:gd name="connsiteX29" fmla="*/ 506843 w 4933777"/>
                <a:gd name="connsiteY29" fmla="*/ 2521649 h 4552473"/>
                <a:gd name="connsiteX30" fmla="*/ 290816 w 4933777"/>
                <a:gd name="connsiteY30" fmla="*/ 2343817 h 4552473"/>
                <a:gd name="connsiteX31" fmla="*/ 126320 w 4933777"/>
                <a:gd name="connsiteY31" fmla="*/ 2062925 h 4552473"/>
                <a:gd name="connsiteX32" fmla="*/ 24021 w 4933777"/>
                <a:gd name="connsiteY32" fmla="*/ 1594295 h 4552473"/>
                <a:gd name="connsiteX33" fmla="*/ 1066 w 4933777"/>
                <a:gd name="connsiteY33" fmla="*/ 1140428 h 4552473"/>
                <a:gd name="connsiteX34" fmla="*/ 87172 w 4933777"/>
                <a:gd name="connsiteY34" fmla="*/ 617601 h 4552473"/>
                <a:gd name="connsiteX35" fmla="*/ 256526 w 4933777"/>
                <a:gd name="connsiteY35" fmla="*/ 249936 h 4552473"/>
                <a:gd name="connsiteX36" fmla="*/ 461504 w 4933777"/>
                <a:gd name="connsiteY36" fmla="*/ 0 h 455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33777" h="4552473">
                  <a:moveTo>
                    <a:pt x="4933778" y="4552474"/>
                  </a:moveTo>
                  <a:cubicBezTo>
                    <a:pt x="4747183" y="4533519"/>
                    <a:pt x="4208735" y="4496562"/>
                    <a:pt x="4020997" y="4493324"/>
                  </a:cubicBezTo>
                  <a:cubicBezTo>
                    <a:pt x="3939273" y="4491895"/>
                    <a:pt x="3857548" y="4485323"/>
                    <a:pt x="3777538" y="4468273"/>
                  </a:cubicBezTo>
                  <a:cubicBezTo>
                    <a:pt x="3639807" y="4438936"/>
                    <a:pt x="3509028" y="4378738"/>
                    <a:pt x="3411207" y="4277868"/>
                  </a:cubicBezTo>
                  <a:cubicBezTo>
                    <a:pt x="3323958" y="4187857"/>
                    <a:pt x="3270236" y="4072414"/>
                    <a:pt x="3215944" y="3958971"/>
                  </a:cubicBezTo>
                  <a:cubicBezTo>
                    <a:pt x="3161842" y="3845909"/>
                    <a:pt x="3106407" y="3733419"/>
                    <a:pt x="3056400" y="3618548"/>
                  </a:cubicBezTo>
                  <a:cubicBezTo>
                    <a:pt x="3013728" y="3520631"/>
                    <a:pt x="2975152" y="3420237"/>
                    <a:pt x="2963341" y="3314319"/>
                  </a:cubicBezTo>
                  <a:cubicBezTo>
                    <a:pt x="2946672" y="3164205"/>
                    <a:pt x="2985249" y="3015329"/>
                    <a:pt x="3029825" y="2870454"/>
                  </a:cubicBezTo>
                  <a:cubicBezTo>
                    <a:pt x="3072498" y="2731865"/>
                    <a:pt x="3122790" y="2590895"/>
                    <a:pt x="3094595" y="2449830"/>
                  </a:cubicBezTo>
                  <a:cubicBezTo>
                    <a:pt x="3078879" y="2371154"/>
                    <a:pt x="3040112" y="2298383"/>
                    <a:pt x="2979915" y="2245328"/>
                  </a:cubicBezTo>
                  <a:cubicBezTo>
                    <a:pt x="2939814" y="2209991"/>
                    <a:pt x="2892094" y="2185035"/>
                    <a:pt x="2843707" y="2162175"/>
                  </a:cubicBezTo>
                  <a:cubicBezTo>
                    <a:pt x="2744075" y="2115312"/>
                    <a:pt x="2639110" y="2075212"/>
                    <a:pt x="2529668" y="2080736"/>
                  </a:cubicBezTo>
                  <a:cubicBezTo>
                    <a:pt x="2463469" y="2084070"/>
                    <a:pt x="2399651" y="2103882"/>
                    <a:pt x="2336977" y="2125599"/>
                  </a:cubicBezTo>
                  <a:cubicBezTo>
                    <a:pt x="2233059" y="2161604"/>
                    <a:pt x="2130094" y="2203133"/>
                    <a:pt x="2044559" y="2271903"/>
                  </a:cubicBezTo>
                  <a:cubicBezTo>
                    <a:pt x="2030177" y="2283524"/>
                    <a:pt x="2016175" y="2295906"/>
                    <a:pt x="2007317" y="2312099"/>
                  </a:cubicBezTo>
                  <a:cubicBezTo>
                    <a:pt x="1997315" y="2330291"/>
                    <a:pt x="1994934" y="2351532"/>
                    <a:pt x="1999030" y="2371916"/>
                  </a:cubicBezTo>
                  <a:cubicBezTo>
                    <a:pt x="2011508" y="2434019"/>
                    <a:pt x="2079040" y="2461165"/>
                    <a:pt x="2129427" y="2502408"/>
                  </a:cubicBezTo>
                  <a:cubicBezTo>
                    <a:pt x="2170766" y="2536222"/>
                    <a:pt x="2202103" y="2580418"/>
                    <a:pt x="2226582" y="2627948"/>
                  </a:cubicBezTo>
                  <a:cubicBezTo>
                    <a:pt x="2251538" y="2676335"/>
                    <a:pt x="2269254" y="2728341"/>
                    <a:pt x="2273064" y="2782538"/>
                  </a:cubicBezTo>
                  <a:cubicBezTo>
                    <a:pt x="2278589" y="2859786"/>
                    <a:pt x="2256395" y="2937605"/>
                    <a:pt x="2203246" y="2993612"/>
                  </a:cubicBezTo>
                  <a:cubicBezTo>
                    <a:pt x="2178957" y="3019235"/>
                    <a:pt x="2149144" y="3039047"/>
                    <a:pt x="2115140" y="3048476"/>
                  </a:cubicBezTo>
                  <a:cubicBezTo>
                    <a:pt x="2060752" y="3063526"/>
                    <a:pt x="2003507" y="3049905"/>
                    <a:pt x="1952262" y="3025235"/>
                  </a:cubicBezTo>
                  <a:cubicBezTo>
                    <a:pt x="1889873" y="2995136"/>
                    <a:pt x="1836724" y="2948369"/>
                    <a:pt x="1801100" y="2888933"/>
                  </a:cubicBezTo>
                  <a:cubicBezTo>
                    <a:pt x="1764239" y="2827591"/>
                    <a:pt x="1748237" y="2756630"/>
                    <a:pt x="1722995" y="2689479"/>
                  </a:cubicBezTo>
                  <a:cubicBezTo>
                    <a:pt x="1706993" y="2646903"/>
                    <a:pt x="1686896" y="2605088"/>
                    <a:pt x="1653177" y="2574798"/>
                  </a:cubicBezTo>
                  <a:cubicBezTo>
                    <a:pt x="1611839" y="2537555"/>
                    <a:pt x="1555260" y="2522315"/>
                    <a:pt x="1500301" y="2531555"/>
                  </a:cubicBezTo>
                  <a:cubicBezTo>
                    <a:pt x="1452295" y="2539651"/>
                    <a:pt x="1409718" y="2565749"/>
                    <a:pt x="1364093" y="2583085"/>
                  </a:cubicBezTo>
                  <a:cubicBezTo>
                    <a:pt x="1308944" y="2603945"/>
                    <a:pt x="1249984" y="2611374"/>
                    <a:pt x="1191310" y="2618041"/>
                  </a:cubicBezTo>
                  <a:cubicBezTo>
                    <a:pt x="1047197" y="2634424"/>
                    <a:pt x="901274" y="2646236"/>
                    <a:pt x="759351" y="2618041"/>
                  </a:cubicBezTo>
                  <a:cubicBezTo>
                    <a:pt x="670388" y="2600325"/>
                    <a:pt x="585329" y="2567083"/>
                    <a:pt x="506843" y="2521649"/>
                  </a:cubicBezTo>
                  <a:cubicBezTo>
                    <a:pt x="425595" y="2474595"/>
                    <a:pt x="352253" y="2414778"/>
                    <a:pt x="290816" y="2343817"/>
                  </a:cubicBezTo>
                  <a:cubicBezTo>
                    <a:pt x="219284" y="2261140"/>
                    <a:pt x="165753" y="2164937"/>
                    <a:pt x="126320" y="2062925"/>
                  </a:cubicBezTo>
                  <a:cubicBezTo>
                    <a:pt x="68503" y="1913192"/>
                    <a:pt x="42500" y="1753838"/>
                    <a:pt x="24021" y="1594295"/>
                  </a:cubicBezTo>
                  <a:cubicBezTo>
                    <a:pt x="6590" y="1443609"/>
                    <a:pt x="-3411" y="1292066"/>
                    <a:pt x="1066" y="1140428"/>
                  </a:cubicBezTo>
                  <a:cubicBezTo>
                    <a:pt x="6305" y="962882"/>
                    <a:pt x="31927" y="786289"/>
                    <a:pt x="87172" y="617601"/>
                  </a:cubicBezTo>
                  <a:cubicBezTo>
                    <a:pt x="129272" y="489014"/>
                    <a:pt x="190423" y="367951"/>
                    <a:pt x="256526" y="249936"/>
                  </a:cubicBezTo>
                  <a:cubicBezTo>
                    <a:pt x="281577" y="205645"/>
                    <a:pt x="431786" y="41243"/>
                    <a:pt x="46150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0B2BA2F3-A842-4EA4-8CB8-FD66BD1CE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211647" y="267756"/>
              <a:ext cx="4844417" cy="4402074"/>
            </a:xfrm>
            <a:custGeom>
              <a:avLst/>
              <a:gdLst>
                <a:gd name="connsiteX0" fmla="*/ 486254 w 4844417"/>
                <a:gd name="connsiteY0" fmla="*/ 0 h 4402074"/>
                <a:gd name="connsiteX1" fmla="*/ 223364 w 4844417"/>
                <a:gd name="connsiteY1" fmla="*/ 286226 h 4402074"/>
                <a:gd name="connsiteX2" fmla="*/ 67821 w 4844417"/>
                <a:gd name="connsiteY2" fmla="*/ 699135 h 4402074"/>
                <a:gd name="connsiteX3" fmla="*/ 3 w 4844417"/>
                <a:gd name="connsiteY3" fmla="*/ 1273683 h 4402074"/>
                <a:gd name="connsiteX4" fmla="*/ 135543 w 4844417"/>
                <a:gd name="connsiteY4" fmla="*/ 2031683 h 4402074"/>
                <a:gd name="connsiteX5" fmla="*/ 297088 w 4844417"/>
                <a:gd name="connsiteY5" fmla="*/ 2312956 h 4402074"/>
                <a:gd name="connsiteX6" fmla="*/ 582171 w 4844417"/>
                <a:gd name="connsiteY6" fmla="*/ 2518410 h 4402074"/>
                <a:gd name="connsiteX7" fmla="*/ 972982 w 4844417"/>
                <a:gd name="connsiteY7" fmla="*/ 2518410 h 4402074"/>
                <a:gd name="connsiteX8" fmla="*/ 1389700 w 4844417"/>
                <a:gd name="connsiteY8" fmla="*/ 2350484 h 4402074"/>
                <a:gd name="connsiteX9" fmla="*/ 1665544 w 4844417"/>
                <a:gd name="connsiteY9" fmla="*/ 2204180 h 4402074"/>
                <a:gd name="connsiteX10" fmla="*/ 2180656 w 4844417"/>
                <a:gd name="connsiteY10" fmla="*/ 1966436 h 4402074"/>
                <a:gd name="connsiteX11" fmla="*/ 2499649 w 4844417"/>
                <a:gd name="connsiteY11" fmla="*/ 1926527 h 4402074"/>
                <a:gd name="connsiteX12" fmla="*/ 2867695 w 4844417"/>
                <a:gd name="connsiteY12" fmla="*/ 2041303 h 4402074"/>
                <a:gd name="connsiteX13" fmla="*/ 3100295 w 4844417"/>
                <a:gd name="connsiteY13" fmla="*/ 2147602 h 4402074"/>
                <a:gd name="connsiteX14" fmla="*/ 3275174 w 4844417"/>
                <a:gd name="connsiteY14" fmla="*/ 2370582 h 4402074"/>
                <a:gd name="connsiteX15" fmla="*/ 3246123 w 4844417"/>
                <a:gd name="connsiteY15" fmla="*/ 2631948 h 4402074"/>
                <a:gd name="connsiteX16" fmla="*/ 3102581 w 4844417"/>
                <a:gd name="connsiteY16" fmla="*/ 2947892 h 4402074"/>
                <a:gd name="connsiteX17" fmla="*/ 3070958 w 4844417"/>
                <a:gd name="connsiteY17" fmla="*/ 3462052 h 4402074"/>
                <a:gd name="connsiteX18" fmla="*/ 3194402 w 4844417"/>
                <a:gd name="connsiteY18" fmla="*/ 3792379 h 4402074"/>
                <a:gd name="connsiteX19" fmla="*/ 3329371 w 4844417"/>
                <a:gd name="connsiteY19" fmla="*/ 4048030 h 4402074"/>
                <a:gd name="connsiteX20" fmla="*/ 3539017 w 4844417"/>
                <a:gd name="connsiteY20" fmla="*/ 4257771 h 4402074"/>
                <a:gd name="connsiteX21" fmla="*/ 3911254 w 4844417"/>
                <a:gd name="connsiteY21" fmla="*/ 4353592 h 4402074"/>
                <a:gd name="connsiteX22" fmla="*/ 4272632 w 4844417"/>
                <a:gd name="connsiteY22" fmla="*/ 4353592 h 4402074"/>
                <a:gd name="connsiteX23" fmla="*/ 4528760 w 4844417"/>
                <a:gd name="connsiteY23" fmla="*/ 4368832 h 4402074"/>
                <a:gd name="connsiteX24" fmla="*/ 4844418 w 4844417"/>
                <a:gd name="connsiteY24" fmla="*/ 4402074 h 440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4417" h="4402074">
                  <a:moveTo>
                    <a:pt x="486254" y="0"/>
                  </a:moveTo>
                  <a:cubicBezTo>
                    <a:pt x="486254" y="0"/>
                    <a:pt x="289182" y="178689"/>
                    <a:pt x="223364" y="286226"/>
                  </a:cubicBezTo>
                  <a:cubicBezTo>
                    <a:pt x="146116" y="412337"/>
                    <a:pt x="101825" y="555022"/>
                    <a:pt x="67821" y="699135"/>
                  </a:cubicBezTo>
                  <a:cubicBezTo>
                    <a:pt x="23434" y="887540"/>
                    <a:pt x="289" y="1080135"/>
                    <a:pt x="3" y="1273683"/>
                  </a:cubicBezTo>
                  <a:cubicBezTo>
                    <a:pt x="-378" y="1532668"/>
                    <a:pt x="38865" y="1791748"/>
                    <a:pt x="135543" y="2031683"/>
                  </a:cubicBezTo>
                  <a:cubicBezTo>
                    <a:pt x="176215" y="2132648"/>
                    <a:pt x="227650" y="2229231"/>
                    <a:pt x="297088" y="2312956"/>
                  </a:cubicBezTo>
                  <a:cubicBezTo>
                    <a:pt x="373383" y="2404967"/>
                    <a:pt x="469014" y="2480882"/>
                    <a:pt x="582171" y="2518410"/>
                  </a:cubicBezTo>
                  <a:cubicBezTo>
                    <a:pt x="708091" y="2560130"/>
                    <a:pt x="843727" y="2550605"/>
                    <a:pt x="972982" y="2518410"/>
                  </a:cubicBezTo>
                  <a:cubicBezTo>
                    <a:pt x="1118714" y="2482120"/>
                    <a:pt x="1255874" y="2419160"/>
                    <a:pt x="1389700" y="2350484"/>
                  </a:cubicBezTo>
                  <a:cubicBezTo>
                    <a:pt x="1482283" y="2302955"/>
                    <a:pt x="1574104" y="2253996"/>
                    <a:pt x="1665544" y="2204180"/>
                  </a:cubicBezTo>
                  <a:cubicBezTo>
                    <a:pt x="1832137" y="2113407"/>
                    <a:pt x="1999586" y="2022348"/>
                    <a:pt x="2180656" y="1966436"/>
                  </a:cubicBezTo>
                  <a:cubicBezTo>
                    <a:pt x="2284288" y="1934432"/>
                    <a:pt x="2392016" y="1915478"/>
                    <a:pt x="2499649" y="1926527"/>
                  </a:cubicBezTo>
                  <a:cubicBezTo>
                    <a:pt x="2627950" y="1939671"/>
                    <a:pt x="2747108" y="1994535"/>
                    <a:pt x="2867695" y="2041303"/>
                  </a:cubicBezTo>
                  <a:cubicBezTo>
                    <a:pt x="2947514" y="2072259"/>
                    <a:pt x="3028667" y="2100929"/>
                    <a:pt x="3100295" y="2147602"/>
                  </a:cubicBezTo>
                  <a:cubicBezTo>
                    <a:pt x="3182401" y="2201037"/>
                    <a:pt x="3250980" y="2276189"/>
                    <a:pt x="3275174" y="2370582"/>
                  </a:cubicBezTo>
                  <a:cubicBezTo>
                    <a:pt x="3297367" y="2457450"/>
                    <a:pt x="3278508" y="2547747"/>
                    <a:pt x="3246123" y="2631948"/>
                  </a:cubicBezTo>
                  <a:cubicBezTo>
                    <a:pt x="3204403" y="2740057"/>
                    <a:pt x="3142872" y="2839307"/>
                    <a:pt x="3102581" y="2947892"/>
                  </a:cubicBezTo>
                  <a:cubicBezTo>
                    <a:pt x="3041621" y="3112103"/>
                    <a:pt x="3032668" y="3291173"/>
                    <a:pt x="3070958" y="3462052"/>
                  </a:cubicBezTo>
                  <a:cubicBezTo>
                    <a:pt x="3096771" y="3577019"/>
                    <a:pt x="3145063" y="3685223"/>
                    <a:pt x="3194402" y="3792379"/>
                  </a:cubicBezTo>
                  <a:cubicBezTo>
                    <a:pt x="3234788" y="3880104"/>
                    <a:pt x="3276127" y="3967639"/>
                    <a:pt x="3329371" y="4048030"/>
                  </a:cubicBezTo>
                  <a:cubicBezTo>
                    <a:pt x="3384712" y="4131564"/>
                    <a:pt x="3453196" y="4206335"/>
                    <a:pt x="3539017" y="4257771"/>
                  </a:cubicBezTo>
                  <a:cubicBezTo>
                    <a:pt x="3650364" y="4324541"/>
                    <a:pt x="3781142" y="4346924"/>
                    <a:pt x="3911254" y="4353592"/>
                  </a:cubicBezTo>
                  <a:cubicBezTo>
                    <a:pt x="4031554" y="4359783"/>
                    <a:pt x="4152141" y="4351878"/>
                    <a:pt x="4272632" y="4353592"/>
                  </a:cubicBezTo>
                  <a:cubicBezTo>
                    <a:pt x="4358167" y="4354830"/>
                    <a:pt x="4443511" y="4361593"/>
                    <a:pt x="4528760" y="4368832"/>
                  </a:cubicBezTo>
                  <a:cubicBezTo>
                    <a:pt x="4634201" y="4377785"/>
                    <a:pt x="4739738" y="4386644"/>
                    <a:pt x="4844418" y="4402074"/>
                  </a:cubicBezTo>
                </a:path>
              </a:pathLst>
            </a:custGeom>
            <a:noFill/>
            <a:ln w="9525" cap="rnd">
              <a:solidFill>
                <a:schemeClr val="accent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11968F54-9FAB-433B-B990-0552F58E0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722281" y="1625540"/>
              <a:ext cx="3915933" cy="2452322"/>
            </a:xfrm>
            <a:custGeom>
              <a:avLst/>
              <a:gdLst>
                <a:gd name="connsiteX0" fmla="*/ 540651 w 3915933"/>
                <a:gd name="connsiteY0" fmla="*/ 0 h 2452322"/>
                <a:gd name="connsiteX1" fmla="*/ 235470 w 3915933"/>
                <a:gd name="connsiteY1" fmla="*/ 274320 h 2452322"/>
                <a:gd name="connsiteX2" fmla="*/ 103929 w 3915933"/>
                <a:gd name="connsiteY2" fmla="*/ 537496 h 2452322"/>
                <a:gd name="connsiteX3" fmla="*/ 2869 w 3915933"/>
                <a:gd name="connsiteY3" fmla="*/ 998792 h 2452322"/>
                <a:gd name="connsiteX4" fmla="*/ 59638 w 3915933"/>
                <a:gd name="connsiteY4" fmla="*/ 1582007 h 2452322"/>
                <a:gd name="connsiteX5" fmla="*/ 139934 w 3915933"/>
                <a:gd name="connsiteY5" fmla="*/ 1897856 h 2452322"/>
                <a:gd name="connsiteX6" fmla="*/ 258996 w 3915933"/>
                <a:gd name="connsiteY6" fmla="*/ 2195703 h 2452322"/>
                <a:gd name="connsiteX7" fmla="*/ 495788 w 3915933"/>
                <a:gd name="connsiteY7" fmla="*/ 2417350 h 2452322"/>
                <a:gd name="connsiteX8" fmla="*/ 627328 w 3915933"/>
                <a:gd name="connsiteY8" fmla="*/ 2450592 h 2452322"/>
                <a:gd name="connsiteX9" fmla="*/ 1170063 w 3915933"/>
                <a:gd name="connsiteY9" fmla="*/ 2249710 h 2452322"/>
                <a:gd name="connsiteX10" fmla="*/ 1352847 w 3915933"/>
                <a:gd name="connsiteY10" fmla="*/ 2102834 h 2452322"/>
                <a:gd name="connsiteX11" fmla="*/ 1978735 w 3915933"/>
                <a:gd name="connsiteY11" fmla="*/ 1834134 h 2452322"/>
                <a:gd name="connsiteX12" fmla="*/ 2306872 w 3915933"/>
                <a:gd name="connsiteY12" fmla="*/ 1789843 h 2452322"/>
                <a:gd name="connsiteX13" fmla="*/ 2731972 w 3915933"/>
                <a:gd name="connsiteY13" fmla="*/ 1870234 h 2452322"/>
                <a:gd name="connsiteX14" fmla="*/ 3172313 w 3915933"/>
                <a:gd name="connsiteY14" fmla="*/ 2021205 h 2452322"/>
                <a:gd name="connsiteX15" fmla="*/ 3573887 w 3915933"/>
                <a:gd name="connsiteY15" fmla="*/ 2010156 h 2452322"/>
                <a:gd name="connsiteX16" fmla="*/ 3860494 w 3915933"/>
                <a:gd name="connsiteY16" fmla="*/ 1867472 h 2452322"/>
                <a:gd name="connsiteX17" fmla="*/ 3913072 w 3915933"/>
                <a:gd name="connsiteY17" fmla="*/ 1652778 h 2452322"/>
                <a:gd name="connsiteX18" fmla="*/ 3681805 w 3915933"/>
                <a:gd name="connsiteY18" fmla="*/ 1295400 h 2452322"/>
                <a:gd name="connsiteX19" fmla="*/ 3029533 w 3915933"/>
                <a:gd name="connsiteY19" fmla="*/ 812197 h 2452322"/>
                <a:gd name="connsiteX20" fmla="*/ 2789789 w 3915933"/>
                <a:gd name="connsiteY20" fmla="*/ 668941 h 2452322"/>
                <a:gd name="connsiteX21" fmla="*/ 2510135 w 3915933"/>
                <a:gd name="connsiteY21" fmla="*/ 498539 h 2452322"/>
                <a:gd name="connsiteX22" fmla="*/ 2281630 w 3915933"/>
                <a:gd name="connsiteY22" fmla="*/ 355854 h 2452322"/>
                <a:gd name="connsiteX23" fmla="*/ 2002357 w 3915933"/>
                <a:gd name="connsiteY23" fmla="*/ 161544 h 2452322"/>
                <a:gd name="connsiteX24" fmla="*/ 1726037 w 3915933"/>
                <a:gd name="connsiteY24" fmla="*/ 0 h 245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15933" h="2452322">
                  <a:moveTo>
                    <a:pt x="540651" y="0"/>
                  </a:moveTo>
                  <a:cubicBezTo>
                    <a:pt x="540651" y="0"/>
                    <a:pt x="298906" y="176213"/>
                    <a:pt x="235470" y="274320"/>
                  </a:cubicBezTo>
                  <a:cubicBezTo>
                    <a:pt x="182130" y="356997"/>
                    <a:pt x="139172" y="445675"/>
                    <a:pt x="103929" y="537496"/>
                  </a:cubicBezTo>
                  <a:cubicBezTo>
                    <a:pt x="47160" y="685324"/>
                    <a:pt x="12585" y="840772"/>
                    <a:pt x="2869" y="998792"/>
                  </a:cubicBezTo>
                  <a:cubicBezTo>
                    <a:pt x="-9228" y="1194530"/>
                    <a:pt x="18300" y="1390079"/>
                    <a:pt x="59638" y="1582007"/>
                  </a:cubicBezTo>
                  <a:cubicBezTo>
                    <a:pt x="82498" y="1688211"/>
                    <a:pt x="110121" y="1793367"/>
                    <a:pt x="139934" y="1897856"/>
                  </a:cubicBezTo>
                  <a:cubicBezTo>
                    <a:pt x="169461" y="2001393"/>
                    <a:pt x="202894" y="2104073"/>
                    <a:pt x="258996" y="2195703"/>
                  </a:cubicBezTo>
                  <a:cubicBezTo>
                    <a:pt x="316623" y="2289810"/>
                    <a:pt x="395585" y="2371725"/>
                    <a:pt x="495788" y="2417350"/>
                  </a:cubicBezTo>
                  <a:cubicBezTo>
                    <a:pt x="537317" y="2436305"/>
                    <a:pt x="581799" y="2446973"/>
                    <a:pt x="627328" y="2450592"/>
                  </a:cubicBezTo>
                  <a:cubicBezTo>
                    <a:pt x="824686" y="2466404"/>
                    <a:pt x="1012233" y="2371820"/>
                    <a:pt x="1170063" y="2249710"/>
                  </a:cubicBezTo>
                  <a:cubicBezTo>
                    <a:pt x="1231975" y="2201894"/>
                    <a:pt x="1290554" y="2150174"/>
                    <a:pt x="1352847" y="2102834"/>
                  </a:cubicBezTo>
                  <a:cubicBezTo>
                    <a:pt x="1535346" y="1964246"/>
                    <a:pt x="1755564" y="1887760"/>
                    <a:pt x="1978735" y="1834134"/>
                  </a:cubicBezTo>
                  <a:cubicBezTo>
                    <a:pt x="2086558" y="1808226"/>
                    <a:pt x="2196096" y="1789462"/>
                    <a:pt x="2306872" y="1789843"/>
                  </a:cubicBezTo>
                  <a:cubicBezTo>
                    <a:pt x="2451842" y="1790319"/>
                    <a:pt x="2594812" y="1822514"/>
                    <a:pt x="2731972" y="1870234"/>
                  </a:cubicBezTo>
                  <a:cubicBezTo>
                    <a:pt x="2879038" y="1921383"/>
                    <a:pt x="3019627" y="1991963"/>
                    <a:pt x="3172313" y="2021205"/>
                  </a:cubicBezTo>
                  <a:cubicBezTo>
                    <a:pt x="3305091" y="2046732"/>
                    <a:pt x="3441204" y="2037017"/>
                    <a:pt x="3573887" y="2010156"/>
                  </a:cubicBezTo>
                  <a:cubicBezTo>
                    <a:pt x="3682567" y="1988153"/>
                    <a:pt x="3793724" y="1954435"/>
                    <a:pt x="3860494" y="1867472"/>
                  </a:cubicBezTo>
                  <a:cubicBezTo>
                    <a:pt x="3907167" y="1806607"/>
                    <a:pt x="3923073" y="1728978"/>
                    <a:pt x="3913072" y="1652778"/>
                  </a:cubicBezTo>
                  <a:cubicBezTo>
                    <a:pt x="3894118" y="1508570"/>
                    <a:pt x="3788866" y="1396079"/>
                    <a:pt x="3681805" y="1295400"/>
                  </a:cubicBezTo>
                  <a:cubicBezTo>
                    <a:pt x="3484162" y="1109472"/>
                    <a:pt x="3261277" y="953548"/>
                    <a:pt x="3029533" y="812197"/>
                  </a:cubicBezTo>
                  <a:cubicBezTo>
                    <a:pt x="2949999" y="763715"/>
                    <a:pt x="2869704" y="716661"/>
                    <a:pt x="2789789" y="668941"/>
                  </a:cubicBezTo>
                  <a:cubicBezTo>
                    <a:pt x="2696063" y="612934"/>
                    <a:pt x="2603289" y="555403"/>
                    <a:pt x="2510135" y="498539"/>
                  </a:cubicBezTo>
                  <a:cubicBezTo>
                    <a:pt x="2433459" y="451771"/>
                    <a:pt x="2356592" y="405384"/>
                    <a:pt x="2281630" y="355854"/>
                  </a:cubicBezTo>
                  <a:cubicBezTo>
                    <a:pt x="2187047" y="293370"/>
                    <a:pt x="2095988" y="225457"/>
                    <a:pt x="2002357" y="161544"/>
                  </a:cubicBezTo>
                  <a:cubicBezTo>
                    <a:pt x="1892439" y="86487"/>
                    <a:pt x="1726037" y="0"/>
                    <a:pt x="1726037" y="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F890D7E4-2E90-4189-AA14-2693B9473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0" y="5115312"/>
              <a:ext cx="9525" cy="9525"/>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3D53848D-8416-4C24-A2D1-CB2D5EF4B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0" y="5115312"/>
              <a:ext cx="9525" cy="9525"/>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D5C6ABEA-3701-4591-9F7A-DF96C707B2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0" y="5115312"/>
              <a:ext cx="9525" cy="9525"/>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8BABF3D0-6D14-430A-8648-AA359FF6D4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50974" y="2432177"/>
              <a:ext cx="2567851" cy="1647045"/>
            </a:xfrm>
            <a:custGeom>
              <a:avLst/>
              <a:gdLst>
                <a:gd name="connsiteX0" fmla="*/ 630083 w 2567851"/>
                <a:gd name="connsiteY0" fmla="*/ 95 h 1647045"/>
                <a:gd name="connsiteX1" fmla="*/ 124686 w 2567851"/>
                <a:gd name="connsiteY1" fmla="*/ 410718 h 1647045"/>
                <a:gd name="connsiteX2" fmla="*/ 26674 w 2567851"/>
                <a:gd name="connsiteY2" fmla="*/ 689991 h 1647045"/>
                <a:gd name="connsiteX3" fmla="*/ 1718 w 2567851"/>
                <a:gd name="connsiteY3" fmla="*/ 974217 h 1647045"/>
                <a:gd name="connsiteX4" fmla="*/ 56582 w 2567851"/>
                <a:gd name="connsiteY4" fmla="*/ 1208627 h 1647045"/>
                <a:gd name="connsiteX5" fmla="*/ 212792 w 2567851"/>
                <a:gd name="connsiteY5" fmla="*/ 1443038 h 1647045"/>
                <a:gd name="connsiteX6" fmla="*/ 385576 w 2567851"/>
                <a:gd name="connsiteY6" fmla="*/ 1590961 h 1647045"/>
                <a:gd name="connsiteX7" fmla="*/ 528451 w 2567851"/>
                <a:gd name="connsiteY7" fmla="*/ 1645825 h 1647045"/>
                <a:gd name="connsiteX8" fmla="*/ 739430 w 2567851"/>
                <a:gd name="connsiteY8" fmla="*/ 1604296 h 1647045"/>
                <a:gd name="connsiteX9" fmla="*/ 1023560 w 2567851"/>
                <a:gd name="connsiteY9" fmla="*/ 1517809 h 1647045"/>
                <a:gd name="connsiteX10" fmla="*/ 1384082 w 2567851"/>
                <a:gd name="connsiteY10" fmla="*/ 1394841 h 1647045"/>
                <a:gd name="connsiteX11" fmla="*/ 1872619 w 2567851"/>
                <a:gd name="connsiteY11" fmla="*/ 1318355 h 1647045"/>
                <a:gd name="connsiteX12" fmla="*/ 2169989 w 2567851"/>
                <a:gd name="connsiteY12" fmla="*/ 1359884 h 1647045"/>
                <a:gd name="connsiteX13" fmla="*/ 2331152 w 2567851"/>
                <a:gd name="connsiteY13" fmla="*/ 1359884 h 1647045"/>
                <a:gd name="connsiteX14" fmla="*/ 2500602 w 2567851"/>
                <a:gd name="connsiteY14" fmla="*/ 1351598 h 1647045"/>
                <a:gd name="connsiteX15" fmla="*/ 2557085 w 2567851"/>
                <a:gd name="connsiteY15" fmla="*/ 1316641 h 1647045"/>
                <a:gd name="connsiteX16" fmla="*/ 2533844 w 2567851"/>
                <a:gd name="connsiteY16" fmla="*/ 1195292 h 1647045"/>
                <a:gd name="connsiteX17" fmla="*/ 2312864 w 2567851"/>
                <a:gd name="connsiteY17" fmla="*/ 1005745 h 1647045"/>
                <a:gd name="connsiteX18" fmla="*/ 1980537 w 2567851"/>
                <a:gd name="connsiteY18" fmla="*/ 763048 h 1647045"/>
                <a:gd name="connsiteX19" fmla="*/ 1706408 w 2567851"/>
                <a:gd name="connsiteY19" fmla="*/ 548640 h 1647045"/>
                <a:gd name="connsiteX20" fmla="*/ 1422372 w 2567851"/>
                <a:gd name="connsiteY20" fmla="*/ 328803 h 1647045"/>
                <a:gd name="connsiteX21" fmla="*/ 960695 w 2567851"/>
                <a:gd name="connsiteY21" fmla="*/ 0 h 164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67851" h="1647045">
                  <a:moveTo>
                    <a:pt x="630083" y="95"/>
                  </a:moveTo>
                  <a:cubicBezTo>
                    <a:pt x="431201" y="60008"/>
                    <a:pt x="185837" y="291751"/>
                    <a:pt x="124686" y="410718"/>
                  </a:cubicBezTo>
                  <a:cubicBezTo>
                    <a:pt x="79442" y="498920"/>
                    <a:pt x="47438" y="593027"/>
                    <a:pt x="26674" y="689991"/>
                  </a:cubicBezTo>
                  <a:cubicBezTo>
                    <a:pt x="6576" y="783431"/>
                    <a:pt x="-4473" y="878967"/>
                    <a:pt x="1718" y="974217"/>
                  </a:cubicBezTo>
                  <a:cubicBezTo>
                    <a:pt x="7052" y="1054894"/>
                    <a:pt x="24674" y="1134332"/>
                    <a:pt x="56582" y="1208627"/>
                  </a:cubicBezTo>
                  <a:cubicBezTo>
                    <a:pt x="93825" y="1295495"/>
                    <a:pt x="148975" y="1373219"/>
                    <a:pt x="212792" y="1443038"/>
                  </a:cubicBezTo>
                  <a:cubicBezTo>
                    <a:pt x="264227" y="1499330"/>
                    <a:pt x="320996" y="1550575"/>
                    <a:pt x="385576" y="1590961"/>
                  </a:cubicBezTo>
                  <a:cubicBezTo>
                    <a:pt x="429486" y="1618393"/>
                    <a:pt x="477111" y="1640681"/>
                    <a:pt x="528451" y="1645825"/>
                  </a:cubicBezTo>
                  <a:cubicBezTo>
                    <a:pt x="600460" y="1653064"/>
                    <a:pt x="670278" y="1626680"/>
                    <a:pt x="739430" y="1604296"/>
                  </a:cubicBezTo>
                  <a:cubicBezTo>
                    <a:pt x="833632" y="1573721"/>
                    <a:pt x="929453" y="1548479"/>
                    <a:pt x="1023560" y="1517809"/>
                  </a:cubicBezTo>
                  <a:cubicBezTo>
                    <a:pt x="1144337" y="1478471"/>
                    <a:pt x="1262924" y="1432846"/>
                    <a:pt x="1384082" y="1394841"/>
                  </a:cubicBezTo>
                  <a:cubicBezTo>
                    <a:pt x="1542959" y="1345025"/>
                    <a:pt x="1707074" y="1305497"/>
                    <a:pt x="1872619" y="1318355"/>
                  </a:cubicBezTo>
                  <a:cubicBezTo>
                    <a:pt x="1972536" y="1326071"/>
                    <a:pt x="2070072" y="1353312"/>
                    <a:pt x="2169989" y="1359884"/>
                  </a:cubicBezTo>
                  <a:cubicBezTo>
                    <a:pt x="2223615" y="1363409"/>
                    <a:pt x="2277431" y="1359503"/>
                    <a:pt x="2331152" y="1359884"/>
                  </a:cubicBezTo>
                  <a:cubicBezTo>
                    <a:pt x="2388112" y="1360265"/>
                    <a:pt x="2445738" y="1366076"/>
                    <a:pt x="2500602" y="1351598"/>
                  </a:cubicBezTo>
                  <a:cubicBezTo>
                    <a:pt x="2522986" y="1345692"/>
                    <a:pt x="2544322" y="1335691"/>
                    <a:pt x="2557085" y="1316641"/>
                  </a:cubicBezTo>
                  <a:cubicBezTo>
                    <a:pt x="2581850" y="1279874"/>
                    <a:pt x="2559562" y="1233202"/>
                    <a:pt x="2533844" y="1195292"/>
                  </a:cubicBezTo>
                  <a:cubicBezTo>
                    <a:pt x="2478790" y="1114330"/>
                    <a:pt x="2394208" y="1060990"/>
                    <a:pt x="2312864" y="1005745"/>
                  </a:cubicBezTo>
                  <a:cubicBezTo>
                    <a:pt x="2199326" y="928688"/>
                    <a:pt x="2089027" y="847058"/>
                    <a:pt x="1980537" y="763048"/>
                  </a:cubicBezTo>
                  <a:cubicBezTo>
                    <a:pt x="1888811" y="691991"/>
                    <a:pt x="1796514" y="621697"/>
                    <a:pt x="1706408" y="548640"/>
                  </a:cubicBezTo>
                  <a:cubicBezTo>
                    <a:pt x="1554865" y="425672"/>
                    <a:pt x="1572105" y="453866"/>
                    <a:pt x="1422372" y="328803"/>
                  </a:cubicBezTo>
                  <a:cubicBezTo>
                    <a:pt x="1381224" y="294418"/>
                    <a:pt x="1009749" y="21146"/>
                    <a:pt x="960695" y="0"/>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7C04F5C9-F7C6-4B5D-AA5A-252D9DDBA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205503" y="1886195"/>
              <a:ext cx="1676495" cy="1223010"/>
            </a:xfrm>
            <a:custGeom>
              <a:avLst/>
              <a:gdLst>
                <a:gd name="connsiteX0" fmla="*/ 1676495 w 1676495"/>
                <a:gd name="connsiteY0" fmla="*/ 1223010 h 1223010"/>
                <a:gd name="connsiteX1" fmla="*/ 1421702 w 1676495"/>
                <a:gd name="connsiteY1" fmla="*/ 1000697 h 1223010"/>
                <a:gd name="connsiteX2" fmla="*/ 1024604 w 1676495"/>
                <a:gd name="connsiteY2" fmla="*/ 744665 h 1223010"/>
                <a:gd name="connsiteX3" fmla="*/ 444722 w 1676495"/>
                <a:gd name="connsiteY3" fmla="*/ 345758 h 1223010"/>
                <a:gd name="connsiteX4" fmla="*/ 0 w 1676495"/>
                <a:gd name="connsiteY4" fmla="*/ 0 h 1223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95" h="1223010">
                  <a:moveTo>
                    <a:pt x="1676495" y="1223010"/>
                  </a:moveTo>
                  <a:cubicBezTo>
                    <a:pt x="1603724" y="1136428"/>
                    <a:pt x="1514094" y="1066229"/>
                    <a:pt x="1421702" y="1000697"/>
                  </a:cubicBezTo>
                  <a:cubicBezTo>
                    <a:pt x="1293209" y="909638"/>
                    <a:pt x="1158526" y="827627"/>
                    <a:pt x="1024604" y="744665"/>
                  </a:cubicBezTo>
                  <a:cubicBezTo>
                    <a:pt x="824770" y="620935"/>
                    <a:pt x="623792" y="497681"/>
                    <a:pt x="444722" y="345758"/>
                  </a:cubicBezTo>
                  <a:cubicBezTo>
                    <a:pt x="330517" y="248888"/>
                    <a:pt x="135731" y="61722"/>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7337B922-7D88-47CA-A9FD-0841B373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72196" y="2084568"/>
              <a:ext cx="3028800" cy="2065359"/>
            </a:xfrm>
            <a:custGeom>
              <a:avLst/>
              <a:gdLst>
                <a:gd name="connsiteX0" fmla="*/ 525127 w 3028800"/>
                <a:gd name="connsiteY0" fmla="*/ 0 h 2065359"/>
                <a:gd name="connsiteX1" fmla="*/ 256141 w 3028800"/>
                <a:gd name="connsiteY1" fmla="*/ 229648 h 2065359"/>
                <a:gd name="connsiteX2" fmla="*/ 115552 w 3028800"/>
                <a:gd name="connsiteY2" fmla="*/ 438531 h 2065359"/>
                <a:gd name="connsiteX3" fmla="*/ 29446 w 3028800"/>
                <a:gd name="connsiteY3" fmla="*/ 723424 h 2065359"/>
                <a:gd name="connsiteX4" fmla="*/ 776 w 3028800"/>
                <a:gd name="connsiteY4" fmla="*/ 1034606 h 2065359"/>
                <a:gd name="connsiteX5" fmla="*/ 48592 w 3028800"/>
                <a:gd name="connsiteY5" fmla="*/ 1288352 h 2065359"/>
                <a:gd name="connsiteX6" fmla="*/ 146699 w 3028800"/>
                <a:gd name="connsiteY6" fmla="*/ 1496568 h 2065359"/>
                <a:gd name="connsiteX7" fmla="*/ 254332 w 3028800"/>
                <a:gd name="connsiteY7" fmla="*/ 1721549 h 2065359"/>
                <a:gd name="connsiteX8" fmla="*/ 338056 w 3028800"/>
                <a:gd name="connsiteY8" fmla="*/ 1905857 h 2065359"/>
                <a:gd name="connsiteX9" fmla="*/ 407398 w 3028800"/>
                <a:gd name="connsiteY9" fmla="*/ 2008823 h 2065359"/>
                <a:gd name="connsiteX10" fmla="*/ 476740 w 3028800"/>
                <a:gd name="connsiteY10" fmla="*/ 2059114 h 2065359"/>
                <a:gd name="connsiteX11" fmla="*/ 596374 w 3028800"/>
                <a:gd name="connsiteY11" fmla="*/ 2047113 h 2065359"/>
                <a:gd name="connsiteX12" fmla="*/ 804496 w 3028800"/>
                <a:gd name="connsiteY12" fmla="*/ 1903476 h 2065359"/>
                <a:gd name="connsiteX13" fmla="*/ 1084435 w 3028800"/>
                <a:gd name="connsiteY13" fmla="*/ 1721549 h 2065359"/>
                <a:gd name="connsiteX14" fmla="*/ 1369138 w 3028800"/>
                <a:gd name="connsiteY14" fmla="*/ 1611439 h 2065359"/>
                <a:gd name="connsiteX15" fmla="*/ 1603643 w 3028800"/>
                <a:gd name="connsiteY15" fmla="*/ 1554004 h 2065359"/>
                <a:gd name="connsiteX16" fmla="*/ 1897966 w 3028800"/>
                <a:gd name="connsiteY16" fmla="*/ 1498949 h 2065359"/>
                <a:gd name="connsiteX17" fmla="*/ 2146759 w 3028800"/>
                <a:gd name="connsiteY17" fmla="*/ 1513332 h 2065359"/>
                <a:gd name="connsiteX18" fmla="*/ 2292682 w 3028800"/>
                <a:gd name="connsiteY18" fmla="*/ 1537240 h 2065359"/>
                <a:gd name="connsiteX19" fmla="*/ 2584623 w 3028800"/>
                <a:gd name="connsiteY19" fmla="*/ 1594676 h 2065359"/>
                <a:gd name="connsiteX20" fmla="*/ 2795126 w 3028800"/>
                <a:gd name="connsiteY20" fmla="*/ 1620964 h 2065359"/>
                <a:gd name="connsiteX21" fmla="*/ 2972005 w 3028800"/>
                <a:gd name="connsiteY21" fmla="*/ 1234631 h 20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28800" h="2065359">
                  <a:moveTo>
                    <a:pt x="525127" y="0"/>
                  </a:moveTo>
                  <a:cubicBezTo>
                    <a:pt x="525127" y="0"/>
                    <a:pt x="307386" y="172212"/>
                    <a:pt x="256141" y="229648"/>
                  </a:cubicBezTo>
                  <a:cubicBezTo>
                    <a:pt x="199944" y="292608"/>
                    <a:pt x="151843" y="362331"/>
                    <a:pt x="115552" y="438531"/>
                  </a:cubicBezTo>
                  <a:cubicBezTo>
                    <a:pt x="72785" y="528447"/>
                    <a:pt x="48115" y="625507"/>
                    <a:pt x="29446" y="723424"/>
                  </a:cubicBezTo>
                  <a:cubicBezTo>
                    <a:pt x="9825" y="826103"/>
                    <a:pt x="-3415" y="930212"/>
                    <a:pt x="776" y="1034606"/>
                  </a:cubicBezTo>
                  <a:cubicBezTo>
                    <a:pt x="4205" y="1121093"/>
                    <a:pt x="19159" y="1206913"/>
                    <a:pt x="48592" y="1288352"/>
                  </a:cubicBezTo>
                  <a:cubicBezTo>
                    <a:pt x="74785" y="1360551"/>
                    <a:pt x="111457" y="1428274"/>
                    <a:pt x="146699" y="1496568"/>
                  </a:cubicBezTo>
                  <a:cubicBezTo>
                    <a:pt x="184894" y="1570482"/>
                    <a:pt x="221185" y="1645349"/>
                    <a:pt x="254332" y="1721549"/>
                  </a:cubicBezTo>
                  <a:cubicBezTo>
                    <a:pt x="281287" y="1783461"/>
                    <a:pt x="306433" y="1846231"/>
                    <a:pt x="338056" y="1905857"/>
                  </a:cubicBezTo>
                  <a:cubicBezTo>
                    <a:pt x="357583" y="1942529"/>
                    <a:pt x="379776" y="1977866"/>
                    <a:pt x="407398" y="2008823"/>
                  </a:cubicBezTo>
                  <a:cubicBezTo>
                    <a:pt x="426829" y="2030539"/>
                    <a:pt x="449308" y="2049780"/>
                    <a:pt x="476740" y="2059114"/>
                  </a:cubicBezTo>
                  <a:cubicBezTo>
                    <a:pt x="515793" y="2072354"/>
                    <a:pt x="557893" y="2062734"/>
                    <a:pt x="596374" y="2047113"/>
                  </a:cubicBezTo>
                  <a:cubicBezTo>
                    <a:pt x="674860" y="2015300"/>
                    <a:pt x="738106" y="1956530"/>
                    <a:pt x="804496" y="1903476"/>
                  </a:cubicBezTo>
                  <a:cubicBezTo>
                    <a:pt x="891649" y="1833848"/>
                    <a:pt x="984804" y="1771841"/>
                    <a:pt x="1084435" y="1721549"/>
                  </a:cubicBezTo>
                  <a:cubicBezTo>
                    <a:pt x="1175494" y="1675638"/>
                    <a:pt x="1271030" y="1639348"/>
                    <a:pt x="1369138" y="1611439"/>
                  </a:cubicBezTo>
                  <a:cubicBezTo>
                    <a:pt x="1446576" y="1589437"/>
                    <a:pt x="1525252" y="1572387"/>
                    <a:pt x="1603643" y="1554004"/>
                  </a:cubicBezTo>
                  <a:cubicBezTo>
                    <a:pt x="1700989" y="1531049"/>
                    <a:pt x="1798144" y="1505141"/>
                    <a:pt x="1897966" y="1498949"/>
                  </a:cubicBezTo>
                  <a:cubicBezTo>
                    <a:pt x="1981119" y="1493711"/>
                    <a:pt x="2064272" y="1501521"/>
                    <a:pt x="2146759" y="1513332"/>
                  </a:cubicBezTo>
                  <a:cubicBezTo>
                    <a:pt x="2195527" y="1520285"/>
                    <a:pt x="2244200" y="1528382"/>
                    <a:pt x="2292682" y="1537240"/>
                  </a:cubicBezTo>
                  <a:cubicBezTo>
                    <a:pt x="2390218" y="1555147"/>
                    <a:pt x="2487563" y="1574102"/>
                    <a:pt x="2584623" y="1594676"/>
                  </a:cubicBezTo>
                  <a:cubicBezTo>
                    <a:pt x="2654251" y="1609439"/>
                    <a:pt x="2724260" y="1624393"/>
                    <a:pt x="2795126" y="1620964"/>
                  </a:cubicBezTo>
                  <a:cubicBezTo>
                    <a:pt x="2859991" y="1617821"/>
                    <a:pt x="3149551" y="1625918"/>
                    <a:pt x="2972005" y="1234631"/>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3099EA02-8097-44CE-ABA3-D27A4AA00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47124" y="3225064"/>
              <a:ext cx="1161937" cy="1049976"/>
            </a:xfrm>
            <a:custGeom>
              <a:avLst/>
              <a:gdLst>
                <a:gd name="connsiteX0" fmla="*/ 279459 w 1161937"/>
                <a:gd name="connsiteY0" fmla="*/ 64453 h 1049976"/>
                <a:gd name="connsiteX1" fmla="*/ 99437 w 1161937"/>
                <a:gd name="connsiteY1" fmla="*/ 232093 h 1049976"/>
                <a:gd name="connsiteX2" fmla="*/ 2472 w 1161937"/>
                <a:gd name="connsiteY2" fmla="*/ 507746 h 1049976"/>
                <a:gd name="connsiteX3" fmla="*/ 17712 w 1161937"/>
                <a:gd name="connsiteY3" fmla="*/ 734917 h 1049976"/>
                <a:gd name="connsiteX4" fmla="*/ 85530 w 1161937"/>
                <a:gd name="connsiteY4" fmla="*/ 905320 h 1049976"/>
                <a:gd name="connsiteX5" fmla="*/ 388806 w 1161937"/>
                <a:gd name="connsiteY5" fmla="*/ 1048004 h 1049976"/>
                <a:gd name="connsiteX6" fmla="*/ 755709 w 1161937"/>
                <a:gd name="connsiteY6" fmla="*/ 984282 h 1049976"/>
                <a:gd name="connsiteX7" fmla="*/ 984214 w 1161937"/>
                <a:gd name="connsiteY7" fmla="*/ 856837 h 1049976"/>
                <a:gd name="connsiteX8" fmla="*/ 1144806 w 1161937"/>
                <a:gd name="connsiteY8" fmla="*/ 651859 h 1049976"/>
                <a:gd name="connsiteX9" fmla="*/ 1144806 w 1161937"/>
                <a:gd name="connsiteY9" fmla="*/ 435737 h 1049976"/>
                <a:gd name="connsiteX10" fmla="*/ 894203 w 1161937"/>
                <a:gd name="connsiteY10" fmla="*/ 110173 h 1049976"/>
                <a:gd name="connsiteX11" fmla="*/ 645219 w 1161937"/>
                <a:gd name="connsiteY11" fmla="*/ 11494 h 1049976"/>
                <a:gd name="connsiteX12" fmla="*/ 469102 w 1161937"/>
                <a:gd name="connsiteY12" fmla="*/ 3207 h 1049976"/>
                <a:gd name="connsiteX13" fmla="*/ 279459 w 1161937"/>
                <a:gd name="connsiteY13" fmla="*/ 64453 h 104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1937" h="1049976">
                  <a:moveTo>
                    <a:pt x="279459" y="64453"/>
                  </a:moveTo>
                  <a:cubicBezTo>
                    <a:pt x="206784" y="104934"/>
                    <a:pt x="145538" y="162751"/>
                    <a:pt x="99437" y="232093"/>
                  </a:cubicBezTo>
                  <a:cubicBezTo>
                    <a:pt x="44763" y="314389"/>
                    <a:pt x="10759" y="409258"/>
                    <a:pt x="2472" y="507746"/>
                  </a:cubicBezTo>
                  <a:cubicBezTo>
                    <a:pt x="-3909" y="583660"/>
                    <a:pt x="2377" y="660146"/>
                    <a:pt x="17712" y="734917"/>
                  </a:cubicBezTo>
                  <a:cubicBezTo>
                    <a:pt x="30190" y="795782"/>
                    <a:pt x="48002" y="855980"/>
                    <a:pt x="85530" y="905320"/>
                  </a:cubicBezTo>
                  <a:cubicBezTo>
                    <a:pt x="155730" y="997617"/>
                    <a:pt x="272030" y="1038955"/>
                    <a:pt x="388806" y="1048004"/>
                  </a:cubicBezTo>
                  <a:cubicBezTo>
                    <a:pt x="514251" y="1057720"/>
                    <a:pt x="638361" y="1030764"/>
                    <a:pt x="755709" y="984282"/>
                  </a:cubicBezTo>
                  <a:cubicBezTo>
                    <a:pt x="837339" y="951992"/>
                    <a:pt x="915444" y="911320"/>
                    <a:pt x="984214" y="856837"/>
                  </a:cubicBezTo>
                  <a:cubicBezTo>
                    <a:pt x="1053556" y="801878"/>
                    <a:pt x="1115659" y="735013"/>
                    <a:pt x="1144806" y="651859"/>
                  </a:cubicBezTo>
                  <a:cubicBezTo>
                    <a:pt x="1169285" y="581946"/>
                    <a:pt x="1165951" y="506984"/>
                    <a:pt x="1144806" y="435737"/>
                  </a:cubicBezTo>
                  <a:cubicBezTo>
                    <a:pt x="1104801" y="300673"/>
                    <a:pt x="1011837" y="187801"/>
                    <a:pt x="894203" y="110173"/>
                  </a:cubicBezTo>
                  <a:cubicBezTo>
                    <a:pt x="818860" y="60547"/>
                    <a:pt x="733897" y="28258"/>
                    <a:pt x="645219" y="11494"/>
                  </a:cubicBezTo>
                  <a:cubicBezTo>
                    <a:pt x="587117" y="540"/>
                    <a:pt x="527776" y="-3365"/>
                    <a:pt x="469102" y="3207"/>
                  </a:cubicBezTo>
                  <a:cubicBezTo>
                    <a:pt x="402522" y="10636"/>
                    <a:pt x="337943" y="31782"/>
                    <a:pt x="279459" y="64453"/>
                  </a:cubicBezTo>
                  <a:close/>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77B9352D-F916-42DA-A39C-C6F0C72BB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272867" y="3402818"/>
              <a:ext cx="846327" cy="774726"/>
            </a:xfrm>
            <a:custGeom>
              <a:avLst/>
              <a:gdLst>
                <a:gd name="connsiteX0" fmla="*/ 223506 w 846327"/>
                <a:gd name="connsiteY0" fmla="*/ 47187 h 774726"/>
                <a:gd name="connsiteX1" fmla="*/ 29100 w 846327"/>
                <a:gd name="connsiteY1" fmla="*/ 283216 h 774726"/>
                <a:gd name="connsiteX2" fmla="*/ 29100 w 846327"/>
                <a:gd name="connsiteY2" fmla="*/ 589064 h 774726"/>
                <a:gd name="connsiteX3" fmla="*/ 155402 w 846327"/>
                <a:gd name="connsiteY3" fmla="*/ 735368 h 774726"/>
                <a:gd name="connsiteX4" fmla="*/ 402957 w 846327"/>
                <a:gd name="connsiteY4" fmla="*/ 770325 h 774726"/>
                <a:gd name="connsiteX5" fmla="*/ 638891 w 846327"/>
                <a:gd name="connsiteY5" fmla="*/ 698887 h 774726"/>
                <a:gd name="connsiteX6" fmla="*/ 818342 w 846327"/>
                <a:gd name="connsiteY6" fmla="*/ 519341 h 774726"/>
                <a:gd name="connsiteX7" fmla="*/ 844917 w 846327"/>
                <a:gd name="connsiteY7" fmla="*/ 356463 h 774726"/>
                <a:gd name="connsiteX8" fmla="*/ 675467 w 846327"/>
                <a:gd name="connsiteY8" fmla="*/ 70523 h 774726"/>
                <a:gd name="connsiteX9" fmla="*/ 343140 w 846327"/>
                <a:gd name="connsiteY9" fmla="*/ 7372 h 774726"/>
                <a:gd name="connsiteX10" fmla="*/ 223506 w 846327"/>
                <a:gd name="connsiteY10" fmla="*/ 47187 h 77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327" h="774726">
                  <a:moveTo>
                    <a:pt x="223506" y="47187"/>
                  </a:moveTo>
                  <a:cubicBezTo>
                    <a:pt x="131304" y="97288"/>
                    <a:pt x="65391" y="184537"/>
                    <a:pt x="29100" y="283216"/>
                  </a:cubicBezTo>
                  <a:cubicBezTo>
                    <a:pt x="-7380" y="382467"/>
                    <a:pt x="-11952" y="491909"/>
                    <a:pt x="29100" y="589064"/>
                  </a:cubicBezTo>
                  <a:cubicBezTo>
                    <a:pt x="54913" y="650214"/>
                    <a:pt x="97585" y="703078"/>
                    <a:pt x="155402" y="735368"/>
                  </a:cubicBezTo>
                  <a:cubicBezTo>
                    <a:pt x="229697" y="776802"/>
                    <a:pt x="317898" y="779659"/>
                    <a:pt x="402957" y="770325"/>
                  </a:cubicBezTo>
                  <a:cubicBezTo>
                    <a:pt x="485538" y="761181"/>
                    <a:pt x="566120" y="738987"/>
                    <a:pt x="638891" y="698887"/>
                  </a:cubicBezTo>
                  <a:cubicBezTo>
                    <a:pt x="714900" y="656977"/>
                    <a:pt x="781956" y="597827"/>
                    <a:pt x="818342" y="519341"/>
                  </a:cubicBezTo>
                  <a:cubicBezTo>
                    <a:pt x="841964" y="468477"/>
                    <a:pt x="849870" y="412280"/>
                    <a:pt x="844917" y="356463"/>
                  </a:cubicBezTo>
                  <a:cubicBezTo>
                    <a:pt x="834630" y="240449"/>
                    <a:pt x="771955" y="135293"/>
                    <a:pt x="675467" y="70523"/>
                  </a:cubicBezTo>
                  <a:cubicBezTo>
                    <a:pt x="578788" y="5658"/>
                    <a:pt x="458392" y="-11868"/>
                    <a:pt x="343140" y="7372"/>
                  </a:cubicBezTo>
                  <a:cubicBezTo>
                    <a:pt x="301325" y="14325"/>
                    <a:pt x="260748" y="26994"/>
                    <a:pt x="223506" y="47187"/>
                  </a:cubicBezTo>
                  <a:close/>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BBECF786-5D3B-4D7B-941E-FE96E6478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35437" y="3593840"/>
              <a:ext cx="477596" cy="447528"/>
            </a:xfrm>
            <a:custGeom>
              <a:avLst/>
              <a:gdLst>
                <a:gd name="connsiteX0" fmla="*/ 88185 w 477596"/>
                <a:gd name="connsiteY0" fmla="*/ 75022 h 447528"/>
                <a:gd name="connsiteX1" fmla="*/ 79 w 477596"/>
                <a:gd name="connsiteY1" fmla="*/ 236280 h 447528"/>
                <a:gd name="connsiteX2" fmla="*/ 69897 w 477596"/>
                <a:gd name="connsiteY2" fmla="*/ 370964 h 447528"/>
                <a:gd name="connsiteX3" fmla="*/ 172958 w 477596"/>
                <a:gd name="connsiteY3" fmla="*/ 429162 h 447528"/>
                <a:gd name="connsiteX4" fmla="*/ 309165 w 477596"/>
                <a:gd name="connsiteY4" fmla="*/ 440782 h 447528"/>
                <a:gd name="connsiteX5" fmla="*/ 432990 w 477596"/>
                <a:gd name="connsiteY5" fmla="*/ 316957 h 447528"/>
                <a:gd name="connsiteX6" fmla="*/ 476996 w 477596"/>
                <a:gd name="connsiteY6" fmla="*/ 164843 h 447528"/>
                <a:gd name="connsiteX7" fmla="*/ 383937 w 477596"/>
                <a:gd name="connsiteY7" fmla="*/ 26826 h 447528"/>
                <a:gd name="connsiteX8" fmla="*/ 88185 w 477596"/>
                <a:gd name="connsiteY8" fmla="*/ 75022 h 447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96" h="447528">
                  <a:moveTo>
                    <a:pt x="88185" y="75022"/>
                  </a:moveTo>
                  <a:cubicBezTo>
                    <a:pt x="37798" y="116361"/>
                    <a:pt x="-2016" y="171796"/>
                    <a:pt x="79" y="236280"/>
                  </a:cubicBezTo>
                  <a:cubicBezTo>
                    <a:pt x="1794" y="288763"/>
                    <a:pt x="30178" y="336103"/>
                    <a:pt x="69897" y="370964"/>
                  </a:cubicBezTo>
                  <a:cubicBezTo>
                    <a:pt x="99806" y="397253"/>
                    <a:pt x="135429" y="415636"/>
                    <a:pt x="172958" y="429162"/>
                  </a:cubicBezTo>
                  <a:cubicBezTo>
                    <a:pt x="217249" y="445068"/>
                    <a:pt x="264588" y="454784"/>
                    <a:pt x="309165" y="440782"/>
                  </a:cubicBezTo>
                  <a:cubicBezTo>
                    <a:pt x="366696" y="422780"/>
                    <a:pt x="403272" y="370297"/>
                    <a:pt x="432990" y="316957"/>
                  </a:cubicBezTo>
                  <a:cubicBezTo>
                    <a:pt x="459375" y="269618"/>
                    <a:pt x="481568" y="218469"/>
                    <a:pt x="476996" y="164843"/>
                  </a:cubicBezTo>
                  <a:cubicBezTo>
                    <a:pt x="472043" y="106169"/>
                    <a:pt x="435276" y="55972"/>
                    <a:pt x="383937" y="26826"/>
                  </a:cubicBezTo>
                  <a:cubicBezTo>
                    <a:pt x="289734" y="-26705"/>
                    <a:pt x="173244" y="5299"/>
                    <a:pt x="88185" y="75022"/>
                  </a:cubicBezTo>
                  <a:close/>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FF19012F-4A59-4866-B2D1-60B1A896B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785832" y="822034"/>
              <a:ext cx="2861881" cy="1271168"/>
            </a:xfrm>
            <a:custGeom>
              <a:avLst/>
              <a:gdLst>
                <a:gd name="connsiteX0" fmla="*/ 0 w 2861881"/>
                <a:gd name="connsiteY0" fmla="*/ 0 h 1271168"/>
                <a:gd name="connsiteX1" fmla="*/ 176879 w 2861881"/>
                <a:gd name="connsiteY1" fmla="*/ 115157 h 1271168"/>
                <a:gd name="connsiteX2" fmla="*/ 400812 w 2861881"/>
                <a:gd name="connsiteY2" fmla="*/ 277178 h 1271168"/>
                <a:gd name="connsiteX3" fmla="*/ 652367 w 2861881"/>
                <a:gd name="connsiteY3" fmla="*/ 421958 h 1271168"/>
                <a:gd name="connsiteX4" fmla="*/ 1110615 w 2861881"/>
                <a:gd name="connsiteY4" fmla="*/ 690848 h 1271168"/>
                <a:gd name="connsiteX5" fmla="*/ 1410843 w 2861881"/>
                <a:gd name="connsiteY5" fmla="*/ 830580 h 1271168"/>
                <a:gd name="connsiteX6" fmla="*/ 1585341 w 2861881"/>
                <a:gd name="connsiteY6" fmla="*/ 917067 h 1271168"/>
                <a:gd name="connsiteX7" fmla="*/ 1896047 w 2861881"/>
                <a:gd name="connsiteY7" fmla="*/ 1114901 h 1271168"/>
                <a:gd name="connsiteX8" fmla="*/ 2042255 w 2861881"/>
                <a:gd name="connsiteY8" fmla="*/ 1204627 h 1271168"/>
                <a:gd name="connsiteX9" fmla="*/ 2276570 w 2861881"/>
                <a:gd name="connsiteY9" fmla="*/ 1271111 h 1271168"/>
                <a:gd name="connsiteX10" fmla="*/ 2568988 w 2861881"/>
                <a:gd name="connsiteY10" fmla="*/ 1128141 h 1271168"/>
                <a:gd name="connsiteX11" fmla="*/ 2726817 w 2861881"/>
                <a:gd name="connsiteY11" fmla="*/ 882110 h 1271168"/>
                <a:gd name="connsiteX12" fmla="*/ 2861882 w 2861881"/>
                <a:gd name="connsiteY12" fmla="*/ 574929 h 12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61881" h="1271168">
                  <a:moveTo>
                    <a:pt x="0" y="0"/>
                  </a:moveTo>
                  <a:cubicBezTo>
                    <a:pt x="0" y="0"/>
                    <a:pt x="110680" y="67151"/>
                    <a:pt x="176879" y="115157"/>
                  </a:cubicBezTo>
                  <a:cubicBezTo>
                    <a:pt x="251555" y="169259"/>
                    <a:pt x="323564" y="226981"/>
                    <a:pt x="400812" y="277178"/>
                  </a:cubicBezTo>
                  <a:cubicBezTo>
                    <a:pt x="481965" y="329946"/>
                    <a:pt x="568166" y="374142"/>
                    <a:pt x="652367" y="421958"/>
                  </a:cubicBezTo>
                  <a:cubicBezTo>
                    <a:pt x="806387" y="509492"/>
                    <a:pt x="953167" y="609695"/>
                    <a:pt x="1110615" y="690848"/>
                  </a:cubicBezTo>
                  <a:cubicBezTo>
                    <a:pt x="1208723" y="741426"/>
                    <a:pt x="1310449" y="784670"/>
                    <a:pt x="1410843" y="830580"/>
                  </a:cubicBezTo>
                  <a:cubicBezTo>
                    <a:pt x="1469898" y="857631"/>
                    <a:pt x="1528477" y="885635"/>
                    <a:pt x="1585341" y="917067"/>
                  </a:cubicBezTo>
                  <a:cubicBezTo>
                    <a:pt x="1692878" y="976408"/>
                    <a:pt x="1794034" y="1046417"/>
                    <a:pt x="1896047" y="1114901"/>
                  </a:cubicBezTo>
                  <a:cubicBezTo>
                    <a:pt x="1943576" y="1146810"/>
                    <a:pt x="1991773" y="1177671"/>
                    <a:pt x="2042255" y="1204627"/>
                  </a:cubicBezTo>
                  <a:cubicBezTo>
                    <a:pt x="2115217" y="1243679"/>
                    <a:pt x="2194179" y="1272635"/>
                    <a:pt x="2276570" y="1271111"/>
                  </a:cubicBezTo>
                  <a:cubicBezTo>
                    <a:pt x="2388870" y="1269111"/>
                    <a:pt x="2490597" y="1209485"/>
                    <a:pt x="2568988" y="1128141"/>
                  </a:cubicBezTo>
                  <a:cubicBezTo>
                    <a:pt x="2637092" y="1057561"/>
                    <a:pt x="2686622" y="971836"/>
                    <a:pt x="2726817" y="882110"/>
                  </a:cubicBezTo>
                  <a:cubicBezTo>
                    <a:pt x="2772632" y="779907"/>
                    <a:pt x="2807208" y="672560"/>
                    <a:pt x="2861882" y="574929"/>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FA9DE6B4-5329-41C6-9FB0-2E88732A10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9044" y="900581"/>
              <a:ext cx="2636234" cy="919096"/>
            </a:xfrm>
            <a:custGeom>
              <a:avLst/>
              <a:gdLst>
                <a:gd name="connsiteX0" fmla="*/ 0 w 2636234"/>
                <a:gd name="connsiteY0" fmla="*/ 0 h 919096"/>
                <a:gd name="connsiteX1" fmla="*/ 417862 w 2636234"/>
                <a:gd name="connsiteY1" fmla="*/ 274415 h 919096"/>
                <a:gd name="connsiteX2" fmla="*/ 980218 w 2636234"/>
                <a:gd name="connsiteY2" fmla="*/ 607981 h 919096"/>
                <a:gd name="connsiteX3" fmla="*/ 1473137 w 2636234"/>
                <a:gd name="connsiteY3" fmla="*/ 792290 h 919096"/>
                <a:gd name="connsiteX4" fmla="*/ 1827276 w 2636234"/>
                <a:gd name="connsiteY4" fmla="*/ 914400 h 919096"/>
                <a:gd name="connsiteX5" fmla="*/ 2119218 w 2636234"/>
                <a:gd name="connsiteY5" fmla="*/ 847344 h 919096"/>
                <a:gd name="connsiteX6" fmla="*/ 2269998 w 2636234"/>
                <a:gd name="connsiteY6" fmla="*/ 610362 h 919096"/>
                <a:gd name="connsiteX7" fmla="*/ 2413540 w 2636234"/>
                <a:gd name="connsiteY7" fmla="*/ 361379 h 919096"/>
                <a:gd name="connsiteX8" fmla="*/ 2636235 w 2636234"/>
                <a:gd name="connsiteY8" fmla="*/ 66961 h 91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6234" h="919096">
                  <a:moveTo>
                    <a:pt x="0" y="0"/>
                  </a:moveTo>
                  <a:cubicBezTo>
                    <a:pt x="0" y="0"/>
                    <a:pt x="243745" y="162020"/>
                    <a:pt x="417862" y="274415"/>
                  </a:cubicBezTo>
                  <a:cubicBezTo>
                    <a:pt x="601409" y="392906"/>
                    <a:pt x="781145" y="518732"/>
                    <a:pt x="980218" y="607981"/>
                  </a:cubicBezTo>
                  <a:cubicBezTo>
                    <a:pt x="1140333" y="679799"/>
                    <a:pt x="1310545" y="726091"/>
                    <a:pt x="1473137" y="792290"/>
                  </a:cubicBezTo>
                  <a:cubicBezTo>
                    <a:pt x="1589532" y="839724"/>
                    <a:pt x="1702975" y="897922"/>
                    <a:pt x="1827276" y="914400"/>
                  </a:cubicBezTo>
                  <a:cubicBezTo>
                    <a:pt x="1930813" y="928116"/>
                    <a:pt x="2039208" y="913543"/>
                    <a:pt x="2119218" y="847344"/>
                  </a:cubicBezTo>
                  <a:cubicBezTo>
                    <a:pt x="2192084" y="786956"/>
                    <a:pt x="2228184" y="696087"/>
                    <a:pt x="2269998" y="610362"/>
                  </a:cubicBezTo>
                  <a:cubicBezTo>
                    <a:pt x="2312003" y="524161"/>
                    <a:pt x="2362867" y="442722"/>
                    <a:pt x="2413540" y="361379"/>
                  </a:cubicBezTo>
                  <a:cubicBezTo>
                    <a:pt x="2485835" y="245459"/>
                    <a:pt x="2514886" y="126873"/>
                    <a:pt x="2636235" y="66961"/>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D5B645CC-35E5-4026-A374-3213D0173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23810" y="1056703"/>
              <a:ext cx="2292381" cy="625711"/>
            </a:xfrm>
            <a:custGeom>
              <a:avLst/>
              <a:gdLst>
                <a:gd name="connsiteX0" fmla="*/ 0 w 2292381"/>
                <a:gd name="connsiteY0" fmla="*/ 0 h 625711"/>
                <a:gd name="connsiteX1" fmla="*/ 272415 w 2292381"/>
                <a:gd name="connsiteY1" fmla="*/ 181070 h 625711"/>
                <a:gd name="connsiteX2" fmla="*/ 651415 w 2292381"/>
                <a:gd name="connsiteY2" fmla="*/ 385000 h 625711"/>
                <a:gd name="connsiteX3" fmla="*/ 915543 w 2292381"/>
                <a:gd name="connsiteY3" fmla="*/ 514255 h 625711"/>
                <a:gd name="connsiteX4" fmla="*/ 1277302 w 2292381"/>
                <a:gd name="connsiteY4" fmla="*/ 606171 h 625711"/>
                <a:gd name="connsiteX5" fmla="*/ 1618964 w 2292381"/>
                <a:gd name="connsiteY5" fmla="*/ 606171 h 625711"/>
                <a:gd name="connsiteX6" fmla="*/ 1817084 w 2292381"/>
                <a:gd name="connsiteY6" fmla="*/ 485489 h 625711"/>
                <a:gd name="connsiteX7" fmla="*/ 1963483 w 2292381"/>
                <a:gd name="connsiteY7" fmla="*/ 313182 h 625711"/>
                <a:gd name="connsiteX8" fmla="*/ 2102739 w 2292381"/>
                <a:gd name="connsiteY8" fmla="*/ 173831 h 625711"/>
                <a:gd name="connsiteX9" fmla="*/ 2292382 w 2292381"/>
                <a:gd name="connsiteY9" fmla="*/ 0 h 6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381" h="625711">
                  <a:moveTo>
                    <a:pt x="0" y="0"/>
                  </a:moveTo>
                  <a:cubicBezTo>
                    <a:pt x="0" y="0"/>
                    <a:pt x="152019" y="110776"/>
                    <a:pt x="272415" y="181070"/>
                  </a:cubicBezTo>
                  <a:cubicBezTo>
                    <a:pt x="396335" y="253460"/>
                    <a:pt x="524351" y="318325"/>
                    <a:pt x="651415" y="385000"/>
                  </a:cubicBezTo>
                  <a:cubicBezTo>
                    <a:pt x="738283" y="430625"/>
                    <a:pt x="824198" y="478536"/>
                    <a:pt x="915543" y="514255"/>
                  </a:cubicBezTo>
                  <a:cubicBezTo>
                    <a:pt x="1031748" y="559689"/>
                    <a:pt x="1154049" y="585788"/>
                    <a:pt x="1277302" y="606171"/>
                  </a:cubicBezTo>
                  <a:cubicBezTo>
                    <a:pt x="1391602" y="625031"/>
                    <a:pt x="1508379" y="638556"/>
                    <a:pt x="1618964" y="606171"/>
                  </a:cubicBezTo>
                  <a:cubicBezTo>
                    <a:pt x="1694307" y="584168"/>
                    <a:pt x="1760791" y="540258"/>
                    <a:pt x="1817084" y="485489"/>
                  </a:cubicBezTo>
                  <a:cubicBezTo>
                    <a:pt x="1871186" y="432911"/>
                    <a:pt x="1913287" y="369475"/>
                    <a:pt x="1963483" y="313182"/>
                  </a:cubicBezTo>
                  <a:cubicBezTo>
                    <a:pt x="2007203" y="264128"/>
                    <a:pt x="2055305" y="219361"/>
                    <a:pt x="2102739" y="173831"/>
                  </a:cubicBezTo>
                  <a:cubicBezTo>
                    <a:pt x="2170271" y="109347"/>
                    <a:pt x="2292382" y="0"/>
                    <a:pt x="22923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C17ABE3A-3743-4935-8680-30474904B8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712627" y="1178978"/>
              <a:ext cx="1865852" cy="421548"/>
            </a:xfrm>
            <a:custGeom>
              <a:avLst/>
              <a:gdLst>
                <a:gd name="connsiteX0" fmla="*/ 1865852 w 1865852"/>
                <a:gd name="connsiteY0" fmla="*/ 0 h 421548"/>
                <a:gd name="connsiteX1" fmla="*/ 1535049 w 1865852"/>
                <a:gd name="connsiteY1" fmla="*/ 258699 h 421548"/>
                <a:gd name="connsiteX2" fmla="*/ 1247965 w 1865852"/>
                <a:gd name="connsiteY2" fmla="*/ 408051 h 421548"/>
                <a:gd name="connsiteX3" fmla="*/ 955072 w 1865852"/>
                <a:gd name="connsiteY3" fmla="*/ 408051 h 421548"/>
                <a:gd name="connsiteX4" fmla="*/ 596170 w 1865852"/>
                <a:gd name="connsiteY4" fmla="*/ 336233 h 421548"/>
                <a:gd name="connsiteX5" fmla="*/ 283178 w 1865852"/>
                <a:gd name="connsiteY5" fmla="*/ 186881 h 421548"/>
                <a:gd name="connsiteX6" fmla="*/ 0 w 1865852"/>
                <a:gd name="connsiteY6" fmla="*/ 0 h 42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852" h="421548">
                  <a:moveTo>
                    <a:pt x="1865852" y="0"/>
                  </a:moveTo>
                  <a:cubicBezTo>
                    <a:pt x="1865852" y="0"/>
                    <a:pt x="1677543" y="155734"/>
                    <a:pt x="1535049" y="258699"/>
                  </a:cubicBezTo>
                  <a:cubicBezTo>
                    <a:pt x="1446752" y="322517"/>
                    <a:pt x="1353598" y="383096"/>
                    <a:pt x="1247965" y="408051"/>
                  </a:cubicBezTo>
                  <a:cubicBezTo>
                    <a:pt x="1152239" y="430625"/>
                    <a:pt x="1053084" y="420815"/>
                    <a:pt x="955072" y="408051"/>
                  </a:cubicBezTo>
                  <a:cubicBezTo>
                    <a:pt x="833723" y="392240"/>
                    <a:pt x="711803" y="376142"/>
                    <a:pt x="596170" y="336233"/>
                  </a:cubicBezTo>
                  <a:cubicBezTo>
                    <a:pt x="486728" y="298418"/>
                    <a:pt x="382714" y="246412"/>
                    <a:pt x="283178" y="186881"/>
                  </a:cubicBezTo>
                  <a:cubicBezTo>
                    <a:pt x="176117" y="122777"/>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C35BA021-8EE3-4AAC-886D-84BD02C5D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26140" y="1242712"/>
              <a:ext cx="1358265" cy="286935"/>
            </a:xfrm>
            <a:custGeom>
              <a:avLst/>
              <a:gdLst>
                <a:gd name="connsiteX0" fmla="*/ 0 w 1358265"/>
                <a:gd name="connsiteY0" fmla="*/ 11621 h 286935"/>
                <a:gd name="connsiteX1" fmla="*/ 200978 w 1358265"/>
                <a:gd name="connsiteY1" fmla="*/ 163830 h 286935"/>
                <a:gd name="connsiteX2" fmla="*/ 499586 w 1358265"/>
                <a:gd name="connsiteY2" fmla="*/ 258604 h 286935"/>
                <a:gd name="connsiteX3" fmla="*/ 780955 w 1358265"/>
                <a:gd name="connsiteY3" fmla="*/ 284417 h 286935"/>
                <a:gd name="connsiteX4" fmla="*/ 1027843 w 1358265"/>
                <a:gd name="connsiteY4" fmla="*/ 215456 h 286935"/>
                <a:gd name="connsiteX5" fmla="*/ 1358265 w 1358265"/>
                <a:gd name="connsiteY5" fmla="*/ 0 h 28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265" h="286935">
                  <a:moveTo>
                    <a:pt x="0" y="11621"/>
                  </a:moveTo>
                  <a:cubicBezTo>
                    <a:pt x="0" y="11621"/>
                    <a:pt x="89249" y="104299"/>
                    <a:pt x="200978" y="163830"/>
                  </a:cubicBezTo>
                  <a:cubicBezTo>
                    <a:pt x="293465" y="213074"/>
                    <a:pt x="396812" y="237458"/>
                    <a:pt x="499586" y="258604"/>
                  </a:cubicBezTo>
                  <a:cubicBezTo>
                    <a:pt x="592360" y="277749"/>
                    <a:pt x="686753" y="293180"/>
                    <a:pt x="780955" y="284417"/>
                  </a:cubicBezTo>
                  <a:cubicBezTo>
                    <a:pt x="866585" y="276511"/>
                    <a:pt x="949166" y="250412"/>
                    <a:pt x="1027843" y="215456"/>
                  </a:cubicBezTo>
                  <a:cubicBezTo>
                    <a:pt x="1167860" y="153353"/>
                    <a:pt x="1358265" y="0"/>
                    <a:pt x="1358265"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474FDD7A-185B-4C48-925E-B353DDF0A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352309" y="1349964"/>
              <a:ext cx="890968" cy="167300"/>
            </a:xfrm>
            <a:custGeom>
              <a:avLst/>
              <a:gdLst>
                <a:gd name="connsiteX0" fmla="*/ 890968 w 890968"/>
                <a:gd name="connsiteY0" fmla="*/ 0 h 167300"/>
                <a:gd name="connsiteX1" fmla="*/ 657892 w 890968"/>
                <a:gd name="connsiteY1" fmla="*/ 143732 h 167300"/>
                <a:gd name="connsiteX2" fmla="*/ 408146 w 890968"/>
                <a:gd name="connsiteY2" fmla="*/ 160973 h 167300"/>
                <a:gd name="connsiteX3" fmla="*/ 0 w 890968"/>
                <a:gd name="connsiteY3" fmla="*/ 0 h 167300"/>
              </a:gdLst>
              <a:ahLst/>
              <a:cxnLst>
                <a:cxn ang="0">
                  <a:pos x="connsiteX0" y="connsiteY0"/>
                </a:cxn>
                <a:cxn ang="0">
                  <a:pos x="connsiteX1" y="connsiteY1"/>
                </a:cxn>
                <a:cxn ang="0">
                  <a:pos x="connsiteX2" y="connsiteY2"/>
                </a:cxn>
                <a:cxn ang="0">
                  <a:pos x="connsiteX3" y="connsiteY3"/>
                </a:cxn>
              </a:cxnLst>
              <a:rect l="l" t="t" r="r" b="b"/>
              <a:pathLst>
                <a:path w="890968" h="167300">
                  <a:moveTo>
                    <a:pt x="890968" y="0"/>
                  </a:moveTo>
                  <a:cubicBezTo>
                    <a:pt x="890968" y="0"/>
                    <a:pt x="763714" y="110585"/>
                    <a:pt x="657892" y="143732"/>
                  </a:cubicBezTo>
                  <a:cubicBezTo>
                    <a:pt x="577405" y="168974"/>
                    <a:pt x="491871" y="172593"/>
                    <a:pt x="408146" y="160973"/>
                  </a:cubicBezTo>
                  <a:cubicBezTo>
                    <a:pt x="235077" y="136970"/>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9" name="Freeform: Shape 238">
              <a:extLst>
                <a:ext uri="{FF2B5EF4-FFF2-40B4-BE49-F238E27FC236}">
                  <a16:creationId xmlns:a16="http://schemas.microsoft.com/office/drawing/2014/main" id="{AECAF353-692D-4440-A095-A282E677A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886050" y="-679131"/>
              <a:ext cx="1677721" cy="3076193"/>
            </a:xfrm>
            <a:custGeom>
              <a:avLst/>
              <a:gdLst>
                <a:gd name="connsiteX0" fmla="*/ 1665434 w 1677721"/>
                <a:gd name="connsiteY0" fmla="*/ 3076194 h 3076193"/>
                <a:gd name="connsiteX1" fmla="*/ 1068693 w 1677721"/>
                <a:gd name="connsiteY1" fmla="*/ 3054382 h 3076193"/>
                <a:gd name="connsiteX2" fmla="*/ 852952 w 1677721"/>
                <a:gd name="connsiteY2" fmla="*/ 3054382 h 3076193"/>
                <a:gd name="connsiteX3" fmla="*/ 519481 w 1677721"/>
                <a:gd name="connsiteY3" fmla="*/ 3002471 h 3076193"/>
                <a:gd name="connsiteX4" fmla="*/ 400610 w 1677721"/>
                <a:gd name="connsiteY4" fmla="*/ 2945892 h 3076193"/>
                <a:gd name="connsiteX5" fmla="*/ 184868 w 1677721"/>
                <a:gd name="connsiteY5" fmla="*/ 2706910 h 3076193"/>
                <a:gd name="connsiteX6" fmla="*/ 59138 w 1677721"/>
                <a:gd name="connsiteY6" fmla="*/ 2451830 h 3076193"/>
                <a:gd name="connsiteX7" fmla="*/ 274 w 1677721"/>
                <a:gd name="connsiteY7" fmla="*/ 2128552 h 3076193"/>
                <a:gd name="connsiteX8" fmla="*/ 172200 w 1677721"/>
                <a:gd name="connsiteY8" fmla="*/ 1672590 h 3076193"/>
                <a:gd name="connsiteX9" fmla="*/ 446806 w 1677721"/>
                <a:gd name="connsiteY9" fmla="*/ 1445133 h 3076193"/>
                <a:gd name="connsiteX10" fmla="*/ 633686 w 1677721"/>
                <a:gd name="connsiteY10" fmla="*/ 1381601 h 3076193"/>
                <a:gd name="connsiteX11" fmla="*/ 840188 w 1677721"/>
                <a:gd name="connsiteY11" fmla="*/ 1260348 h 3076193"/>
                <a:gd name="connsiteX12" fmla="*/ 904768 w 1677721"/>
                <a:gd name="connsiteY12" fmla="*/ 1108615 h 3076193"/>
                <a:gd name="connsiteX13" fmla="*/ 926294 w 1677721"/>
                <a:gd name="connsiteY13" fmla="*/ 955453 h 3076193"/>
                <a:gd name="connsiteX14" fmla="*/ 912959 w 1677721"/>
                <a:gd name="connsiteY14" fmla="*/ 763905 h 3076193"/>
                <a:gd name="connsiteX15" fmla="*/ 949535 w 1677721"/>
                <a:gd name="connsiteY15" fmla="*/ 651320 h 3076193"/>
                <a:gd name="connsiteX16" fmla="*/ 1089934 w 1677721"/>
                <a:gd name="connsiteY16" fmla="*/ 510826 h 3076193"/>
                <a:gd name="connsiteX17" fmla="*/ 1324535 w 1677721"/>
                <a:gd name="connsiteY17" fmla="*/ 323278 h 3076193"/>
                <a:gd name="connsiteX18" fmla="*/ 1677721 w 1677721"/>
                <a:gd name="connsiteY18" fmla="*/ 0 h 30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77721" h="3076193">
                  <a:moveTo>
                    <a:pt x="1665434" y="3076194"/>
                  </a:moveTo>
                  <a:cubicBezTo>
                    <a:pt x="1494651" y="3069431"/>
                    <a:pt x="1239571" y="3053620"/>
                    <a:pt x="1068693" y="3054382"/>
                  </a:cubicBezTo>
                  <a:cubicBezTo>
                    <a:pt x="996779" y="3054668"/>
                    <a:pt x="924866" y="3056573"/>
                    <a:pt x="852952" y="3054382"/>
                  </a:cubicBezTo>
                  <a:cubicBezTo>
                    <a:pt x="739890" y="3050953"/>
                    <a:pt x="626638" y="3038380"/>
                    <a:pt x="519481" y="3002471"/>
                  </a:cubicBezTo>
                  <a:cubicBezTo>
                    <a:pt x="477667" y="2988469"/>
                    <a:pt x="437567" y="2969990"/>
                    <a:pt x="400610" y="2945892"/>
                  </a:cubicBezTo>
                  <a:cubicBezTo>
                    <a:pt x="309836" y="2886837"/>
                    <a:pt x="242876" y="2798731"/>
                    <a:pt x="184868" y="2706910"/>
                  </a:cubicBezTo>
                  <a:cubicBezTo>
                    <a:pt x="134005" y="2626519"/>
                    <a:pt x="91618" y="2541175"/>
                    <a:pt x="59138" y="2451830"/>
                  </a:cubicBezTo>
                  <a:cubicBezTo>
                    <a:pt x="21324" y="2347913"/>
                    <a:pt x="-2870" y="2238947"/>
                    <a:pt x="274" y="2128552"/>
                  </a:cubicBezTo>
                  <a:cubicBezTo>
                    <a:pt x="4941" y="1962531"/>
                    <a:pt x="71044" y="1804797"/>
                    <a:pt x="172200" y="1672590"/>
                  </a:cubicBezTo>
                  <a:cubicBezTo>
                    <a:pt x="245638" y="1576578"/>
                    <a:pt x="336220" y="1493615"/>
                    <a:pt x="446806" y="1445133"/>
                  </a:cubicBezTo>
                  <a:cubicBezTo>
                    <a:pt x="507099" y="1418749"/>
                    <a:pt x="571012" y="1401890"/>
                    <a:pt x="633686" y="1381601"/>
                  </a:cubicBezTo>
                  <a:cubicBezTo>
                    <a:pt x="711696" y="1356455"/>
                    <a:pt x="789992" y="1324356"/>
                    <a:pt x="840188" y="1260348"/>
                  </a:cubicBezTo>
                  <a:cubicBezTo>
                    <a:pt x="874478" y="1216724"/>
                    <a:pt x="891528" y="1162812"/>
                    <a:pt x="904768" y="1108615"/>
                  </a:cubicBezTo>
                  <a:cubicBezTo>
                    <a:pt x="917055" y="1058323"/>
                    <a:pt x="927152" y="1007174"/>
                    <a:pt x="926294" y="955453"/>
                  </a:cubicBezTo>
                  <a:cubicBezTo>
                    <a:pt x="925246" y="891159"/>
                    <a:pt x="907720" y="827913"/>
                    <a:pt x="912959" y="763905"/>
                  </a:cubicBezTo>
                  <a:cubicBezTo>
                    <a:pt x="916198" y="724090"/>
                    <a:pt x="928961" y="685610"/>
                    <a:pt x="949535" y="651320"/>
                  </a:cubicBezTo>
                  <a:cubicBezTo>
                    <a:pt x="983825" y="594170"/>
                    <a:pt x="1037737" y="552640"/>
                    <a:pt x="1089934" y="510826"/>
                  </a:cubicBezTo>
                  <a:cubicBezTo>
                    <a:pt x="1168039" y="448247"/>
                    <a:pt x="1245477" y="384619"/>
                    <a:pt x="1324535" y="323278"/>
                  </a:cubicBezTo>
                  <a:cubicBezTo>
                    <a:pt x="1423785" y="246221"/>
                    <a:pt x="1594854" y="94202"/>
                    <a:pt x="167772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68A28F31-C1FD-4B00-8A52-48952AB443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2065946" y="-514793"/>
              <a:ext cx="1468691" cy="2607257"/>
            </a:xfrm>
            <a:custGeom>
              <a:avLst/>
              <a:gdLst>
                <a:gd name="connsiteX0" fmla="*/ 1450689 w 1468691"/>
                <a:gd name="connsiteY0" fmla="*/ 2568321 h 2607257"/>
                <a:gd name="connsiteX1" fmla="*/ 1210183 w 1468691"/>
                <a:gd name="connsiteY1" fmla="*/ 2590609 h 2607257"/>
                <a:gd name="connsiteX2" fmla="*/ 905573 w 1468691"/>
                <a:gd name="connsiteY2" fmla="*/ 2606802 h 2607257"/>
                <a:gd name="connsiteX3" fmla="*/ 558292 w 1468691"/>
                <a:gd name="connsiteY3" fmla="*/ 2587181 h 2607257"/>
                <a:gd name="connsiteX4" fmla="*/ 467138 w 1468691"/>
                <a:gd name="connsiteY4" fmla="*/ 2568702 h 2607257"/>
                <a:gd name="connsiteX5" fmla="*/ 206343 w 1468691"/>
                <a:gd name="connsiteY5" fmla="*/ 2407063 h 2607257"/>
                <a:gd name="connsiteX6" fmla="*/ 78613 w 1468691"/>
                <a:gd name="connsiteY6" fmla="*/ 2211896 h 2607257"/>
                <a:gd name="connsiteX7" fmla="*/ 2032 w 1468691"/>
                <a:gd name="connsiteY7" fmla="*/ 1936623 h 2607257"/>
                <a:gd name="connsiteX8" fmla="*/ 21177 w 1468691"/>
                <a:gd name="connsiteY8" fmla="*/ 1749933 h 2607257"/>
                <a:gd name="connsiteX9" fmla="*/ 116903 w 1468691"/>
                <a:gd name="connsiteY9" fmla="*/ 1594295 h 2607257"/>
                <a:gd name="connsiteX10" fmla="*/ 241300 w 1468691"/>
                <a:gd name="connsiteY10" fmla="*/ 1512951 h 2607257"/>
                <a:gd name="connsiteX11" fmla="*/ 475805 w 1468691"/>
                <a:gd name="connsiteY11" fmla="*/ 1500949 h 2607257"/>
                <a:gd name="connsiteX12" fmla="*/ 664781 w 1468691"/>
                <a:gd name="connsiteY12" fmla="*/ 1541621 h 2607257"/>
                <a:gd name="connsiteX13" fmla="*/ 803560 w 1468691"/>
                <a:gd name="connsiteY13" fmla="*/ 1541621 h 2607257"/>
                <a:gd name="connsiteX14" fmla="*/ 942340 w 1468691"/>
                <a:gd name="connsiteY14" fmla="*/ 1429131 h 2607257"/>
                <a:gd name="connsiteX15" fmla="*/ 1018921 w 1468691"/>
                <a:gd name="connsiteY15" fmla="*/ 1163383 h 2607257"/>
                <a:gd name="connsiteX16" fmla="*/ 1061974 w 1468691"/>
                <a:gd name="connsiteY16" fmla="*/ 811530 h 2607257"/>
                <a:gd name="connsiteX17" fmla="*/ 1114647 w 1468691"/>
                <a:gd name="connsiteY17" fmla="*/ 574548 h 2607257"/>
                <a:gd name="connsiteX18" fmla="*/ 1243806 w 1468691"/>
                <a:gd name="connsiteY18" fmla="*/ 284893 h 2607257"/>
                <a:gd name="connsiteX19" fmla="*/ 1468691 w 1468691"/>
                <a:gd name="connsiteY19" fmla="*/ 0 h 26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8691" h="2607257">
                  <a:moveTo>
                    <a:pt x="1450689" y="2568321"/>
                  </a:moveTo>
                  <a:cubicBezTo>
                    <a:pt x="1398682" y="2574989"/>
                    <a:pt x="1262570" y="2587752"/>
                    <a:pt x="1210183" y="2590609"/>
                  </a:cubicBezTo>
                  <a:cubicBezTo>
                    <a:pt x="1108646" y="2596134"/>
                    <a:pt x="1007205" y="2604707"/>
                    <a:pt x="905573" y="2606802"/>
                  </a:cubicBezTo>
                  <a:cubicBezTo>
                    <a:pt x="789464" y="2609088"/>
                    <a:pt x="673354" y="2602802"/>
                    <a:pt x="558292" y="2587181"/>
                  </a:cubicBezTo>
                  <a:cubicBezTo>
                    <a:pt x="527526" y="2582990"/>
                    <a:pt x="497046" y="2577274"/>
                    <a:pt x="467138" y="2568702"/>
                  </a:cubicBezTo>
                  <a:cubicBezTo>
                    <a:pt x="367220" y="2540222"/>
                    <a:pt x="277876" y="2482501"/>
                    <a:pt x="206343" y="2407063"/>
                  </a:cubicBezTo>
                  <a:cubicBezTo>
                    <a:pt x="152527" y="2350294"/>
                    <a:pt x="111379" y="2283047"/>
                    <a:pt x="78613" y="2211896"/>
                  </a:cubicBezTo>
                  <a:cubicBezTo>
                    <a:pt x="38513" y="2124742"/>
                    <a:pt x="9938" y="2032159"/>
                    <a:pt x="2032" y="1936623"/>
                  </a:cubicBezTo>
                  <a:cubicBezTo>
                    <a:pt x="-3207" y="1873567"/>
                    <a:pt x="1174" y="1809845"/>
                    <a:pt x="21177" y="1749933"/>
                  </a:cubicBezTo>
                  <a:cubicBezTo>
                    <a:pt x="40608" y="1691449"/>
                    <a:pt x="73469" y="1638109"/>
                    <a:pt x="116903" y="1594295"/>
                  </a:cubicBezTo>
                  <a:cubicBezTo>
                    <a:pt x="152241" y="1558576"/>
                    <a:pt x="194151" y="1530001"/>
                    <a:pt x="241300" y="1512951"/>
                  </a:cubicBezTo>
                  <a:cubicBezTo>
                    <a:pt x="315881" y="1485900"/>
                    <a:pt x="397224" y="1487519"/>
                    <a:pt x="475805" y="1500949"/>
                  </a:cubicBezTo>
                  <a:cubicBezTo>
                    <a:pt x="539337" y="1511808"/>
                    <a:pt x="601440" y="1529810"/>
                    <a:pt x="664781" y="1541621"/>
                  </a:cubicBezTo>
                  <a:cubicBezTo>
                    <a:pt x="710977" y="1550194"/>
                    <a:pt x="758412" y="1554194"/>
                    <a:pt x="803560" y="1541621"/>
                  </a:cubicBezTo>
                  <a:cubicBezTo>
                    <a:pt x="862711" y="1525143"/>
                    <a:pt x="909288" y="1481233"/>
                    <a:pt x="942340" y="1429131"/>
                  </a:cubicBezTo>
                  <a:cubicBezTo>
                    <a:pt x="992156" y="1350455"/>
                    <a:pt x="1006919" y="1256157"/>
                    <a:pt x="1018921" y="1163383"/>
                  </a:cubicBezTo>
                  <a:cubicBezTo>
                    <a:pt x="1034065" y="1046131"/>
                    <a:pt x="1043972" y="928306"/>
                    <a:pt x="1061974" y="811530"/>
                  </a:cubicBezTo>
                  <a:cubicBezTo>
                    <a:pt x="1074356" y="731425"/>
                    <a:pt x="1091120" y="652081"/>
                    <a:pt x="1114647" y="574548"/>
                  </a:cubicBezTo>
                  <a:cubicBezTo>
                    <a:pt x="1145413" y="472916"/>
                    <a:pt x="1187990" y="375094"/>
                    <a:pt x="1243806" y="284893"/>
                  </a:cubicBezTo>
                  <a:cubicBezTo>
                    <a:pt x="1307623" y="181832"/>
                    <a:pt x="1388396" y="90868"/>
                    <a:pt x="146869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E1E3F6DD-B482-497A-843E-010612C85F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2248093" y="-430241"/>
              <a:ext cx="1175182" cy="2095685"/>
            </a:xfrm>
            <a:custGeom>
              <a:avLst/>
              <a:gdLst>
                <a:gd name="connsiteX0" fmla="*/ 1175183 w 1175182"/>
                <a:gd name="connsiteY0" fmla="*/ 1950434 h 2095685"/>
                <a:gd name="connsiteX1" fmla="*/ 696075 w 1175182"/>
                <a:gd name="connsiteY1" fmla="*/ 2077307 h 2095685"/>
                <a:gd name="connsiteX2" fmla="*/ 349175 w 1175182"/>
                <a:gd name="connsiteY2" fmla="*/ 2089309 h 2095685"/>
                <a:gd name="connsiteX3" fmla="*/ 73997 w 1175182"/>
                <a:gd name="connsiteY3" fmla="*/ 1987582 h 2095685"/>
                <a:gd name="connsiteX4" fmla="*/ 2179 w 1175182"/>
                <a:gd name="connsiteY4" fmla="*/ 1818037 h 2095685"/>
                <a:gd name="connsiteX5" fmla="*/ 18086 w 1175182"/>
                <a:gd name="connsiteY5" fmla="*/ 1694402 h 2095685"/>
                <a:gd name="connsiteX6" fmla="*/ 161627 w 1175182"/>
                <a:gd name="connsiteY6" fmla="*/ 1594676 h 2095685"/>
                <a:gd name="connsiteX7" fmla="*/ 384893 w 1175182"/>
                <a:gd name="connsiteY7" fmla="*/ 1664494 h 2095685"/>
                <a:gd name="connsiteX8" fmla="*/ 648069 w 1175182"/>
                <a:gd name="connsiteY8" fmla="*/ 1684401 h 2095685"/>
                <a:gd name="connsiteX9" fmla="*/ 831520 w 1175182"/>
                <a:gd name="connsiteY9" fmla="*/ 1550765 h 2095685"/>
                <a:gd name="connsiteX10" fmla="*/ 909245 w 1175182"/>
                <a:gd name="connsiteY10" fmla="*/ 1315402 h 2095685"/>
                <a:gd name="connsiteX11" fmla="*/ 975062 w 1175182"/>
                <a:gd name="connsiteY11" fmla="*/ 876586 h 2095685"/>
                <a:gd name="connsiteX12" fmla="*/ 989064 w 1175182"/>
                <a:gd name="connsiteY12" fmla="*/ 591312 h 2095685"/>
                <a:gd name="connsiteX13" fmla="*/ 1158514 w 1175182"/>
                <a:gd name="connsiteY13" fmla="*/ 0 h 209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5182" h="2095685">
                  <a:moveTo>
                    <a:pt x="1175183" y="1950434"/>
                  </a:moveTo>
                  <a:cubicBezTo>
                    <a:pt x="1097554" y="1973485"/>
                    <a:pt x="775799" y="2063115"/>
                    <a:pt x="696075" y="2077307"/>
                  </a:cubicBezTo>
                  <a:cubicBezTo>
                    <a:pt x="581489" y="2097786"/>
                    <a:pt x="465094" y="2100167"/>
                    <a:pt x="349175" y="2089309"/>
                  </a:cubicBezTo>
                  <a:cubicBezTo>
                    <a:pt x="247638" y="2079784"/>
                    <a:pt x="142292" y="2061401"/>
                    <a:pt x="73997" y="1987582"/>
                  </a:cubicBezTo>
                  <a:cubicBezTo>
                    <a:pt x="31420" y="1941481"/>
                    <a:pt x="9513" y="1880616"/>
                    <a:pt x="2179" y="1818037"/>
                  </a:cubicBezTo>
                  <a:cubicBezTo>
                    <a:pt x="-2774" y="1775746"/>
                    <a:pt x="-12" y="1732693"/>
                    <a:pt x="18086" y="1694402"/>
                  </a:cubicBezTo>
                  <a:cubicBezTo>
                    <a:pt x="44755" y="1638110"/>
                    <a:pt x="99810" y="1600295"/>
                    <a:pt x="161627" y="1594676"/>
                  </a:cubicBezTo>
                  <a:cubicBezTo>
                    <a:pt x="240304" y="1587532"/>
                    <a:pt x="310312" y="1635633"/>
                    <a:pt x="384893" y="1664494"/>
                  </a:cubicBezTo>
                  <a:cubicBezTo>
                    <a:pt x="468904" y="1696974"/>
                    <a:pt x="561392" y="1708594"/>
                    <a:pt x="648069" y="1684401"/>
                  </a:cubicBezTo>
                  <a:cubicBezTo>
                    <a:pt x="723602" y="1663351"/>
                    <a:pt x="788563" y="1616488"/>
                    <a:pt x="831520" y="1550765"/>
                  </a:cubicBezTo>
                  <a:cubicBezTo>
                    <a:pt x="877050" y="1480947"/>
                    <a:pt x="893052" y="1397508"/>
                    <a:pt x="909245" y="1315402"/>
                  </a:cubicBezTo>
                  <a:cubicBezTo>
                    <a:pt x="938010" y="1170051"/>
                    <a:pt x="963156" y="1024128"/>
                    <a:pt x="975062" y="876586"/>
                  </a:cubicBezTo>
                  <a:cubicBezTo>
                    <a:pt x="982682" y="781717"/>
                    <a:pt x="981539" y="686276"/>
                    <a:pt x="989064" y="591312"/>
                  </a:cubicBezTo>
                  <a:cubicBezTo>
                    <a:pt x="998970" y="465296"/>
                    <a:pt x="981730" y="160211"/>
                    <a:pt x="1158514" y="0"/>
                  </a:cubicBezTo>
                </a:path>
              </a:pathLst>
            </a:custGeom>
            <a:noFill/>
            <a:ln w="9525" cap="rnd">
              <a:solidFill>
                <a:schemeClr val="accent2">
                  <a:alpha val="35000"/>
                </a:schemeClr>
              </a:solidFill>
              <a:prstDash val="lgDash"/>
              <a:round/>
            </a:ln>
          </p:spPr>
          <p:txBody>
            <a:bodyPr rtlCol="0" anchor="ctr"/>
            <a:lstStyle/>
            <a:p>
              <a:endParaRPr lang="en-US"/>
            </a:p>
          </p:txBody>
        </p:sp>
      </p:grpSp>
      <p:grpSp>
        <p:nvGrpSpPr>
          <p:cNvPr id="240" name="Bottom Right">
            <a:extLst>
              <a:ext uri="{FF2B5EF4-FFF2-40B4-BE49-F238E27FC236}">
                <a16:creationId xmlns:a16="http://schemas.microsoft.com/office/drawing/2014/main" id="{44F880E8-D890-4B32-8082-A3337BF3D0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9" name="Freeform: Shape 68">
              <a:extLst>
                <a:ext uri="{FF2B5EF4-FFF2-40B4-BE49-F238E27FC236}">
                  <a16:creationId xmlns:a16="http://schemas.microsoft.com/office/drawing/2014/main" id="{E4961325-8EF4-4C7A-9833-FB20C4DD5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41" name="Graphic 157">
              <a:extLst>
                <a:ext uri="{FF2B5EF4-FFF2-40B4-BE49-F238E27FC236}">
                  <a16:creationId xmlns:a16="http://schemas.microsoft.com/office/drawing/2014/main" id="{AC3C1455-2522-4EFE-8D33-83807CF7814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72" name="Freeform: Shape 71">
                <a:extLst>
                  <a:ext uri="{FF2B5EF4-FFF2-40B4-BE49-F238E27FC236}">
                    <a16:creationId xmlns:a16="http://schemas.microsoft.com/office/drawing/2014/main" id="{537D90C7-3836-4178-B926-44AA5E3B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73" name="Freeform: Shape 72">
                <a:extLst>
                  <a:ext uri="{FF2B5EF4-FFF2-40B4-BE49-F238E27FC236}">
                    <a16:creationId xmlns:a16="http://schemas.microsoft.com/office/drawing/2014/main" id="{25161F7E-ABD4-4A6E-864C-5ED1DD8B5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444A5CB6-84AB-4A73-BB98-6D0482A90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8FCFD2D9-E87A-4C33-A158-63D4FFE0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2" name="Freeform: Shape 241">
                <a:extLst>
                  <a:ext uri="{FF2B5EF4-FFF2-40B4-BE49-F238E27FC236}">
                    <a16:creationId xmlns:a16="http://schemas.microsoft.com/office/drawing/2014/main" id="{362B6679-1B90-4CB1-AC3E-B8309C31B1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7" name="Freeform: Shape 76">
                <a:extLst>
                  <a:ext uri="{FF2B5EF4-FFF2-40B4-BE49-F238E27FC236}">
                    <a16:creationId xmlns:a16="http://schemas.microsoft.com/office/drawing/2014/main" id="{1C024DDF-6017-463E-82DC-5D51B9750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8" name="Freeform: Shape 77">
                <a:extLst>
                  <a:ext uri="{FF2B5EF4-FFF2-40B4-BE49-F238E27FC236}">
                    <a16:creationId xmlns:a16="http://schemas.microsoft.com/office/drawing/2014/main" id="{6AE97FA4-4E41-47AD-A123-2F6EA202B3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71" name="Freeform: Shape 70">
              <a:extLst>
                <a:ext uri="{FF2B5EF4-FFF2-40B4-BE49-F238E27FC236}">
                  <a16:creationId xmlns:a16="http://schemas.microsoft.com/office/drawing/2014/main" id="{55DF185A-8061-4998-A019-A4FBA15F5D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Title 5">
            <a:extLst>
              <a:ext uri="{FF2B5EF4-FFF2-40B4-BE49-F238E27FC236}">
                <a16:creationId xmlns:a16="http://schemas.microsoft.com/office/drawing/2014/main" id="{A9706B91-250D-4CF1-B325-5A9273131DFA}"/>
              </a:ext>
            </a:extLst>
          </p:cNvPr>
          <p:cNvSpPr>
            <a:spLocks noGrp="1"/>
          </p:cNvSpPr>
          <p:nvPr>
            <p:ph type="ctrTitle"/>
          </p:nvPr>
        </p:nvSpPr>
        <p:spPr>
          <a:xfrm>
            <a:off x="4000500" y="740211"/>
            <a:ext cx="7530685" cy="3163864"/>
          </a:xfrm>
        </p:spPr>
        <p:txBody>
          <a:bodyPr vert="horz" lIns="91440" tIns="45720" rIns="91440" bIns="45720" rtlCol="0" anchor="b">
            <a:normAutofit/>
          </a:bodyPr>
          <a:lstStyle/>
          <a:p>
            <a:r>
              <a:rPr lang="en-US" sz="5400" dirty="0">
                <a:cs typeface="Posterama"/>
              </a:rPr>
              <a:t>Object Detection</a:t>
            </a:r>
            <a:endParaRPr lang="en-US" sz="5400" kern="1200" dirty="0">
              <a:latin typeface="+mj-lt"/>
              <a:cs typeface="Posterama"/>
            </a:endParaRPr>
          </a:p>
        </p:txBody>
      </p:sp>
      <p:grpSp>
        <p:nvGrpSpPr>
          <p:cNvPr id="243" name="Cross">
            <a:extLst>
              <a:ext uri="{FF2B5EF4-FFF2-40B4-BE49-F238E27FC236}">
                <a16:creationId xmlns:a16="http://schemas.microsoft.com/office/drawing/2014/main" id="{7EA2E9ED-9579-480C-8036-C3FE412742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28991" y="4031354"/>
            <a:ext cx="118872" cy="118872"/>
            <a:chOff x="1175347" y="3733800"/>
            <a:chExt cx="118872" cy="118872"/>
          </a:xfrm>
        </p:grpSpPr>
        <p:cxnSp>
          <p:nvCxnSpPr>
            <p:cNvPr id="81" name="Straight Connector 80">
              <a:extLst>
                <a:ext uri="{FF2B5EF4-FFF2-40B4-BE49-F238E27FC236}">
                  <a16:creationId xmlns:a16="http://schemas.microsoft.com/office/drawing/2014/main" id="{46359521-A2E0-4F20-B7DA-9DA02BE493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44" name="Straight Connector 243">
              <a:extLst>
                <a:ext uri="{FF2B5EF4-FFF2-40B4-BE49-F238E27FC236}">
                  <a16:creationId xmlns:a16="http://schemas.microsoft.com/office/drawing/2014/main" id="{FD51D877-AAD8-42E5-8DD7-4BFECAE462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432850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 name="Rectangle 101">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4" name="Freeform: Shape 103">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5" name="Freeform: Shape 104">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6"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7" name="Freeform: Shape 26">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07"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6" name="Freeform: Shape 35">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08" name="Rectangle 10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9" name="Rectangle 10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10" name="Top Left">
            <a:extLst>
              <a:ext uri="{FF2B5EF4-FFF2-40B4-BE49-F238E27FC236}">
                <a16:creationId xmlns:a16="http://schemas.microsoft.com/office/drawing/2014/main" id="{05E14710-B20D-424F-9465-E0427970E3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9" name="Freeform: Shape 48">
              <a:extLst>
                <a:ext uri="{FF2B5EF4-FFF2-40B4-BE49-F238E27FC236}">
                  <a16:creationId xmlns:a16="http://schemas.microsoft.com/office/drawing/2014/main" id="{2857F0CF-E215-4235-B086-916830B96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 name="Freeform: Shape 49">
              <a:extLst>
                <a:ext uri="{FF2B5EF4-FFF2-40B4-BE49-F238E27FC236}">
                  <a16:creationId xmlns:a16="http://schemas.microsoft.com/office/drawing/2014/main" id="{5E06EA72-1DD7-4343-9768-D1089D183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26465186-B0EF-4443-AA37-CD37F259E5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235EA6BD-3484-4D72-8838-3DA1757700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62088E30-E17C-40A3-876F-C79A7BDFE6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7A3A6DD2-FE8F-4861-81EA-E1A5BB6B5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9E9FFAA5-21C1-4B65-9DA9-24DFCC45C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4FECE28E-7EEC-4B45-B573-BCAE111FC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2" name="Title 11">
            <a:extLst>
              <a:ext uri="{FF2B5EF4-FFF2-40B4-BE49-F238E27FC236}">
                <a16:creationId xmlns:a16="http://schemas.microsoft.com/office/drawing/2014/main" id="{02C7D812-0771-4D00-92C7-CB0E83EE75A5}"/>
              </a:ext>
            </a:extLst>
          </p:cNvPr>
          <p:cNvSpPr>
            <a:spLocks noGrp="1"/>
          </p:cNvSpPr>
          <p:nvPr>
            <p:ph type="title"/>
          </p:nvPr>
        </p:nvSpPr>
        <p:spPr>
          <a:xfrm>
            <a:off x="1198181" y="559813"/>
            <a:ext cx="9988166" cy="1664573"/>
          </a:xfrm>
        </p:spPr>
        <p:txBody>
          <a:bodyPr vert="horz" lIns="91440" tIns="45720" rIns="91440" bIns="45720" rtlCol="0" anchor="ctr">
            <a:normAutofit/>
          </a:bodyPr>
          <a:lstStyle/>
          <a:p>
            <a:pPr algn="ctr"/>
            <a:r>
              <a:rPr lang="en-US" kern="1200" dirty="0">
                <a:latin typeface="+mj-lt"/>
                <a:ea typeface="+mj-ea"/>
                <a:cs typeface="+mj-cs"/>
              </a:rPr>
              <a:t>What is </a:t>
            </a:r>
            <a:r>
              <a:rPr lang="en-US" dirty="0"/>
              <a:t>Object Detection</a:t>
            </a:r>
            <a:r>
              <a:rPr lang="en-US" kern="1200" dirty="0">
                <a:latin typeface="+mj-lt"/>
                <a:ea typeface="+mj-ea"/>
                <a:cs typeface="+mj-cs"/>
              </a:rPr>
              <a:t>?</a:t>
            </a:r>
          </a:p>
        </p:txBody>
      </p:sp>
      <p:grpSp>
        <p:nvGrpSpPr>
          <p:cNvPr id="111" name="Bottom Right">
            <a:extLst>
              <a:ext uri="{FF2B5EF4-FFF2-40B4-BE49-F238E27FC236}">
                <a16:creationId xmlns:a16="http://schemas.microsoft.com/office/drawing/2014/main" id="{33E292A1-440C-41B6-AECE-499683C5C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9" name="Freeform: Shape 58">
              <a:extLst>
                <a:ext uri="{FF2B5EF4-FFF2-40B4-BE49-F238E27FC236}">
                  <a16:creationId xmlns:a16="http://schemas.microsoft.com/office/drawing/2014/main" id="{336D22F2-5BE5-4299-B3C4-06B3823F9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0" name="Graphic 157">
              <a:extLst>
                <a:ext uri="{FF2B5EF4-FFF2-40B4-BE49-F238E27FC236}">
                  <a16:creationId xmlns:a16="http://schemas.microsoft.com/office/drawing/2014/main" id="{D126EE8D-7318-40DC-AE0F-120FD040C8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 name="Freeform: Shape 61">
                <a:extLst>
                  <a:ext uri="{FF2B5EF4-FFF2-40B4-BE49-F238E27FC236}">
                    <a16:creationId xmlns:a16="http://schemas.microsoft.com/office/drawing/2014/main" id="{CBE7795C-A860-4C9B-BC23-1FBEDEBE5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F569E8A3-064F-490D-A574-DE37DCF5D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1F5D334B-EA10-488A-ACEF-359FC7313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671E9F15-20FF-466A-8976-CB9AEDC36C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3F6396EF-4FA3-4C64-A4AB-AAFD68045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97498B4E-B548-4846-A943-8C077647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2" name="Freeform: Shape 111">
                <a:extLst>
                  <a:ext uri="{FF2B5EF4-FFF2-40B4-BE49-F238E27FC236}">
                    <a16:creationId xmlns:a16="http://schemas.microsoft.com/office/drawing/2014/main" id="{15E991F3-4EDE-4EF1-A611-12F3BCB02A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1" name="Freeform: Shape 60">
              <a:extLst>
                <a:ext uri="{FF2B5EF4-FFF2-40B4-BE49-F238E27FC236}">
                  <a16:creationId xmlns:a16="http://schemas.microsoft.com/office/drawing/2014/main" id="{62FCF0CC-5B63-496D-B9A8-AF0233757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Content Placeholder 12">
            <a:extLst>
              <a:ext uri="{FF2B5EF4-FFF2-40B4-BE49-F238E27FC236}">
                <a16:creationId xmlns:a16="http://schemas.microsoft.com/office/drawing/2014/main" id="{02338824-BECA-4FA6-8497-F1FDE9B960EF}"/>
              </a:ext>
            </a:extLst>
          </p:cNvPr>
          <p:cNvSpPr>
            <a:spLocks noGrp="1"/>
          </p:cNvSpPr>
          <p:nvPr>
            <p:ph idx="1"/>
          </p:nvPr>
        </p:nvSpPr>
        <p:spPr>
          <a:xfrm>
            <a:off x="1185754" y="2384474"/>
            <a:ext cx="9987523" cy="3728613"/>
          </a:xfrm>
          <a:prstGeom prst="roundRect">
            <a:avLst/>
          </a:prstGeom>
        </p:spPr>
        <p:txBody>
          <a:bodyPr vert="horz" lIns="91440" tIns="45720" rIns="91440" bIns="45720" rtlCol="0" anchor="t">
            <a:normAutofit/>
          </a:bodyPr>
          <a:lstStyle/>
          <a:p>
            <a:pPr indent="-228600" algn="just">
              <a:lnSpc>
                <a:spcPct val="150000"/>
              </a:lnSpc>
              <a:buFont typeface="Avenir Next LT Pro" panose="020B0504020202020204" pitchFamily="34" charset="0"/>
              <a:buChar char="+"/>
            </a:pPr>
            <a:r>
              <a:rPr lang="en-US" dirty="0">
                <a:ea typeface="+mn-lt"/>
                <a:cs typeface="+mn-lt"/>
              </a:rPr>
              <a:t>Object detection is a computer vision solution that identifies objects, and their locations, in an image. </a:t>
            </a:r>
            <a:endParaRPr lang="en-US" dirty="0"/>
          </a:p>
          <a:p>
            <a:pPr indent="-228600" algn="just">
              <a:lnSpc>
                <a:spcPct val="150000"/>
              </a:lnSpc>
              <a:buFont typeface="Avenir Next LT Pro" panose="020B0504020202020204" pitchFamily="34" charset="0"/>
              <a:buChar char="+"/>
            </a:pPr>
            <a:r>
              <a:rPr lang="en-US" dirty="0">
                <a:ea typeface="+mn-lt"/>
                <a:cs typeface="+mn-lt"/>
              </a:rPr>
              <a:t>An object detection system will return the coordinates of the objects in an image that it has been trained to recognize. </a:t>
            </a:r>
          </a:p>
          <a:p>
            <a:pPr indent="-228600" algn="just">
              <a:lnSpc>
                <a:spcPct val="150000"/>
              </a:lnSpc>
              <a:buFont typeface="Avenir Next LT Pro" panose="020B0504020202020204" pitchFamily="34" charset="0"/>
              <a:buChar char="+"/>
            </a:pPr>
            <a:r>
              <a:rPr lang="en-US" dirty="0">
                <a:ea typeface="+mn-lt"/>
                <a:cs typeface="+mn-lt"/>
              </a:rPr>
              <a:t>The system will also return a confidence level, which shows how confident the system is that a prediction is accurate.</a:t>
            </a:r>
            <a:endParaRPr lang="en-US"/>
          </a:p>
        </p:txBody>
      </p:sp>
      <p:sp>
        <p:nvSpPr>
          <p:cNvPr id="7" name="Slide Number Placeholder 6">
            <a:extLst>
              <a:ext uri="{FF2B5EF4-FFF2-40B4-BE49-F238E27FC236}">
                <a16:creationId xmlns:a16="http://schemas.microsoft.com/office/drawing/2014/main" id="{00959A09-3D6B-4D8D-AB3E-BB106DC088E2}"/>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4</a:t>
            </a:fld>
            <a:endParaRPr lang="en-US" cap="all">
              <a:cs typeface="Segoe UI Semilight" panose="020B0402040204020203" pitchFamily="34" charset="0"/>
            </a:endParaRPr>
          </a:p>
        </p:txBody>
      </p:sp>
    </p:spTree>
    <p:extLst>
      <p:ext uri="{BB962C8B-B14F-4D97-AF65-F5344CB8AC3E}">
        <p14:creationId xmlns:p14="http://schemas.microsoft.com/office/powerpoint/2010/main" val="83223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77428-03BE-4A3D-F714-F36FDFFAAA4B}"/>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7861736-E8B1-814C-B8FF-6E7DB4A2713E}"/>
              </a:ext>
            </a:extLst>
          </p:cNvPr>
          <p:cNvSpPr>
            <a:spLocks noGrp="1"/>
          </p:cNvSpPr>
          <p:nvPr>
            <p:ph type="title"/>
          </p:nvPr>
        </p:nvSpPr>
        <p:spPr>
          <a:xfrm>
            <a:off x="1198182" y="559814"/>
            <a:ext cx="10419090" cy="1335662"/>
          </a:xfrm>
        </p:spPr>
        <p:txBody>
          <a:bodyPr lIns="91440" tIns="45720" rIns="91440" bIns="45720" anchor="t"/>
          <a:lstStyle/>
          <a:p>
            <a:r>
              <a:rPr lang="en-US" dirty="0">
                <a:ea typeface="+mj-lt"/>
                <a:cs typeface="+mj-lt"/>
              </a:rPr>
              <a:t>Key Components of Object Detection</a:t>
            </a:r>
            <a:endParaRPr lang="en-US" dirty="0"/>
          </a:p>
        </p:txBody>
      </p:sp>
      <p:sp>
        <p:nvSpPr>
          <p:cNvPr id="11" name="Text Placeholder 10">
            <a:extLst>
              <a:ext uri="{FF2B5EF4-FFF2-40B4-BE49-F238E27FC236}">
                <a16:creationId xmlns:a16="http://schemas.microsoft.com/office/drawing/2014/main" id="{97E21A8E-4441-FF26-D324-69B295CBED5F}"/>
              </a:ext>
            </a:extLst>
          </p:cNvPr>
          <p:cNvSpPr>
            <a:spLocks noGrp="1"/>
          </p:cNvSpPr>
          <p:nvPr>
            <p:ph type="body" sz="quarter" idx="13"/>
          </p:nvPr>
        </p:nvSpPr>
        <p:spPr>
          <a:xfrm>
            <a:off x="1327091" y="2107496"/>
            <a:ext cx="9667381" cy="607011"/>
          </a:xfrm>
        </p:spPr>
        <p:txBody>
          <a:bodyPr lIns="91440" tIns="45720" rIns="91440" bIns="45720" anchor="t"/>
          <a:lstStyle/>
          <a:p>
            <a:pPr algn="just"/>
            <a:r>
              <a:rPr lang="en-US" dirty="0"/>
              <a:t>1</a:t>
            </a:r>
            <a:r>
              <a:rPr lang="en-US" dirty="0">
                <a:ea typeface="+mn-lt"/>
                <a:cs typeface="+mn-lt"/>
              </a:rPr>
              <a:t>. Image Classification</a:t>
            </a:r>
            <a:endParaRPr lang="en-US" dirty="0"/>
          </a:p>
        </p:txBody>
      </p:sp>
      <p:sp>
        <p:nvSpPr>
          <p:cNvPr id="10" name="Content Placeholder 9">
            <a:extLst>
              <a:ext uri="{FF2B5EF4-FFF2-40B4-BE49-F238E27FC236}">
                <a16:creationId xmlns:a16="http://schemas.microsoft.com/office/drawing/2014/main" id="{27A8B657-AC1B-A4F9-A705-EBAB86358DE9}"/>
              </a:ext>
            </a:extLst>
          </p:cNvPr>
          <p:cNvSpPr>
            <a:spLocks noGrp="1"/>
          </p:cNvSpPr>
          <p:nvPr>
            <p:ph idx="1"/>
          </p:nvPr>
        </p:nvSpPr>
        <p:spPr>
          <a:xfrm>
            <a:off x="1195281" y="2717782"/>
            <a:ext cx="9797345" cy="3365605"/>
          </a:xfrm>
          <a:prstGeom prst="roundRect">
            <a:avLst/>
          </a:prstGeom>
        </p:spPr>
        <p:txBody>
          <a:bodyPr lIns="91440" tIns="45720" rIns="91440" bIns="45720" anchor="t">
            <a:normAutofit/>
          </a:bodyPr>
          <a:lstStyle/>
          <a:p>
            <a:pPr algn="just">
              <a:lnSpc>
                <a:spcPct val="150000"/>
              </a:lnSpc>
            </a:pPr>
            <a:r>
              <a:rPr lang="en-US" dirty="0">
                <a:ea typeface="+mn-lt"/>
                <a:cs typeface="+mn-lt"/>
              </a:rPr>
              <a:t>Image classification assigns a label to an entire image based on its content. While it's a crucial step in understanding visual data, it doesn't provide information about the object's location within the image.</a:t>
            </a:r>
            <a:endParaRPr lang="en-US">
              <a:latin typeface="Avenir Next LT Pro"/>
            </a:endParaRPr>
          </a:p>
        </p:txBody>
      </p:sp>
      <p:sp>
        <p:nvSpPr>
          <p:cNvPr id="16" name="Slide Number Placeholder 15">
            <a:extLst>
              <a:ext uri="{FF2B5EF4-FFF2-40B4-BE49-F238E27FC236}">
                <a16:creationId xmlns:a16="http://schemas.microsoft.com/office/drawing/2014/main" id="{0BD95190-4BAC-E074-39EC-FF676F58960F}"/>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5</a:t>
            </a:fld>
            <a:endParaRPr lang="en-US"/>
          </a:p>
        </p:txBody>
      </p:sp>
    </p:spTree>
    <p:extLst>
      <p:ext uri="{BB962C8B-B14F-4D97-AF65-F5344CB8AC3E}">
        <p14:creationId xmlns:p14="http://schemas.microsoft.com/office/powerpoint/2010/main" val="60893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CA9B1-F914-4C97-31DB-4F2B3839EA8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110A816-F5B6-84A4-E901-DB7D0C53E697}"/>
              </a:ext>
            </a:extLst>
          </p:cNvPr>
          <p:cNvSpPr>
            <a:spLocks noGrp="1"/>
          </p:cNvSpPr>
          <p:nvPr>
            <p:ph type="title"/>
          </p:nvPr>
        </p:nvSpPr>
        <p:spPr>
          <a:xfrm>
            <a:off x="1198182" y="559814"/>
            <a:ext cx="10410431" cy="1335662"/>
          </a:xfrm>
        </p:spPr>
        <p:txBody>
          <a:bodyPr lIns="91440" tIns="45720" rIns="91440" bIns="45720" anchor="t"/>
          <a:lstStyle/>
          <a:p>
            <a:r>
              <a:rPr lang="en-US" dirty="0">
                <a:ea typeface="+mj-lt"/>
                <a:cs typeface="+mj-lt"/>
              </a:rPr>
              <a:t>Key Components of Object Detection</a:t>
            </a:r>
            <a:endParaRPr lang="en-US" dirty="0"/>
          </a:p>
        </p:txBody>
      </p:sp>
      <p:sp>
        <p:nvSpPr>
          <p:cNvPr id="11" name="Text Placeholder 10">
            <a:extLst>
              <a:ext uri="{FF2B5EF4-FFF2-40B4-BE49-F238E27FC236}">
                <a16:creationId xmlns:a16="http://schemas.microsoft.com/office/drawing/2014/main" id="{F6C4F4BE-7324-9E42-BFE9-AA5EB53D84ED}"/>
              </a:ext>
            </a:extLst>
          </p:cNvPr>
          <p:cNvSpPr>
            <a:spLocks noGrp="1"/>
          </p:cNvSpPr>
          <p:nvPr>
            <p:ph type="body" sz="quarter" idx="13"/>
          </p:nvPr>
        </p:nvSpPr>
        <p:spPr>
          <a:xfrm>
            <a:off x="1327091" y="2107496"/>
            <a:ext cx="9667381" cy="607011"/>
          </a:xfrm>
        </p:spPr>
        <p:txBody>
          <a:bodyPr lIns="91440" tIns="45720" rIns="91440" bIns="45720" anchor="t"/>
          <a:lstStyle/>
          <a:p>
            <a:pPr algn="just"/>
            <a:r>
              <a:rPr lang="en-US" dirty="0">
                <a:ea typeface="+mn-lt"/>
                <a:cs typeface="+mn-lt"/>
              </a:rPr>
              <a:t>2. Object Localization</a:t>
            </a:r>
            <a:endParaRPr lang="en-US">
              <a:ea typeface="+mn-lt"/>
              <a:cs typeface="+mn-lt"/>
            </a:endParaRPr>
          </a:p>
        </p:txBody>
      </p:sp>
      <p:sp>
        <p:nvSpPr>
          <p:cNvPr id="10" name="Content Placeholder 9">
            <a:extLst>
              <a:ext uri="{FF2B5EF4-FFF2-40B4-BE49-F238E27FC236}">
                <a16:creationId xmlns:a16="http://schemas.microsoft.com/office/drawing/2014/main" id="{C363074D-0A11-285A-41BF-EC42E2592904}"/>
              </a:ext>
            </a:extLst>
          </p:cNvPr>
          <p:cNvSpPr>
            <a:spLocks noGrp="1"/>
          </p:cNvSpPr>
          <p:nvPr>
            <p:ph idx="1"/>
          </p:nvPr>
        </p:nvSpPr>
        <p:spPr>
          <a:xfrm>
            <a:off x="1195281" y="2717782"/>
            <a:ext cx="9797345" cy="3365605"/>
          </a:xfrm>
          <a:prstGeom prst="roundRect">
            <a:avLst/>
          </a:prstGeom>
        </p:spPr>
        <p:txBody>
          <a:bodyPr lIns="91440" tIns="45720" rIns="91440" bIns="45720" anchor="t">
            <a:normAutofit/>
          </a:bodyPr>
          <a:lstStyle/>
          <a:p>
            <a:pPr algn="just">
              <a:lnSpc>
                <a:spcPct val="150000"/>
              </a:lnSpc>
            </a:pPr>
            <a:r>
              <a:rPr lang="en-US" dirty="0">
                <a:ea typeface="+mn-lt"/>
                <a:cs typeface="+mn-lt"/>
              </a:rPr>
              <a:t>Object localization goes a step further by not only identifying the object but also determining its position within the image. This involves drawing bounding boxes around the objects.</a:t>
            </a:r>
            <a:endParaRPr lang="en-US" dirty="0">
              <a:latin typeface="Avenir Next LT Pro"/>
            </a:endParaRPr>
          </a:p>
        </p:txBody>
      </p:sp>
      <p:sp>
        <p:nvSpPr>
          <p:cNvPr id="16" name="Slide Number Placeholder 15">
            <a:extLst>
              <a:ext uri="{FF2B5EF4-FFF2-40B4-BE49-F238E27FC236}">
                <a16:creationId xmlns:a16="http://schemas.microsoft.com/office/drawing/2014/main" id="{D6CC6F36-1672-F85D-1955-97856819CBF2}"/>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6</a:t>
            </a:fld>
            <a:endParaRPr lang="en-US"/>
          </a:p>
        </p:txBody>
      </p:sp>
    </p:spTree>
    <p:extLst>
      <p:ext uri="{BB962C8B-B14F-4D97-AF65-F5344CB8AC3E}">
        <p14:creationId xmlns:p14="http://schemas.microsoft.com/office/powerpoint/2010/main" val="3674375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1A1ED-7A2B-0406-073C-DBAA9975F83E}"/>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910EE275-D363-F7C9-5101-F21FA90BB27E}"/>
              </a:ext>
            </a:extLst>
          </p:cNvPr>
          <p:cNvSpPr>
            <a:spLocks noGrp="1"/>
          </p:cNvSpPr>
          <p:nvPr>
            <p:ph type="title"/>
          </p:nvPr>
        </p:nvSpPr>
        <p:spPr>
          <a:xfrm>
            <a:off x="1198182" y="559814"/>
            <a:ext cx="10410431" cy="1335662"/>
          </a:xfrm>
        </p:spPr>
        <p:txBody>
          <a:bodyPr lIns="91440" tIns="45720" rIns="91440" bIns="45720" anchor="t"/>
          <a:lstStyle/>
          <a:p>
            <a:r>
              <a:rPr lang="en-US" dirty="0">
                <a:ea typeface="+mj-lt"/>
                <a:cs typeface="+mj-lt"/>
              </a:rPr>
              <a:t>Key Components of Object Detection</a:t>
            </a:r>
            <a:endParaRPr lang="en-US" dirty="0"/>
          </a:p>
        </p:txBody>
      </p:sp>
      <p:sp>
        <p:nvSpPr>
          <p:cNvPr id="11" name="Text Placeholder 10">
            <a:extLst>
              <a:ext uri="{FF2B5EF4-FFF2-40B4-BE49-F238E27FC236}">
                <a16:creationId xmlns:a16="http://schemas.microsoft.com/office/drawing/2014/main" id="{07E96C64-53EA-EE62-7D8F-29024BA26A86}"/>
              </a:ext>
            </a:extLst>
          </p:cNvPr>
          <p:cNvSpPr>
            <a:spLocks noGrp="1"/>
          </p:cNvSpPr>
          <p:nvPr>
            <p:ph type="body" sz="quarter" idx="13"/>
          </p:nvPr>
        </p:nvSpPr>
        <p:spPr>
          <a:xfrm>
            <a:off x="1327091" y="2107496"/>
            <a:ext cx="9667381" cy="607011"/>
          </a:xfrm>
        </p:spPr>
        <p:txBody>
          <a:bodyPr lIns="91440" tIns="45720" rIns="91440" bIns="45720" anchor="t"/>
          <a:lstStyle/>
          <a:p>
            <a:pPr algn="just"/>
            <a:r>
              <a:rPr lang="en-US" dirty="0">
                <a:ea typeface="+mn-lt"/>
                <a:cs typeface="+mn-lt"/>
              </a:rPr>
              <a:t>3. Object Detection</a:t>
            </a:r>
          </a:p>
        </p:txBody>
      </p:sp>
      <p:sp>
        <p:nvSpPr>
          <p:cNvPr id="10" name="Content Placeholder 9">
            <a:extLst>
              <a:ext uri="{FF2B5EF4-FFF2-40B4-BE49-F238E27FC236}">
                <a16:creationId xmlns:a16="http://schemas.microsoft.com/office/drawing/2014/main" id="{6E1E0764-B791-8D72-E632-A1887970D3B7}"/>
              </a:ext>
            </a:extLst>
          </p:cNvPr>
          <p:cNvSpPr>
            <a:spLocks noGrp="1"/>
          </p:cNvSpPr>
          <p:nvPr>
            <p:ph idx="1"/>
          </p:nvPr>
        </p:nvSpPr>
        <p:spPr>
          <a:xfrm>
            <a:off x="1195281" y="2717782"/>
            <a:ext cx="9797345" cy="3365605"/>
          </a:xfrm>
          <a:prstGeom prst="roundRect">
            <a:avLst/>
          </a:prstGeom>
        </p:spPr>
        <p:txBody>
          <a:bodyPr lIns="91440" tIns="45720" rIns="91440" bIns="45720" anchor="t">
            <a:normAutofit/>
          </a:bodyPr>
          <a:lstStyle/>
          <a:p>
            <a:pPr algn="just">
              <a:lnSpc>
                <a:spcPct val="150000"/>
              </a:lnSpc>
            </a:pPr>
            <a:r>
              <a:rPr lang="en-US" dirty="0">
                <a:ea typeface="+mn-lt"/>
                <a:cs typeface="+mn-lt"/>
              </a:rPr>
              <a:t>Object detection merges image classification and localization. It detects multiple objects in an image, assigns labels to them, and provides their locations through bounding boxes.</a:t>
            </a:r>
            <a:endParaRPr lang="en-US">
              <a:ea typeface="+mn-lt"/>
              <a:cs typeface="+mn-lt"/>
            </a:endParaRPr>
          </a:p>
        </p:txBody>
      </p:sp>
      <p:sp>
        <p:nvSpPr>
          <p:cNvPr id="16" name="Slide Number Placeholder 15">
            <a:extLst>
              <a:ext uri="{FF2B5EF4-FFF2-40B4-BE49-F238E27FC236}">
                <a16:creationId xmlns:a16="http://schemas.microsoft.com/office/drawing/2014/main" id="{66DAB258-FB4D-62EA-C4C3-B14896FFEE05}"/>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7</a:t>
            </a:fld>
            <a:endParaRPr lang="en-US"/>
          </a:p>
        </p:txBody>
      </p:sp>
    </p:spTree>
    <p:extLst>
      <p:ext uri="{BB962C8B-B14F-4D97-AF65-F5344CB8AC3E}">
        <p14:creationId xmlns:p14="http://schemas.microsoft.com/office/powerpoint/2010/main" val="4143106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7AE648-A8D3-BEF7-EA1B-B3ED7C9DFBDB}"/>
            </a:ext>
          </a:extLst>
        </p:cNvPr>
        <p:cNvGrpSpPr/>
        <p:nvPr/>
      </p:nvGrpSpPr>
      <p:grpSpPr>
        <a:xfrm>
          <a:off x="0" y="0"/>
          <a:ext cx="0" cy="0"/>
          <a:chOff x="0" y="0"/>
          <a:chExt cx="0" cy="0"/>
        </a:xfrm>
      </p:grpSpPr>
      <p:sp>
        <p:nvSpPr>
          <p:cNvPr id="473" name="Rectangle 472">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75" name="Freeform: Shape 474">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477" name="Freeform: Shape 476">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479" name="Freeform: Shape 478">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81"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482" name="Freeform: Shape 481">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3" name="Freeform: Shape 482">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4" name="Freeform: Shape 483">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485" name="Freeform: Shape 484">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6" name="Freeform: Shape 485">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487" name="Freeform: Shape 486">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488" name="Freeform: Shape 487">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490"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491" name="Freeform: Shape 490">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2" name="Freeform: Shape 491">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3" name="Freeform: Shape 492">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4" name="Freeform: Shape 493">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5" name="Freeform: Shape 494">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6" name="Freeform: Shape 495">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7" name="Freeform: Shape 496">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499" name="Rectangle 498">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01" name="Rectangle 500">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503" name="Top Left">
            <a:extLst>
              <a:ext uri="{FF2B5EF4-FFF2-40B4-BE49-F238E27FC236}">
                <a16:creationId xmlns:a16="http://schemas.microsoft.com/office/drawing/2014/main" id="{F478807D-D964-4FD1-ADDC-13ADCA84C7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04" name="Freeform: Shape 503">
              <a:extLst>
                <a:ext uri="{FF2B5EF4-FFF2-40B4-BE49-F238E27FC236}">
                  <a16:creationId xmlns:a16="http://schemas.microsoft.com/office/drawing/2014/main" id="{9A9B974A-6D46-4B1E-A578-7FC950F65A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5" name="Freeform: Shape 504">
              <a:extLst>
                <a:ext uri="{FF2B5EF4-FFF2-40B4-BE49-F238E27FC236}">
                  <a16:creationId xmlns:a16="http://schemas.microsoft.com/office/drawing/2014/main" id="{B94ECBDD-53F1-4E3E-935F-AE2F925E5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6" name="Freeform: Shape 505">
              <a:extLst>
                <a:ext uri="{FF2B5EF4-FFF2-40B4-BE49-F238E27FC236}">
                  <a16:creationId xmlns:a16="http://schemas.microsoft.com/office/drawing/2014/main" id="{BB0065AE-42FD-4390-B77A-10CD9C635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7" name="Freeform: Shape 506">
              <a:extLst>
                <a:ext uri="{FF2B5EF4-FFF2-40B4-BE49-F238E27FC236}">
                  <a16:creationId xmlns:a16="http://schemas.microsoft.com/office/drawing/2014/main" id="{2FC1DC9F-A018-40A6-83A2-4E44030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08" name="Freeform: Shape 507">
              <a:extLst>
                <a:ext uri="{FF2B5EF4-FFF2-40B4-BE49-F238E27FC236}">
                  <a16:creationId xmlns:a16="http://schemas.microsoft.com/office/drawing/2014/main" id="{E18F5621-44C3-495A-BFC4-4C0B2D7A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9" name="Freeform: Shape 508">
              <a:extLst>
                <a:ext uri="{FF2B5EF4-FFF2-40B4-BE49-F238E27FC236}">
                  <a16:creationId xmlns:a16="http://schemas.microsoft.com/office/drawing/2014/main" id="{9369DA58-91BE-4846-85BC-48899AC96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10" name="Freeform: Shape 509">
              <a:extLst>
                <a:ext uri="{FF2B5EF4-FFF2-40B4-BE49-F238E27FC236}">
                  <a16:creationId xmlns:a16="http://schemas.microsoft.com/office/drawing/2014/main" id="{B9CE5473-6DF1-4C49-A489-8DA8871CA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1" name="Freeform: Shape 510">
              <a:extLst>
                <a:ext uri="{FF2B5EF4-FFF2-40B4-BE49-F238E27FC236}">
                  <a16:creationId xmlns:a16="http://schemas.microsoft.com/office/drawing/2014/main" id="{35EC2B31-6A44-41AE-822B-8B6D7479FF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513" name="Bottom Right">
            <a:extLst>
              <a:ext uri="{FF2B5EF4-FFF2-40B4-BE49-F238E27FC236}">
                <a16:creationId xmlns:a16="http://schemas.microsoft.com/office/drawing/2014/main" id="{8BAEE281-C3DD-4DC6-AFC2-A745325191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14" name="Freeform: Shape 513">
              <a:extLst>
                <a:ext uri="{FF2B5EF4-FFF2-40B4-BE49-F238E27FC236}">
                  <a16:creationId xmlns:a16="http://schemas.microsoft.com/office/drawing/2014/main" id="{2A5FE8B5-509D-4E81-ADDD-4B7A6A519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515" name="Graphic 157">
              <a:extLst>
                <a:ext uri="{FF2B5EF4-FFF2-40B4-BE49-F238E27FC236}">
                  <a16:creationId xmlns:a16="http://schemas.microsoft.com/office/drawing/2014/main" id="{F44E233E-3672-4EB8-9A91-E597F4A673C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17" name="Freeform: Shape 516">
                <a:extLst>
                  <a:ext uri="{FF2B5EF4-FFF2-40B4-BE49-F238E27FC236}">
                    <a16:creationId xmlns:a16="http://schemas.microsoft.com/office/drawing/2014/main" id="{9B21D5AE-5F1F-4C73-AB13-B0035B1629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8" name="Freeform: Shape 517">
                <a:extLst>
                  <a:ext uri="{FF2B5EF4-FFF2-40B4-BE49-F238E27FC236}">
                    <a16:creationId xmlns:a16="http://schemas.microsoft.com/office/drawing/2014/main" id="{E0EBFFB2-FF52-4A4B-86C5-D20939768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9" name="Freeform: Shape 518">
                <a:extLst>
                  <a:ext uri="{FF2B5EF4-FFF2-40B4-BE49-F238E27FC236}">
                    <a16:creationId xmlns:a16="http://schemas.microsoft.com/office/drawing/2014/main" id="{53759ABD-0D5D-4A90-9296-913955218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0" name="Freeform: Shape 519">
                <a:extLst>
                  <a:ext uri="{FF2B5EF4-FFF2-40B4-BE49-F238E27FC236}">
                    <a16:creationId xmlns:a16="http://schemas.microsoft.com/office/drawing/2014/main" id="{195C28B4-CC6B-4089-9E74-93049FAFDA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1" name="Freeform: Shape 520">
                <a:extLst>
                  <a:ext uri="{FF2B5EF4-FFF2-40B4-BE49-F238E27FC236}">
                    <a16:creationId xmlns:a16="http://schemas.microsoft.com/office/drawing/2014/main" id="{E065796C-5CD6-4C94-88E7-697C93174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2" name="Freeform: Shape 521">
                <a:extLst>
                  <a:ext uri="{FF2B5EF4-FFF2-40B4-BE49-F238E27FC236}">
                    <a16:creationId xmlns:a16="http://schemas.microsoft.com/office/drawing/2014/main" id="{F6696015-E662-4352-A76F-D018CD1B7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3" name="Freeform: Shape 522">
                <a:extLst>
                  <a:ext uri="{FF2B5EF4-FFF2-40B4-BE49-F238E27FC236}">
                    <a16:creationId xmlns:a16="http://schemas.microsoft.com/office/drawing/2014/main" id="{2A68CB33-E73E-4301-98E6-20EAD6BAA3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16" name="Freeform: Shape 515">
              <a:extLst>
                <a:ext uri="{FF2B5EF4-FFF2-40B4-BE49-F238E27FC236}">
                  <a16:creationId xmlns:a16="http://schemas.microsoft.com/office/drawing/2014/main" id="{8F84B74D-C5F9-4AB3-9260-852E90E66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Title 5">
            <a:extLst>
              <a:ext uri="{FF2B5EF4-FFF2-40B4-BE49-F238E27FC236}">
                <a16:creationId xmlns:a16="http://schemas.microsoft.com/office/drawing/2014/main" id="{EE83C779-704C-1731-BB23-BF42F7DBBA40}"/>
              </a:ext>
            </a:extLst>
          </p:cNvPr>
          <p:cNvSpPr>
            <a:spLocks noGrp="1"/>
          </p:cNvSpPr>
          <p:nvPr>
            <p:ph type="ctrTitle"/>
          </p:nvPr>
        </p:nvSpPr>
        <p:spPr>
          <a:xfrm>
            <a:off x="996275" y="744909"/>
            <a:ext cx="10190071" cy="3145855"/>
          </a:xfrm>
        </p:spPr>
        <p:txBody>
          <a:bodyPr vert="horz" lIns="91440" tIns="45720" rIns="91440" bIns="45720" rtlCol="0" anchor="b">
            <a:normAutofit/>
          </a:bodyPr>
          <a:lstStyle/>
          <a:p>
            <a:pPr algn="ctr"/>
            <a:r>
              <a:rPr lang="en-US" sz="5400" dirty="0"/>
              <a:t>Region-Based</a:t>
            </a:r>
            <a:r>
              <a:rPr lang="en-US" sz="5400" dirty="0">
                <a:ea typeface="+mj-lt"/>
                <a:cs typeface="+mj-lt"/>
              </a:rPr>
              <a:t> Convolutional Neural Networks (R-CNN)</a:t>
            </a:r>
            <a:endParaRPr lang="en-US" sz="5400" kern="1200" dirty="0" err="1">
              <a:latin typeface="+mj-lt"/>
              <a:cs typeface="Posterama"/>
            </a:endParaRPr>
          </a:p>
        </p:txBody>
      </p:sp>
      <p:grpSp>
        <p:nvGrpSpPr>
          <p:cNvPr id="525" name="Cross">
            <a:extLst>
              <a:ext uri="{FF2B5EF4-FFF2-40B4-BE49-F238E27FC236}">
                <a16:creationId xmlns:a16="http://schemas.microsoft.com/office/drawing/2014/main" id="{5C0E6139-8A19-4905-87E2-E547D7B7F1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23216" y="3924272"/>
            <a:ext cx="118872" cy="118872"/>
            <a:chOff x="1175347" y="3733800"/>
            <a:chExt cx="118872" cy="118872"/>
          </a:xfrm>
        </p:grpSpPr>
        <p:cxnSp>
          <p:nvCxnSpPr>
            <p:cNvPr id="526" name="Straight Connector 525">
              <a:extLst>
                <a:ext uri="{FF2B5EF4-FFF2-40B4-BE49-F238E27FC236}">
                  <a16:creationId xmlns:a16="http://schemas.microsoft.com/office/drawing/2014/main" id="{BC05FFBD-B86A-4BD3-A147-FA95CE03CF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27" name="Straight Connector 526">
              <a:extLst>
                <a:ext uri="{FF2B5EF4-FFF2-40B4-BE49-F238E27FC236}">
                  <a16:creationId xmlns:a16="http://schemas.microsoft.com/office/drawing/2014/main" id="{EB69F8B1-78FB-4562-8A0D-8D29636755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753922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02FC1B-E8BF-4BE1-D375-9EC12FC13008}"/>
            </a:ext>
          </a:extLst>
        </p:cNvPr>
        <p:cNvGrpSpPr/>
        <p:nvPr/>
      </p:nvGrpSpPr>
      <p:grpSpPr>
        <a:xfrm>
          <a:off x="0" y="0"/>
          <a:ext cx="0" cy="0"/>
          <a:chOff x="0" y="0"/>
          <a:chExt cx="0" cy="0"/>
        </a:xfrm>
      </p:grpSpPr>
      <p:sp>
        <p:nvSpPr>
          <p:cNvPr id="102" name="Rectangle 101">
            <a:extLst>
              <a:ext uri="{FF2B5EF4-FFF2-40B4-BE49-F238E27FC236}">
                <a16:creationId xmlns:a16="http://schemas.microsoft.com/office/drawing/2014/main" id="{3BA27D78-3050-DF0D-49B8-CA3D6C91F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CC275E5E-3744-4A6B-EB03-FAF960090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4" name="Freeform: Shape 103">
            <a:extLst>
              <a:ext uri="{FF2B5EF4-FFF2-40B4-BE49-F238E27FC236}">
                <a16:creationId xmlns:a16="http://schemas.microsoft.com/office/drawing/2014/main" id="{D311C9B8-AB07-99BA-7BB2-58BD2CC603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5" name="Freeform: Shape 104">
            <a:extLst>
              <a:ext uri="{FF2B5EF4-FFF2-40B4-BE49-F238E27FC236}">
                <a16:creationId xmlns:a16="http://schemas.microsoft.com/office/drawing/2014/main" id="{BF3D94F2-7208-E0C3-02B9-2C26F13CF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6" name="Graphic 141">
            <a:extLst>
              <a:ext uri="{FF2B5EF4-FFF2-40B4-BE49-F238E27FC236}">
                <a16:creationId xmlns:a16="http://schemas.microsoft.com/office/drawing/2014/main" id="{77FC6A79-C557-545D-F85D-E5459AA745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7" name="Freeform: Shape 26">
              <a:extLst>
                <a:ext uri="{FF2B5EF4-FFF2-40B4-BE49-F238E27FC236}">
                  <a16:creationId xmlns:a16="http://schemas.microsoft.com/office/drawing/2014/main" id="{052E3661-4D27-AEDA-B44C-40B9C6F28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1739B71C-0FAC-895C-E335-32EE084B6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259EE9E4-8EAB-CDD7-A4F3-BF74A5318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20417BCA-F6DC-025A-6654-42AED2BCD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96A0DB69-CF31-1D53-660A-E0A67F7CC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6307179B-B230-5838-6A2C-22BF3EB11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FFAEDD03-1308-75FE-E546-DAE314974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07" name="Graphic 157">
            <a:extLst>
              <a:ext uri="{FF2B5EF4-FFF2-40B4-BE49-F238E27FC236}">
                <a16:creationId xmlns:a16="http://schemas.microsoft.com/office/drawing/2014/main" id="{817ABFC1-DE25-9F87-CF27-017629CE49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6" name="Freeform: Shape 35">
              <a:extLst>
                <a:ext uri="{FF2B5EF4-FFF2-40B4-BE49-F238E27FC236}">
                  <a16:creationId xmlns:a16="http://schemas.microsoft.com/office/drawing/2014/main" id="{5107CBFB-ECC6-5297-3D99-60F837B74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2FC5B070-9084-5119-D223-E95964165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E31682A8-3A0A-B868-908D-63175E30A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E1A9F177-63F1-8EA3-E87A-00F5DE23B0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C31A089C-CE44-86D0-10DE-02659CC94E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B8C22EC1-5DCF-4F05-C95B-9A0FE412A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48E3EDCA-F7B5-AEFD-5DB8-8A17959E44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08" name="Rectangle 107">
            <a:extLst>
              <a:ext uri="{FF2B5EF4-FFF2-40B4-BE49-F238E27FC236}">
                <a16:creationId xmlns:a16="http://schemas.microsoft.com/office/drawing/2014/main" id="{2DAE2F4F-2D87-F3AD-C6FD-0179FC09D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9" name="Rectangle 108">
            <a:extLst>
              <a:ext uri="{FF2B5EF4-FFF2-40B4-BE49-F238E27FC236}">
                <a16:creationId xmlns:a16="http://schemas.microsoft.com/office/drawing/2014/main" id="{1D8BAC2D-B471-1F4C-F022-5526677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10" name="Top Left">
            <a:extLst>
              <a:ext uri="{FF2B5EF4-FFF2-40B4-BE49-F238E27FC236}">
                <a16:creationId xmlns:a16="http://schemas.microsoft.com/office/drawing/2014/main" id="{CF6EC474-8335-785C-618C-5870863387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9" name="Freeform: Shape 48">
              <a:extLst>
                <a:ext uri="{FF2B5EF4-FFF2-40B4-BE49-F238E27FC236}">
                  <a16:creationId xmlns:a16="http://schemas.microsoft.com/office/drawing/2014/main" id="{358D07B1-566D-26F9-D8A0-2D66B27A5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 name="Freeform: Shape 49">
              <a:extLst>
                <a:ext uri="{FF2B5EF4-FFF2-40B4-BE49-F238E27FC236}">
                  <a16:creationId xmlns:a16="http://schemas.microsoft.com/office/drawing/2014/main" id="{CF3D9C12-2128-45D8-0CED-F7B4D77ECE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D37FBC0C-D81F-4288-89AB-7FF219797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7024FB59-B5EA-1EC5-80D2-E1FCE9ED2A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1730F80F-9447-4B6C-BB38-F4008861AB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09016F76-4AD3-5F87-A0E0-F360F0E8FB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5E56F413-701E-9319-C789-8C3B81323B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A3ACE159-2D02-C580-440C-1B0DE5FE5F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2" name="Title 11">
            <a:extLst>
              <a:ext uri="{FF2B5EF4-FFF2-40B4-BE49-F238E27FC236}">
                <a16:creationId xmlns:a16="http://schemas.microsoft.com/office/drawing/2014/main" id="{C47C7CE5-CA92-FC4E-9026-8A8E87160EDF}"/>
              </a:ext>
            </a:extLst>
          </p:cNvPr>
          <p:cNvSpPr>
            <a:spLocks noGrp="1"/>
          </p:cNvSpPr>
          <p:nvPr>
            <p:ph type="title"/>
          </p:nvPr>
        </p:nvSpPr>
        <p:spPr>
          <a:xfrm>
            <a:off x="1198181" y="559813"/>
            <a:ext cx="9988166" cy="1664573"/>
          </a:xfrm>
        </p:spPr>
        <p:txBody>
          <a:bodyPr vert="horz" lIns="91440" tIns="45720" rIns="91440" bIns="45720" rtlCol="0" anchor="ctr">
            <a:normAutofit/>
          </a:bodyPr>
          <a:lstStyle/>
          <a:p>
            <a:pPr algn="ctr"/>
            <a:r>
              <a:rPr lang="en-US" kern="1200" dirty="0">
                <a:latin typeface="+mj-lt"/>
                <a:ea typeface="+mj-ea"/>
                <a:cs typeface="+mj-cs"/>
              </a:rPr>
              <a:t>What </a:t>
            </a:r>
            <a:r>
              <a:rPr lang="en-US" dirty="0"/>
              <a:t>is R-CNN</a:t>
            </a:r>
            <a:r>
              <a:rPr lang="en-US" kern="1200" dirty="0">
                <a:latin typeface="+mj-lt"/>
                <a:ea typeface="+mj-ea"/>
                <a:cs typeface="+mj-cs"/>
              </a:rPr>
              <a:t>?</a:t>
            </a:r>
          </a:p>
        </p:txBody>
      </p:sp>
      <p:grpSp>
        <p:nvGrpSpPr>
          <p:cNvPr id="111" name="Bottom Right">
            <a:extLst>
              <a:ext uri="{FF2B5EF4-FFF2-40B4-BE49-F238E27FC236}">
                <a16:creationId xmlns:a16="http://schemas.microsoft.com/office/drawing/2014/main" id="{A1A7AE3E-676C-D302-201F-844490C2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9" name="Freeform: Shape 58">
              <a:extLst>
                <a:ext uri="{FF2B5EF4-FFF2-40B4-BE49-F238E27FC236}">
                  <a16:creationId xmlns:a16="http://schemas.microsoft.com/office/drawing/2014/main" id="{1DD21611-9BD1-86D8-0CC5-8E2A96DE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0" name="Graphic 157">
              <a:extLst>
                <a:ext uri="{FF2B5EF4-FFF2-40B4-BE49-F238E27FC236}">
                  <a16:creationId xmlns:a16="http://schemas.microsoft.com/office/drawing/2014/main" id="{7D15C8BA-FA98-206C-2A81-A5A95114FA7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 name="Freeform: Shape 61">
                <a:extLst>
                  <a:ext uri="{FF2B5EF4-FFF2-40B4-BE49-F238E27FC236}">
                    <a16:creationId xmlns:a16="http://schemas.microsoft.com/office/drawing/2014/main" id="{ACB32052-736C-3F98-0E43-7DE55241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70542408-BCF4-822A-DC0D-FB5658935E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6EFF181B-2C98-18AF-C0EA-E66D4FD6ED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B34D8234-A545-964D-E0DF-13928C7C62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2F50C600-979C-D0E8-F4B1-3F9DD527C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7B4499D9-A8CF-A077-4CA9-E7C03759D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2" name="Freeform: Shape 111">
                <a:extLst>
                  <a:ext uri="{FF2B5EF4-FFF2-40B4-BE49-F238E27FC236}">
                    <a16:creationId xmlns:a16="http://schemas.microsoft.com/office/drawing/2014/main" id="{C1DAA4A8-683B-12D4-CD7E-E00B98326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1" name="Freeform: Shape 60">
              <a:extLst>
                <a:ext uri="{FF2B5EF4-FFF2-40B4-BE49-F238E27FC236}">
                  <a16:creationId xmlns:a16="http://schemas.microsoft.com/office/drawing/2014/main" id="{5B511AF4-5BAE-5763-FFB7-9BA9B12AC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Content Placeholder 12">
            <a:extLst>
              <a:ext uri="{FF2B5EF4-FFF2-40B4-BE49-F238E27FC236}">
                <a16:creationId xmlns:a16="http://schemas.microsoft.com/office/drawing/2014/main" id="{D189EE5C-2DBD-57A5-C7B1-67564487980B}"/>
              </a:ext>
            </a:extLst>
          </p:cNvPr>
          <p:cNvSpPr>
            <a:spLocks noGrp="1"/>
          </p:cNvSpPr>
          <p:nvPr>
            <p:ph idx="1"/>
          </p:nvPr>
        </p:nvSpPr>
        <p:spPr>
          <a:xfrm>
            <a:off x="1185754" y="2384474"/>
            <a:ext cx="9987523" cy="3728613"/>
          </a:xfrm>
          <a:prstGeom prst="roundRect">
            <a:avLst/>
          </a:prstGeom>
        </p:spPr>
        <p:txBody>
          <a:bodyPr vert="horz" lIns="91440" tIns="45720" rIns="91440" bIns="45720" rtlCol="0" anchor="t">
            <a:normAutofit/>
          </a:bodyPr>
          <a:lstStyle/>
          <a:p>
            <a:pPr indent="-228600" algn="just">
              <a:lnSpc>
                <a:spcPct val="150000"/>
              </a:lnSpc>
              <a:buFont typeface="Avenir Next LT Pro" panose="020B0504020202020204" pitchFamily="34" charset="0"/>
              <a:buChar char="+"/>
            </a:pPr>
            <a:r>
              <a:rPr lang="en-US" dirty="0">
                <a:ea typeface="+mn-lt"/>
                <a:cs typeface="+mn-lt"/>
              </a:rPr>
              <a:t>Region-based Convolutional Neural Networks (R-CNN) are a family of machine learning models for computer vision, and specifically object detection and localization. </a:t>
            </a:r>
            <a:endParaRPr lang="en-US"/>
          </a:p>
          <a:p>
            <a:pPr indent="-228600" algn="just">
              <a:lnSpc>
                <a:spcPct val="150000"/>
              </a:lnSpc>
              <a:buChar char="+"/>
            </a:pPr>
            <a:r>
              <a:rPr lang="en-US" dirty="0">
                <a:ea typeface="+mn-lt"/>
                <a:cs typeface="+mn-lt"/>
              </a:rPr>
              <a:t>The original goal of R-CNN was to take an input image and produce a set of bounding boxes as output, where each bounding box contains an object and also the category (e.g. car or pedestrian) of the object. </a:t>
            </a:r>
            <a:endParaRPr lang="en-US" dirty="0"/>
          </a:p>
          <a:p>
            <a:pPr indent="-228600" algn="just">
              <a:lnSpc>
                <a:spcPct val="150000"/>
              </a:lnSpc>
              <a:buChar char="+"/>
            </a:pPr>
            <a:r>
              <a:rPr lang="en-US" dirty="0">
                <a:ea typeface="+mn-lt"/>
                <a:cs typeface="+mn-lt"/>
              </a:rPr>
              <a:t>In general, R-CNN architectures perform selective search over feature maps outputted by a CNN. </a:t>
            </a:r>
          </a:p>
          <a:p>
            <a:pPr indent="-228600" algn="just">
              <a:lnSpc>
                <a:spcPct val="150000"/>
              </a:lnSpc>
              <a:buChar char="+"/>
            </a:pPr>
            <a:endParaRPr lang="en-US"/>
          </a:p>
        </p:txBody>
      </p:sp>
      <p:sp>
        <p:nvSpPr>
          <p:cNvPr id="7" name="Slide Number Placeholder 6">
            <a:extLst>
              <a:ext uri="{FF2B5EF4-FFF2-40B4-BE49-F238E27FC236}">
                <a16:creationId xmlns:a16="http://schemas.microsoft.com/office/drawing/2014/main" id="{B3A8210D-D6C2-7A7D-8EA1-1D3141B6DC72}"/>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9</a:t>
            </a:fld>
            <a:endParaRPr lang="en-US" cap="all">
              <a:cs typeface="Segoe UI Semilight" panose="020B0402040204020203" pitchFamily="34" charset="0"/>
            </a:endParaRPr>
          </a:p>
        </p:txBody>
      </p:sp>
    </p:spTree>
    <p:extLst>
      <p:ext uri="{BB962C8B-B14F-4D97-AF65-F5344CB8AC3E}">
        <p14:creationId xmlns:p14="http://schemas.microsoft.com/office/powerpoint/2010/main" val="4034708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F5F6B4-76C6-EC6C-5853-378EA217EFA9}"/>
            </a:ext>
          </a:extLst>
        </p:cNvPr>
        <p:cNvGrpSpPr/>
        <p:nvPr/>
      </p:nvGrpSpPr>
      <p:grpSpPr>
        <a:xfrm>
          <a:off x="0" y="0"/>
          <a:ext cx="0" cy="0"/>
          <a:chOff x="0" y="0"/>
          <a:chExt cx="0" cy="0"/>
        </a:xfrm>
      </p:grpSpPr>
      <p:sp>
        <p:nvSpPr>
          <p:cNvPr id="102" name="Rectangle 101">
            <a:extLst>
              <a:ext uri="{FF2B5EF4-FFF2-40B4-BE49-F238E27FC236}">
                <a16:creationId xmlns:a16="http://schemas.microsoft.com/office/drawing/2014/main" id="{C101DE4E-1229-1333-A057-7620E604A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ECA65E61-59D2-AAC4-9D66-FFF85CFED3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4" name="Freeform: Shape 103">
            <a:extLst>
              <a:ext uri="{FF2B5EF4-FFF2-40B4-BE49-F238E27FC236}">
                <a16:creationId xmlns:a16="http://schemas.microsoft.com/office/drawing/2014/main" id="{CF15E19D-16E2-F287-BBB6-470A643395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5" name="Freeform: Shape 104">
            <a:extLst>
              <a:ext uri="{FF2B5EF4-FFF2-40B4-BE49-F238E27FC236}">
                <a16:creationId xmlns:a16="http://schemas.microsoft.com/office/drawing/2014/main" id="{9778873F-D208-7DD4-9CBD-8190E5210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6" name="Graphic 141">
            <a:extLst>
              <a:ext uri="{FF2B5EF4-FFF2-40B4-BE49-F238E27FC236}">
                <a16:creationId xmlns:a16="http://schemas.microsoft.com/office/drawing/2014/main" id="{5440C5D7-ADDD-8371-7CEC-C371F7D69F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7" name="Freeform: Shape 26">
              <a:extLst>
                <a:ext uri="{FF2B5EF4-FFF2-40B4-BE49-F238E27FC236}">
                  <a16:creationId xmlns:a16="http://schemas.microsoft.com/office/drawing/2014/main" id="{147A0E66-A5AF-6FB2-1657-3FE1896AE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3C86A1C5-47C5-F460-D393-2528A15CD6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C3FDDF2-DA53-1296-8FCB-4469C1220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BFEDFA1E-EB26-2EC5-1B7C-57D85DB6D7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7AD504E1-3693-AC12-DD48-D6106E7A49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D64F8A97-8CEE-FF00-3AF0-4FF7B5D97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13DCF5A8-AC92-A9E6-5270-C1F393620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07" name="Graphic 157">
            <a:extLst>
              <a:ext uri="{FF2B5EF4-FFF2-40B4-BE49-F238E27FC236}">
                <a16:creationId xmlns:a16="http://schemas.microsoft.com/office/drawing/2014/main" id="{D9E57C0C-96F2-8441-6FCD-A9CB61AD39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6" name="Freeform: Shape 35">
              <a:extLst>
                <a:ext uri="{FF2B5EF4-FFF2-40B4-BE49-F238E27FC236}">
                  <a16:creationId xmlns:a16="http://schemas.microsoft.com/office/drawing/2014/main" id="{D64DEB8D-1F60-643E-5F5C-DF769ABD2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526AAD1A-0833-943C-ECB3-5DED10159D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3373261B-1039-04CF-58CB-6090AE3D1F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E35A06FF-848B-6DAA-4744-1F6CC560D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03008B9E-72D4-CECF-B3A5-D757DCA45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C0D795B4-B4EE-2F42-F96F-A60C5CAEEB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A496C774-3D85-910C-54D8-4EC9DAE90B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08" name="Rectangle 107">
            <a:extLst>
              <a:ext uri="{FF2B5EF4-FFF2-40B4-BE49-F238E27FC236}">
                <a16:creationId xmlns:a16="http://schemas.microsoft.com/office/drawing/2014/main" id="{24377B79-97DE-69D8-3921-D9EBE032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9" name="Rectangle 108">
            <a:extLst>
              <a:ext uri="{FF2B5EF4-FFF2-40B4-BE49-F238E27FC236}">
                <a16:creationId xmlns:a16="http://schemas.microsoft.com/office/drawing/2014/main" id="{5F949CDF-F335-BFBA-3BB4-D9690B26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10" name="Top Left">
            <a:extLst>
              <a:ext uri="{FF2B5EF4-FFF2-40B4-BE49-F238E27FC236}">
                <a16:creationId xmlns:a16="http://schemas.microsoft.com/office/drawing/2014/main" id="{33300AD9-1151-6983-4797-3DE896D881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9" name="Freeform: Shape 48">
              <a:extLst>
                <a:ext uri="{FF2B5EF4-FFF2-40B4-BE49-F238E27FC236}">
                  <a16:creationId xmlns:a16="http://schemas.microsoft.com/office/drawing/2014/main" id="{7559FF7A-4879-B797-DF17-6E76BDF222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 name="Freeform: Shape 49">
              <a:extLst>
                <a:ext uri="{FF2B5EF4-FFF2-40B4-BE49-F238E27FC236}">
                  <a16:creationId xmlns:a16="http://schemas.microsoft.com/office/drawing/2014/main" id="{2DC0B9CC-E002-30B6-A6A9-8FD6A4E0C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1FAC6620-9FAB-FB51-BA91-BC1AC5E51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044893B4-6A24-7721-DD10-6233944F1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E2034A05-15B7-6A31-57DB-C876DB377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0B336C28-6E0E-79DD-0767-1349EB1FC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F8FAD58D-C043-44EC-963D-4F7A43C9B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7FFE23BE-3B5B-56BC-A622-F3BB08EB7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2" name="Title 11">
            <a:extLst>
              <a:ext uri="{FF2B5EF4-FFF2-40B4-BE49-F238E27FC236}">
                <a16:creationId xmlns:a16="http://schemas.microsoft.com/office/drawing/2014/main" id="{A5953455-58D0-8E6F-9F24-6E34F7C11635}"/>
              </a:ext>
            </a:extLst>
          </p:cNvPr>
          <p:cNvSpPr>
            <a:spLocks noGrp="1"/>
          </p:cNvSpPr>
          <p:nvPr>
            <p:ph type="title"/>
          </p:nvPr>
        </p:nvSpPr>
        <p:spPr>
          <a:xfrm>
            <a:off x="1198181" y="559813"/>
            <a:ext cx="9988166" cy="1664573"/>
          </a:xfrm>
        </p:spPr>
        <p:txBody>
          <a:bodyPr vert="horz" lIns="91440" tIns="45720" rIns="91440" bIns="45720" rtlCol="0" anchor="ctr">
            <a:normAutofit/>
          </a:bodyPr>
          <a:lstStyle/>
          <a:p>
            <a:pPr algn="ctr"/>
            <a:r>
              <a:rPr lang="en-US" kern="1200" dirty="0">
                <a:latin typeface="+mj-lt"/>
                <a:ea typeface="+mj-ea"/>
                <a:cs typeface="+mj-cs"/>
              </a:rPr>
              <a:t>What </a:t>
            </a:r>
            <a:r>
              <a:rPr lang="en-US" dirty="0"/>
              <a:t>is R-CNN</a:t>
            </a:r>
            <a:r>
              <a:rPr lang="en-US" kern="1200" dirty="0">
                <a:latin typeface="+mj-lt"/>
                <a:ea typeface="+mj-ea"/>
                <a:cs typeface="+mj-cs"/>
              </a:rPr>
              <a:t>?</a:t>
            </a:r>
          </a:p>
        </p:txBody>
      </p:sp>
      <p:grpSp>
        <p:nvGrpSpPr>
          <p:cNvPr id="111" name="Bottom Right">
            <a:extLst>
              <a:ext uri="{FF2B5EF4-FFF2-40B4-BE49-F238E27FC236}">
                <a16:creationId xmlns:a16="http://schemas.microsoft.com/office/drawing/2014/main" id="{3258C5F3-E767-B94A-8DA7-F73FB9DBF5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9" name="Freeform: Shape 58">
              <a:extLst>
                <a:ext uri="{FF2B5EF4-FFF2-40B4-BE49-F238E27FC236}">
                  <a16:creationId xmlns:a16="http://schemas.microsoft.com/office/drawing/2014/main" id="{14044430-26B1-95EB-4E63-35FF1CFA2B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0" name="Graphic 157">
              <a:extLst>
                <a:ext uri="{FF2B5EF4-FFF2-40B4-BE49-F238E27FC236}">
                  <a16:creationId xmlns:a16="http://schemas.microsoft.com/office/drawing/2014/main" id="{322420D8-C0B8-A2B5-5E17-435FB5DD104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 name="Freeform: Shape 61">
                <a:extLst>
                  <a:ext uri="{FF2B5EF4-FFF2-40B4-BE49-F238E27FC236}">
                    <a16:creationId xmlns:a16="http://schemas.microsoft.com/office/drawing/2014/main" id="{5E2CA6C6-BE61-5EBC-87DE-56C239F798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4AA7239E-5A18-A17B-977B-590EB83BA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D712C1F4-7EB8-45ED-011B-26FD531C42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41D94518-0714-E9B4-9102-B9E83FBEB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7041E034-A424-EA09-9499-1C17AE366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08521A26-8C91-1AD9-29F2-98FE15644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2" name="Freeform: Shape 111">
                <a:extLst>
                  <a:ext uri="{FF2B5EF4-FFF2-40B4-BE49-F238E27FC236}">
                    <a16:creationId xmlns:a16="http://schemas.microsoft.com/office/drawing/2014/main" id="{4DADB1A6-6EBA-40FC-46F7-BA39F17262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1" name="Freeform: Shape 60">
              <a:extLst>
                <a:ext uri="{FF2B5EF4-FFF2-40B4-BE49-F238E27FC236}">
                  <a16:creationId xmlns:a16="http://schemas.microsoft.com/office/drawing/2014/main" id="{345C4337-AAA6-5B30-5F72-CA428E126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Content Placeholder 12">
            <a:extLst>
              <a:ext uri="{FF2B5EF4-FFF2-40B4-BE49-F238E27FC236}">
                <a16:creationId xmlns:a16="http://schemas.microsoft.com/office/drawing/2014/main" id="{47754D34-0640-8B91-337A-7922DF0A1D81}"/>
              </a:ext>
            </a:extLst>
          </p:cNvPr>
          <p:cNvSpPr>
            <a:spLocks noGrp="1"/>
          </p:cNvSpPr>
          <p:nvPr>
            <p:ph idx="1"/>
          </p:nvPr>
        </p:nvSpPr>
        <p:spPr>
          <a:xfrm>
            <a:off x="1185754" y="2384474"/>
            <a:ext cx="9987523" cy="3728613"/>
          </a:xfrm>
          <a:prstGeom prst="roundRect">
            <a:avLst/>
          </a:prstGeom>
        </p:spPr>
        <p:txBody>
          <a:bodyPr vert="horz" lIns="91440" tIns="45720" rIns="91440" bIns="45720" rtlCol="0" anchor="t">
            <a:normAutofit/>
          </a:bodyPr>
          <a:lstStyle/>
          <a:p>
            <a:pPr indent="-228600" algn="just">
              <a:lnSpc>
                <a:spcPct val="150000"/>
              </a:lnSpc>
              <a:buChar char="+"/>
            </a:pPr>
            <a:r>
              <a:rPr lang="en-US" dirty="0">
                <a:ea typeface="+mn-lt"/>
                <a:cs typeface="+mn-lt"/>
              </a:rPr>
              <a:t>The following covers some of the versions of R-CNN that have been developed.</a:t>
            </a:r>
          </a:p>
          <a:p>
            <a:pPr lvl="1" algn="just">
              <a:lnSpc>
                <a:spcPct val="150000"/>
              </a:lnSpc>
              <a:buFont typeface="Courier New" panose="020B0504020202020204" pitchFamily="34" charset="0"/>
              <a:buChar char="o"/>
            </a:pPr>
            <a:r>
              <a:rPr lang="en-US" sz="1800" dirty="0">
                <a:solidFill>
                  <a:schemeClr val="accent1"/>
                </a:solidFill>
                <a:ea typeface="+mn-lt"/>
                <a:cs typeface="+mn-lt"/>
              </a:rPr>
              <a:t>November 2013: R-CNN</a:t>
            </a:r>
            <a:endParaRPr lang="en-US" sz="1800" dirty="0">
              <a:solidFill>
                <a:schemeClr val="accent1"/>
              </a:solidFill>
            </a:endParaRPr>
          </a:p>
          <a:p>
            <a:pPr lvl="1" algn="just">
              <a:lnSpc>
                <a:spcPct val="150000"/>
              </a:lnSpc>
              <a:buFont typeface="Courier New" panose="020B0504020202020204" pitchFamily="34" charset="0"/>
              <a:buChar char="o"/>
            </a:pPr>
            <a:r>
              <a:rPr lang="en-US" sz="1800" dirty="0">
                <a:solidFill>
                  <a:schemeClr val="accent1"/>
                </a:solidFill>
                <a:ea typeface="+mn-lt"/>
                <a:cs typeface="+mn-lt"/>
              </a:rPr>
              <a:t>April 2015: Fast R-CNN</a:t>
            </a:r>
            <a:endParaRPr lang="en-US" sz="1800" dirty="0">
              <a:solidFill>
                <a:schemeClr val="accent1"/>
              </a:solidFill>
            </a:endParaRPr>
          </a:p>
          <a:p>
            <a:pPr lvl="1" algn="just">
              <a:lnSpc>
                <a:spcPct val="150000"/>
              </a:lnSpc>
              <a:buFont typeface="Courier New" panose="020B0504020202020204" pitchFamily="34" charset="0"/>
              <a:buChar char="o"/>
            </a:pPr>
            <a:r>
              <a:rPr lang="en-US" sz="1800" dirty="0">
                <a:solidFill>
                  <a:schemeClr val="accent1"/>
                </a:solidFill>
                <a:ea typeface="+mn-lt"/>
                <a:cs typeface="+mn-lt"/>
              </a:rPr>
              <a:t>June 2015: Faster R-CNN</a:t>
            </a:r>
          </a:p>
          <a:p>
            <a:pPr lvl="1" algn="just">
              <a:lnSpc>
                <a:spcPct val="150000"/>
              </a:lnSpc>
              <a:buFont typeface="Courier New" panose="020B0504020202020204" pitchFamily="34" charset="0"/>
              <a:buChar char="o"/>
            </a:pPr>
            <a:r>
              <a:rPr lang="en-US" sz="1800" dirty="0">
                <a:solidFill>
                  <a:schemeClr val="accent1"/>
                </a:solidFill>
                <a:ea typeface="+mn-lt"/>
                <a:cs typeface="+mn-lt"/>
              </a:rPr>
              <a:t>March 2017: Mask R-CNN</a:t>
            </a:r>
          </a:p>
          <a:p>
            <a:pPr lvl="1" algn="just">
              <a:lnSpc>
                <a:spcPct val="150000"/>
              </a:lnSpc>
              <a:buFont typeface="Courier New" panose="020B0504020202020204" pitchFamily="34" charset="0"/>
              <a:buChar char="o"/>
            </a:pPr>
            <a:r>
              <a:rPr lang="en-US" sz="1800" dirty="0">
                <a:solidFill>
                  <a:schemeClr val="accent1"/>
                </a:solidFill>
                <a:ea typeface="+mn-lt"/>
                <a:cs typeface="+mn-lt"/>
              </a:rPr>
              <a:t>December 2017: Cascade R-CNN</a:t>
            </a:r>
            <a:endParaRPr lang="en-US" sz="1800" dirty="0">
              <a:solidFill>
                <a:schemeClr val="accent1"/>
              </a:solidFill>
            </a:endParaRPr>
          </a:p>
          <a:p>
            <a:pPr lvl="1" algn="just">
              <a:lnSpc>
                <a:spcPct val="150000"/>
              </a:lnSpc>
              <a:buFont typeface="Courier New" panose="020B0504020202020204" pitchFamily="34" charset="0"/>
              <a:buChar char="o"/>
            </a:pPr>
            <a:r>
              <a:rPr lang="en-US" sz="1800" dirty="0">
                <a:solidFill>
                  <a:schemeClr val="accent1"/>
                </a:solidFill>
                <a:ea typeface="+mn-lt"/>
                <a:cs typeface="+mn-lt"/>
              </a:rPr>
              <a:t>June 2019: Mesh R-CNN</a:t>
            </a:r>
          </a:p>
          <a:p>
            <a:pPr lvl="1" indent="-228600" algn="just">
              <a:lnSpc>
                <a:spcPct val="150000"/>
              </a:lnSpc>
            </a:pPr>
            <a:endParaRPr lang="en-US" sz="1800" dirty="0">
              <a:solidFill>
                <a:srgbClr val="E45221"/>
              </a:solidFill>
            </a:endParaRPr>
          </a:p>
          <a:p>
            <a:pPr lvl="1" indent="-228600" algn="just">
              <a:lnSpc>
                <a:spcPct val="150000"/>
              </a:lnSpc>
              <a:buFont typeface="Courier New" panose="020B0504020202020204" pitchFamily="34" charset="0"/>
              <a:buChar char="o"/>
            </a:pPr>
            <a:endParaRPr lang="en-US" dirty="0"/>
          </a:p>
          <a:p>
            <a:pPr indent="-228600" algn="just">
              <a:lnSpc>
                <a:spcPct val="150000"/>
              </a:lnSpc>
              <a:buChar char="+"/>
            </a:pPr>
            <a:endParaRPr lang="en-US" dirty="0"/>
          </a:p>
          <a:p>
            <a:pPr marL="457200" lvl="1" indent="0" algn="just">
              <a:lnSpc>
                <a:spcPct val="150000"/>
              </a:lnSpc>
              <a:buNone/>
            </a:pPr>
            <a:endParaRPr lang="en-US" dirty="0"/>
          </a:p>
          <a:p>
            <a:pPr indent="-228600" algn="just">
              <a:lnSpc>
                <a:spcPct val="150000"/>
              </a:lnSpc>
              <a:buChar char="+"/>
            </a:pPr>
            <a:endParaRPr lang="en-US"/>
          </a:p>
        </p:txBody>
      </p:sp>
      <p:sp>
        <p:nvSpPr>
          <p:cNvPr id="7" name="Slide Number Placeholder 6">
            <a:extLst>
              <a:ext uri="{FF2B5EF4-FFF2-40B4-BE49-F238E27FC236}">
                <a16:creationId xmlns:a16="http://schemas.microsoft.com/office/drawing/2014/main" id="{42200FC7-F4B5-A07C-FB40-E7F32858513C}"/>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10</a:t>
            </a:fld>
            <a:endParaRPr lang="en-US" cap="all">
              <a:cs typeface="Segoe UI Semilight" panose="020B0402040204020203" pitchFamily="34" charset="0"/>
            </a:endParaRPr>
          </a:p>
        </p:txBody>
      </p:sp>
    </p:spTree>
    <p:extLst>
      <p:ext uri="{BB962C8B-B14F-4D97-AF65-F5344CB8AC3E}">
        <p14:creationId xmlns:p14="http://schemas.microsoft.com/office/powerpoint/2010/main" val="186517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73AC-7CED-7AD3-1EB8-3F6B968CF80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F8E8D25E-9398-6A2C-6CB0-28BE083B8674}"/>
              </a:ext>
            </a:extLst>
          </p:cNvPr>
          <p:cNvSpPr>
            <a:spLocks noGrp="1"/>
          </p:cNvSpPr>
          <p:nvPr>
            <p:ph type="title"/>
          </p:nvPr>
        </p:nvSpPr>
        <p:spPr>
          <a:xfrm>
            <a:off x="1198182" y="559814"/>
            <a:ext cx="10419090" cy="1335662"/>
          </a:xfrm>
        </p:spPr>
        <p:txBody>
          <a:bodyPr lIns="91440" tIns="45720" rIns="91440" bIns="45720" anchor="t"/>
          <a:lstStyle/>
          <a:p>
            <a:r>
              <a:rPr lang="en-US" dirty="0">
                <a:ea typeface="+mj-lt"/>
                <a:cs typeface="+mj-lt"/>
              </a:rPr>
              <a:t>How R-CNN Works?</a:t>
            </a:r>
            <a:endParaRPr lang="en-US" dirty="0"/>
          </a:p>
        </p:txBody>
      </p:sp>
      <p:sp>
        <p:nvSpPr>
          <p:cNvPr id="11" name="Text Placeholder 10">
            <a:extLst>
              <a:ext uri="{FF2B5EF4-FFF2-40B4-BE49-F238E27FC236}">
                <a16:creationId xmlns:a16="http://schemas.microsoft.com/office/drawing/2014/main" id="{0B6B976D-F914-A1C6-C5A5-7D6C126B5F4B}"/>
              </a:ext>
            </a:extLst>
          </p:cNvPr>
          <p:cNvSpPr>
            <a:spLocks noGrp="1"/>
          </p:cNvSpPr>
          <p:nvPr>
            <p:ph type="body" sz="quarter" idx="13"/>
          </p:nvPr>
        </p:nvSpPr>
        <p:spPr>
          <a:xfrm>
            <a:off x="1327091" y="2107496"/>
            <a:ext cx="9667381" cy="607011"/>
          </a:xfrm>
        </p:spPr>
        <p:txBody>
          <a:bodyPr lIns="91440" tIns="45720" rIns="91440" bIns="45720" anchor="t"/>
          <a:lstStyle/>
          <a:p>
            <a:pPr algn="just"/>
            <a:r>
              <a:rPr lang="en-US" dirty="0"/>
              <a:t>1</a:t>
            </a:r>
            <a:r>
              <a:rPr lang="en-US" dirty="0">
                <a:ea typeface="+mn-lt"/>
                <a:cs typeface="+mn-lt"/>
              </a:rPr>
              <a:t>. Region Proposal</a:t>
            </a:r>
            <a:endParaRPr lang="en-US" dirty="0"/>
          </a:p>
        </p:txBody>
      </p:sp>
      <p:sp>
        <p:nvSpPr>
          <p:cNvPr id="10" name="Content Placeholder 9">
            <a:extLst>
              <a:ext uri="{FF2B5EF4-FFF2-40B4-BE49-F238E27FC236}">
                <a16:creationId xmlns:a16="http://schemas.microsoft.com/office/drawing/2014/main" id="{27C6B846-394A-DBC4-3514-0EE13E9637A7}"/>
              </a:ext>
            </a:extLst>
          </p:cNvPr>
          <p:cNvSpPr>
            <a:spLocks noGrp="1"/>
          </p:cNvSpPr>
          <p:nvPr>
            <p:ph idx="1"/>
          </p:nvPr>
        </p:nvSpPr>
        <p:spPr>
          <a:xfrm>
            <a:off x="1195281" y="2717782"/>
            <a:ext cx="9797345" cy="3365605"/>
          </a:xfrm>
          <a:prstGeom prst="roundRect">
            <a:avLst/>
          </a:prstGeom>
        </p:spPr>
        <p:txBody>
          <a:bodyPr lIns="91440" tIns="45720" rIns="91440" bIns="45720" anchor="t">
            <a:normAutofit/>
          </a:bodyPr>
          <a:lstStyle/>
          <a:p>
            <a:pPr algn="just">
              <a:lnSpc>
                <a:spcPct val="150000"/>
              </a:lnSpc>
            </a:pPr>
            <a:r>
              <a:rPr lang="en-US" dirty="0">
                <a:ea typeface="+mn-lt"/>
                <a:cs typeface="+mn-lt"/>
              </a:rPr>
              <a:t>R-CNN starts by dividing the input image into multiple regions or subregions. These regions are referred to as "region proposals" or "region candidates." </a:t>
            </a:r>
          </a:p>
          <a:p>
            <a:pPr algn="just">
              <a:lnSpc>
                <a:spcPct val="150000"/>
              </a:lnSpc>
            </a:pPr>
            <a:r>
              <a:rPr lang="en-US" dirty="0">
                <a:ea typeface="+mn-lt"/>
                <a:cs typeface="+mn-lt"/>
              </a:rPr>
              <a:t>The region proposal step is responsible for generating a set of potential regions in the image that are likely to contain objects. </a:t>
            </a:r>
            <a:endParaRPr lang="en-US">
              <a:ea typeface="+mn-lt"/>
              <a:cs typeface="+mn-lt"/>
            </a:endParaRPr>
          </a:p>
          <a:p>
            <a:pPr algn="just">
              <a:lnSpc>
                <a:spcPct val="150000"/>
              </a:lnSpc>
            </a:pPr>
            <a:r>
              <a:rPr lang="en-US" dirty="0">
                <a:ea typeface="+mn-lt"/>
                <a:cs typeface="+mn-lt"/>
              </a:rPr>
              <a:t>R-CNN does not generate these proposals itself; instead, it relies on external methods like Selective Search or </a:t>
            </a:r>
            <a:r>
              <a:rPr lang="en-US" dirty="0" err="1">
                <a:ea typeface="+mn-lt"/>
                <a:cs typeface="+mn-lt"/>
              </a:rPr>
              <a:t>EdgeBoxes</a:t>
            </a:r>
            <a:r>
              <a:rPr lang="en-US" dirty="0">
                <a:ea typeface="+mn-lt"/>
                <a:cs typeface="+mn-lt"/>
              </a:rPr>
              <a:t> to generate region proposals.</a:t>
            </a:r>
            <a:endParaRPr lang="en-US">
              <a:latin typeface="Avenir Next LT Pro"/>
            </a:endParaRPr>
          </a:p>
        </p:txBody>
      </p:sp>
      <p:sp>
        <p:nvSpPr>
          <p:cNvPr id="16" name="Slide Number Placeholder 15">
            <a:extLst>
              <a:ext uri="{FF2B5EF4-FFF2-40B4-BE49-F238E27FC236}">
                <a16:creationId xmlns:a16="http://schemas.microsoft.com/office/drawing/2014/main" id="{802930E8-EC8D-7419-D27F-277AB2E14BEE}"/>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11</a:t>
            </a:fld>
            <a:endParaRPr lang="en-US"/>
          </a:p>
        </p:txBody>
      </p:sp>
    </p:spTree>
    <p:extLst>
      <p:ext uri="{BB962C8B-B14F-4D97-AF65-F5344CB8AC3E}">
        <p14:creationId xmlns:p14="http://schemas.microsoft.com/office/powerpoint/2010/main" val="2801764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F22278-D265-8922-538B-98FE2161BD80}"/>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B863352C-B754-2826-5A5A-CB542D3171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 name="Freeform: Shape 18">
            <a:extLst>
              <a:ext uri="{FF2B5EF4-FFF2-40B4-BE49-F238E27FC236}">
                <a16:creationId xmlns:a16="http://schemas.microsoft.com/office/drawing/2014/main" id="{D7A73FB4-1552-4DBF-259D-DAC93A8F1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0" name="Freeform: Shape 19">
            <a:extLst>
              <a:ext uri="{FF2B5EF4-FFF2-40B4-BE49-F238E27FC236}">
                <a16:creationId xmlns:a16="http://schemas.microsoft.com/office/drawing/2014/main" id="{77D0F577-1CA7-65CE-305D-DB52019BB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2" name="Freeform: Shape 21">
            <a:extLst>
              <a:ext uri="{FF2B5EF4-FFF2-40B4-BE49-F238E27FC236}">
                <a16:creationId xmlns:a16="http://schemas.microsoft.com/office/drawing/2014/main" id="{94FFBAB2-3EAE-9AFE-51CD-AA39B82A92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141">
            <a:extLst>
              <a:ext uri="{FF2B5EF4-FFF2-40B4-BE49-F238E27FC236}">
                <a16:creationId xmlns:a16="http://schemas.microsoft.com/office/drawing/2014/main" id="{60BCE0B9-7F2E-9E84-FFD9-04F07B961A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30" name="Freeform: Shape 29">
              <a:extLst>
                <a:ext uri="{FF2B5EF4-FFF2-40B4-BE49-F238E27FC236}">
                  <a16:creationId xmlns:a16="http://schemas.microsoft.com/office/drawing/2014/main" id="{C11012D4-54BF-5A0E-256A-2369DE17E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FB4121A8-6B35-2466-AF83-5DE52B7AF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E1345622-41F8-AACC-4DC4-1E593B58ED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14B20C4C-934C-B131-9084-665E8125D0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44C86556-836E-2ABC-EE81-DCA3E7488F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673B8748-0355-A355-EEE0-B0BA67BA9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4C53C623-477A-F365-65D6-8D93ECC52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6" name="Graphic 157">
            <a:extLst>
              <a:ext uri="{FF2B5EF4-FFF2-40B4-BE49-F238E27FC236}">
                <a16:creationId xmlns:a16="http://schemas.microsoft.com/office/drawing/2014/main" id="{DD2E53C3-22D0-271E-8684-0B060872F2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9" name="Freeform: Shape 38">
              <a:extLst>
                <a:ext uri="{FF2B5EF4-FFF2-40B4-BE49-F238E27FC236}">
                  <a16:creationId xmlns:a16="http://schemas.microsoft.com/office/drawing/2014/main" id="{995FA32F-DF91-C665-5806-CE529CF59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0C80407E-AEB3-E0E6-0413-AD27789D8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B98AC41A-3B77-E0B8-3342-A81D5A1DD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93B5292B-8B47-1529-08C3-93924326B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C491C73B-D5D2-AE43-72BC-D79BB152B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37B90CCC-253C-1C56-CF96-8EF9AD768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54FF611D-73DB-43F6-A2C6-14E3F73A2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28" name="Rectangle 27">
            <a:extLst>
              <a:ext uri="{FF2B5EF4-FFF2-40B4-BE49-F238E27FC236}">
                <a16:creationId xmlns:a16="http://schemas.microsoft.com/office/drawing/2014/main" id="{BC0C31BE-DF34-8C6C-4237-8ACAB9FFA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Rectangle 36">
            <a:extLst>
              <a:ext uri="{FF2B5EF4-FFF2-40B4-BE49-F238E27FC236}">
                <a16:creationId xmlns:a16="http://schemas.microsoft.com/office/drawing/2014/main" id="{BDCDE7E8-AAC1-F476-9279-72416D952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6" name="Top left">
            <a:extLst>
              <a:ext uri="{FF2B5EF4-FFF2-40B4-BE49-F238E27FC236}">
                <a16:creationId xmlns:a16="http://schemas.microsoft.com/office/drawing/2014/main" id="{8A93687D-9207-E2D8-5055-B519C01DF4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2" name="Freeform: Shape 51">
              <a:extLst>
                <a:ext uri="{FF2B5EF4-FFF2-40B4-BE49-F238E27FC236}">
                  <a16:creationId xmlns:a16="http://schemas.microsoft.com/office/drawing/2014/main" id="{6E17AA3D-4F3F-5A87-695F-95422EDAF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3" name="Freeform: Shape 52">
              <a:extLst>
                <a:ext uri="{FF2B5EF4-FFF2-40B4-BE49-F238E27FC236}">
                  <a16:creationId xmlns:a16="http://schemas.microsoft.com/office/drawing/2014/main" id="{0BA2B0DD-A35A-6F43-93AB-BF40A3A50E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84DFBD48-A53A-CE37-14A8-431B81F796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A7290614-5D54-18AF-723F-36B8886BCB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186B0B33-349F-68D7-F429-4D98183E4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D621F354-49C7-62D6-3151-84B046E7E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BA8A729A-4FCD-7CD1-8BBB-64F79B6982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3FC3EC0E-9F8E-A11E-E5F3-41DEA4EE5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11" name="Text Placeholder 10">
            <a:extLst>
              <a:ext uri="{FF2B5EF4-FFF2-40B4-BE49-F238E27FC236}">
                <a16:creationId xmlns:a16="http://schemas.microsoft.com/office/drawing/2014/main" id="{806C889A-D2AF-183D-AE0A-789380B243A5}"/>
              </a:ext>
            </a:extLst>
          </p:cNvPr>
          <p:cNvSpPr>
            <a:spLocks noGrp="1"/>
          </p:cNvSpPr>
          <p:nvPr>
            <p:ph type="body" sz="quarter" idx="13"/>
          </p:nvPr>
        </p:nvSpPr>
        <p:spPr>
          <a:xfrm>
            <a:off x="2472318" y="290559"/>
            <a:ext cx="7243302" cy="1184082"/>
          </a:xfrm>
        </p:spPr>
        <p:txBody>
          <a:bodyPr vert="horz" lIns="91440" tIns="45720" rIns="91440" bIns="45720" rtlCol="0" anchor="ctr">
            <a:normAutofit/>
          </a:bodyPr>
          <a:lstStyle/>
          <a:p>
            <a:pPr algn="ctr"/>
            <a:r>
              <a:rPr lang="en-US" sz="2200" dirty="0"/>
              <a:t>1</a:t>
            </a:r>
            <a:r>
              <a:rPr lang="en-US" sz="2200" kern="1200" dirty="0">
                <a:latin typeface="+mn-lt"/>
                <a:ea typeface="+mn-ea"/>
                <a:cs typeface="+mn-cs"/>
              </a:rPr>
              <a:t>. </a:t>
            </a:r>
            <a:r>
              <a:rPr lang="en-US" sz="2200" dirty="0"/>
              <a:t>Region Proposal</a:t>
            </a:r>
            <a:endParaRPr lang="en-US" dirty="0"/>
          </a:p>
        </p:txBody>
      </p:sp>
      <p:grpSp>
        <p:nvGrpSpPr>
          <p:cNvPr id="48" name="Cross">
            <a:extLst>
              <a:ext uri="{FF2B5EF4-FFF2-40B4-BE49-F238E27FC236}">
                <a16:creationId xmlns:a16="http://schemas.microsoft.com/office/drawing/2014/main" id="{CAE408F4-8798-930C-8F89-974AA4ADAA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62" name="Straight Connector 61">
              <a:extLst>
                <a:ext uri="{FF2B5EF4-FFF2-40B4-BE49-F238E27FC236}">
                  <a16:creationId xmlns:a16="http://schemas.microsoft.com/office/drawing/2014/main" id="{5869CC6E-C1F9-9B04-7424-E9DCB7E16E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63" name="Straight Connector 62">
              <a:extLst>
                <a:ext uri="{FF2B5EF4-FFF2-40B4-BE49-F238E27FC236}">
                  <a16:creationId xmlns:a16="http://schemas.microsoft.com/office/drawing/2014/main" id="{D8819E97-4F44-C1EA-79AE-DD65DE872A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4" name="Content Placeholder 3" descr="A cow with a cow&amp;#39;s face&#10;&#10;AI-generated content may be incorrect.">
            <a:extLst>
              <a:ext uri="{FF2B5EF4-FFF2-40B4-BE49-F238E27FC236}">
                <a16:creationId xmlns:a16="http://schemas.microsoft.com/office/drawing/2014/main" id="{DCC95A9C-FC99-C3DB-3169-534645793792}"/>
              </a:ext>
            </a:extLst>
          </p:cNvPr>
          <p:cNvPicPr>
            <a:picLocks noGrp="1" noChangeAspect="1"/>
          </p:cNvPicPr>
          <p:nvPr>
            <p:ph idx="1"/>
          </p:nvPr>
        </p:nvPicPr>
        <p:blipFill>
          <a:blip r:embed="rId3"/>
          <a:stretch>
            <a:fillRect/>
          </a:stretch>
        </p:blipFill>
        <p:spPr>
          <a:xfrm>
            <a:off x="1881273" y="1928934"/>
            <a:ext cx="8429451" cy="3403334"/>
          </a:xfrm>
          <a:prstGeom prst="rect">
            <a:avLst/>
          </a:prstGeom>
        </p:spPr>
      </p:pic>
      <p:grpSp>
        <p:nvGrpSpPr>
          <p:cNvPr id="50" name="Bottom Right">
            <a:extLst>
              <a:ext uri="{FF2B5EF4-FFF2-40B4-BE49-F238E27FC236}">
                <a16:creationId xmlns:a16="http://schemas.microsoft.com/office/drawing/2014/main" id="{A4C6F4F1-CBE4-33A0-9C88-4EBEE07C0E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6" name="Freeform: Shape 65">
              <a:extLst>
                <a:ext uri="{FF2B5EF4-FFF2-40B4-BE49-F238E27FC236}">
                  <a16:creationId xmlns:a16="http://schemas.microsoft.com/office/drawing/2014/main" id="{9C4E7DD8-59FB-83CE-B749-C1FEE2C16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7" name="Graphic 157">
              <a:extLst>
                <a:ext uri="{FF2B5EF4-FFF2-40B4-BE49-F238E27FC236}">
                  <a16:creationId xmlns:a16="http://schemas.microsoft.com/office/drawing/2014/main" id="{187E54EF-5317-843E-88A1-4214286180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9" name="Freeform: Shape 68">
                <a:extLst>
                  <a:ext uri="{FF2B5EF4-FFF2-40B4-BE49-F238E27FC236}">
                    <a16:creationId xmlns:a16="http://schemas.microsoft.com/office/drawing/2014/main" id="{F51042B6-2709-D44D-8E27-ED81945D68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4D775126-E2F7-870E-A42A-4BD98B920E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21F2B131-543B-525B-EC3F-D845F7A1C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FD73731D-E6EB-2C9C-0FD0-7241F6AAB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3" name="Freeform: Shape 72">
                <a:extLst>
                  <a:ext uri="{FF2B5EF4-FFF2-40B4-BE49-F238E27FC236}">
                    <a16:creationId xmlns:a16="http://schemas.microsoft.com/office/drawing/2014/main" id="{C8375F3F-1450-51A5-9813-2BF17C88E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2A9AA9B9-CCD2-EDC5-7AF6-C40E9DEC9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006B9714-C197-9E48-0B5B-31BB8AF5F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8" name="Freeform: Shape 67">
              <a:extLst>
                <a:ext uri="{FF2B5EF4-FFF2-40B4-BE49-F238E27FC236}">
                  <a16:creationId xmlns:a16="http://schemas.microsoft.com/office/drawing/2014/main" id="{2074AA19-418E-B6C8-E3A9-9BCA3142D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Slide Number Placeholder 15">
            <a:extLst>
              <a:ext uri="{FF2B5EF4-FFF2-40B4-BE49-F238E27FC236}">
                <a16:creationId xmlns:a16="http://schemas.microsoft.com/office/drawing/2014/main" id="{38011C5A-6755-5A4B-D421-B6DC81826FC4}"/>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12</a:t>
            </a:fld>
            <a:endParaRPr lang="en-US" cap="all">
              <a:cs typeface="Segoe UI Semilight" panose="020B0402040204020203" pitchFamily="34" charset="0"/>
            </a:endParaRPr>
          </a:p>
        </p:txBody>
      </p:sp>
    </p:spTree>
    <p:extLst>
      <p:ext uri="{BB962C8B-B14F-4D97-AF65-F5344CB8AC3E}">
        <p14:creationId xmlns:p14="http://schemas.microsoft.com/office/powerpoint/2010/main" val="493270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56090-EC47-27ED-6692-E8F0898B0AD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9A309ABE-8380-E0E0-F66D-49919A7974D3}"/>
              </a:ext>
            </a:extLst>
          </p:cNvPr>
          <p:cNvSpPr>
            <a:spLocks noGrp="1"/>
          </p:cNvSpPr>
          <p:nvPr>
            <p:ph type="title"/>
          </p:nvPr>
        </p:nvSpPr>
        <p:spPr>
          <a:xfrm>
            <a:off x="1198182" y="559814"/>
            <a:ext cx="10419090" cy="1335662"/>
          </a:xfrm>
        </p:spPr>
        <p:txBody>
          <a:bodyPr lIns="91440" tIns="45720" rIns="91440" bIns="45720" anchor="t"/>
          <a:lstStyle/>
          <a:p>
            <a:r>
              <a:rPr lang="en-US" dirty="0">
                <a:ea typeface="+mj-lt"/>
                <a:cs typeface="+mj-lt"/>
              </a:rPr>
              <a:t>How R-CNN Works?</a:t>
            </a:r>
            <a:endParaRPr lang="en-US" dirty="0"/>
          </a:p>
        </p:txBody>
      </p:sp>
      <p:sp>
        <p:nvSpPr>
          <p:cNvPr id="11" name="Text Placeholder 10">
            <a:extLst>
              <a:ext uri="{FF2B5EF4-FFF2-40B4-BE49-F238E27FC236}">
                <a16:creationId xmlns:a16="http://schemas.microsoft.com/office/drawing/2014/main" id="{3AD57671-328C-1709-5F8A-04FF8BC9290B}"/>
              </a:ext>
            </a:extLst>
          </p:cNvPr>
          <p:cNvSpPr>
            <a:spLocks noGrp="1"/>
          </p:cNvSpPr>
          <p:nvPr>
            <p:ph type="body" sz="quarter" idx="13"/>
          </p:nvPr>
        </p:nvSpPr>
        <p:spPr>
          <a:xfrm>
            <a:off x="1327091" y="2107496"/>
            <a:ext cx="9667381" cy="607011"/>
          </a:xfrm>
        </p:spPr>
        <p:txBody>
          <a:bodyPr lIns="91440" tIns="45720" rIns="91440" bIns="45720" anchor="t"/>
          <a:lstStyle/>
          <a:p>
            <a:pPr algn="just"/>
            <a:r>
              <a:rPr lang="en-US" dirty="0">
                <a:ea typeface="+mn-lt"/>
                <a:cs typeface="+mn-lt"/>
              </a:rPr>
              <a:t>2. Feature Extraction</a:t>
            </a:r>
            <a:endParaRPr lang="en-US" dirty="0"/>
          </a:p>
        </p:txBody>
      </p:sp>
      <p:sp>
        <p:nvSpPr>
          <p:cNvPr id="10" name="Content Placeholder 9">
            <a:extLst>
              <a:ext uri="{FF2B5EF4-FFF2-40B4-BE49-F238E27FC236}">
                <a16:creationId xmlns:a16="http://schemas.microsoft.com/office/drawing/2014/main" id="{C7B968AD-C03F-BAA8-EC6C-EFAF9168FF0C}"/>
              </a:ext>
            </a:extLst>
          </p:cNvPr>
          <p:cNvSpPr>
            <a:spLocks noGrp="1"/>
          </p:cNvSpPr>
          <p:nvPr>
            <p:ph idx="1"/>
          </p:nvPr>
        </p:nvSpPr>
        <p:spPr>
          <a:xfrm>
            <a:off x="1195281" y="2717782"/>
            <a:ext cx="9797345" cy="3365605"/>
          </a:xfrm>
          <a:prstGeom prst="roundRect">
            <a:avLst/>
          </a:prstGeom>
        </p:spPr>
        <p:txBody>
          <a:bodyPr lIns="91440" tIns="45720" rIns="91440" bIns="45720" anchor="t">
            <a:normAutofit/>
          </a:bodyPr>
          <a:lstStyle/>
          <a:p>
            <a:pPr algn="just">
              <a:lnSpc>
                <a:spcPct val="150000"/>
              </a:lnSpc>
            </a:pPr>
            <a:r>
              <a:rPr lang="en-US" dirty="0">
                <a:ea typeface="+mn-lt"/>
                <a:cs typeface="+mn-lt"/>
              </a:rPr>
              <a:t>Once the region proposals are generated, approximately 2,000 regions are extracted and warped to a consistent input size that the CNN expects (e.g., 224x224 pixels) and then it is passed through the CNN to extract features. </a:t>
            </a:r>
            <a:endParaRPr lang="en-US" dirty="0"/>
          </a:p>
          <a:p>
            <a:pPr algn="just">
              <a:lnSpc>
                <a:spcPct val="150000"/>
              </a:lnSpc>
            </a:pPr>
            <a:r>
              <a:rPr lang="en-US" dirty="0"/>
              <a:t>The CNN used is </a:t>
            </a:r>
            <a:r>
              <a:rPr lang="en-US" err="1"/>
              <a:t>AlexNet</a:t>
            </a:r>
            <a:r>
              <a:rPr lang="en-US" dirty="0"/>
              <a:t> and it is typically fine-tuned on a large dataset like ImageNet for generic feature representation. The output of the CNN is a high-dimensional feature vector representing the content of the region proposal.</a:t>
            </a:r>
          </a:p>
        </p:txBody>
      </p:sp>
      <p:sp>
        <p:nvSpPr>
          <p:cNvPr id="16" name="Slide Number Placeholder 15">
            <a:extLst>
              <a:ext uri="{FF2B5EF4-FFF2-40B4-BE49-F238E27FC236}">
                <a16:creationId xmlns:a16="http://schemas.microsoft.com/office/drawing/2014/main" id="{1B2827FF-9B62-66EC-98B6-68F9873B4FF9}"/>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13</a:t>
            </a:fld>
            <a:endParaRPr lang="en-US"/>
          </a:p>
        </p:txBody>
      </p:sp>
    </p:spTree>
    <p:extLst>
      <p:ext uri="{BB962C8B-B14F-4D97-AF65-F5344CB8AC3E}">
        <p14:creationId xmlns:p14="http://schemas.microsoft.com/office/powerpoint/2010/main" val="2831032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487A0D-6786-A974-2F64-9249EB5989E7}"/>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0F9BA9F-C6AC-DF25-C958-E75B24B27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 name="Freeform: Shape 18">
            <a:extLst>
              <a:ext uri="{FF2B5EF4-FFF2-40B4-BE49-F238E27FC236}">
                <a16:creationId xmlns:a16="http://schemas.microsoft.com/office/drawing/2014/main" id="{BFCABF81-BCD6-AFF7-FB76-7AED98819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0" name="Freeform: Shape 19">
            <a:extLst>
              <a:ext uri="{FF2B5EF4-FFF2-40B4-BE49-F238E27FC236}">
                <a16:creationId xmlns:a16="http://schemas.microsoft.com/office/drawing/2014/main" id="{E4EB6A14-A615-FA14-2A42-E2F7D1092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2" name="Freeform: Shape 21">
            <a:extLst>
              <a:ext uri="{FF2B5EF4-FFF2-40B4-BE49-F238E27FC236}">
                <a16:creationId xmlns:a16="http://schemas.microsoft.com/office/drawing/2014/main" id="{D6BFF3E2-A9DD-FD62-4603-EBA641AE0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141">
            <a:extLst>
              <a:ext uri="{FF2B5EF4-FFF2-40B4-BE49-F238E27FC236}">
                <a16:creationId xmlns:a16="http://schemas.microsoft.com/office/drawing/2014/main" id="{D061DCD6-0E80-A025-6435-5EB5D86735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30" name="Freeform: Shape 29">
              <a:extLst>
                <a:ext uri="{FF2B5EF4-FFF2-40B4-BE49-F238E27FC236}">
                  <a16:creationId xmlns:a16="http://schemas.microsoft.com/office/drawing/2014/main" id="{6A185EC2-6566-1F66-5937-2C7810889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0A7CAA4C-AB9C-6D9C-4DCB-40CA9AB4C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86E75615-5A18-C0D7-7DCF-52D7F18A4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7509FB94-793E-73AB-902D-658ECCC57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84C40EC4-759F-765F-A595-4B10AF383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E5C49C67-2DE4-B909-F0FB-4699C9767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9B549122-CD06-F265-CC34-A35AE771E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6" name="Graphic 157">
            <a:extLst>
              <a:ext uri="{FF2B5EF4-FFF2-40B4-BE49-F238E27FC236}">
                <a16:creationId xmlns:a16="http://schemas.microsoft.com/office/drawing/2014/main" id="{B46C4504-141D-1DB9-27E7-D38EC3686D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9" name="Freeform: Shape 38">
              <a:extLst>
                <a:ext uri="{FF2B5EF4-FFF2-40B4-BE49-F238E27FC236}">
                  <a16:creationId xmlns:a16="http://schemas.microsoft.com/office/drawing/2014/main" id="{9785CA92-59EF-51D4-44D4-466B94C78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0A4DCB3C-4D54-AB83-5F4C-4CD3A26B0C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A5D730EB-D170-73E9-70F3-8B2EDE00F9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A93ADA13-591D-0379-A023-7A4C7B2DE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8E7DBE6D-B1D5-AE49-6353-0E4859CD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508CBD74-215C-4748-D54B-A8E5ABB4A2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8EEC6BE0-CCDE-A466-1A8F-16C60A8AD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28" name="Rectangle 27">
            <a:extLst>
              <a:ext uri="{FF2B5EF4-FFF2-40B4-BE49-F238E27FC236}">
                <a16:creationId xmlns:a16="http://schemas.microsoft.com/office/drawing/2014/main" id="{0B13F0C6-2987-A473-46EC-306F77FFC5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Rectangle 36">
            <a:extLst>
              <a:ext uri="{FF2B5EF4-FFF2-40B4-BE49-F238E27FC236}">
                <a16:creationId xmlns:a16="http://schemas.microsoft.com/office/drawing/2014/main" id="{F103311C-6CE0-EBA5-A5B0-14F9EBE6B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6" name="Top left">
            <a:extLst>
              <a:ext uri="{FF2B5EF4-FFF2-40B4-BE49-F238E27FC236}">
                <a16:creationId xmlns:a16="http://schemas.microsoft.com/office/drawing/2014/main" id="{A12292BB-49FD-0177-FE5C-7E629BF5DF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2" name="Freeform: Shape 51">
              <a:extLst>
                <a:ext uri="{FF2B5EF4-FFF2-40B4-BE49-F238E27FC236}">
                  <a16:creationId xmlns:a16="http://schemas.microsoft.com/office/drawing/2014/main" id="{30CB974C-F950-ECD3-462F-9CDA7CE20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3" name="Freeform: Shape 52">
              <a:extLst>
                <a:ext uri="{FF2B5EF4-FFF2-40B4-BE49-F238E27FC236}">
                  <a16:creationId xmlns:a16="http://schemas.microsoft.com/office/drawing/2014/main" id="{D5C05575-1A5C-E2D7-6BA3-E6C0E1EF87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1C74E64B-974C-5E27-5230-90AA3E820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ACE0E504-4B6F-6398-2270-B2E7C3812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34C74429-89F3-36BB-0D47-852D3015A4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A464F478-BCDC-2030-E0BF-022803D9D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77CE0E79-1510-806C-C59F-41F985298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300C185D-FC24-D909-5A73-DA6752F51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11" name="Text Placeholder 10">
            <a:extLst>
              <a:ext uri="{FF2B5EF4-FFF2-40B4-BE49-F238E27FC236}">
                <a16:creationId xmlns:a16="http://schemas.microsoft.com/office/drawing/2014/main" id="{B2409F10-1434-C607-1F70-735E36801712}"/>
              </a:ext>
            </a:extLst>
          </p:cNvPr>
          <p:cNvSpPr>
            <a:spLocks noGrp="1"/>
          </p:cNvSpPr>
          <p:nvPr>
            <p:ph type="body" sz="quarter" idx="13"/>
          </p:nvPr>
        </p:nvSpPr>
        <p:spPr>
          <a:xfrm>
            <a:off x="2472318" y="290559"/>
            <a:ext cx="7243302" cy="1184082"/>
          </a:xfrm>
        </p:spPr>
        <p:txBody>
          <a:bodyPr vert="horz" lIns="91440" tIns="45720" rIns="91440" bIns="45720" rtlCol="0" anchor="ctr">
            <a:normAutofit/>
          </a:bodyPr>
          <a:lstStyle/>
          <a:p>
            <a:pPr algn="ctr"/>
            <a:r>
              <a:rPr lang="en-US" sz="2200" dirty="0"/>
              <a:t>2</a:t>
            </a:r>
            <a:r>
              <a:rPr lang="en-US" sz="2200" kern="1200" dirty="0">
                <a:latin typeface="+mn-lt"/>
                <a:ea typeface="+mn-ea"/>
                <a:cs typeface="+mn-cs"/>
              </a:rPr>
              <a:t>. </a:t>
            </a:r>
            <a:r>
              <a:rPr lang="en-US" sz="2200" dirty="0"/>
              <a:t>Feature Extraction</a:t>
            </a:r>
            <a:endParaRPr lang="en-US" dirty="0"/>
          </a:p>
        </p:txBody>
      </p:sp>
      <p:grpSp>
        <p:nvGrpSpPr>
          <p:cNvPr id="48" name="Cross">
            <a:extLst>
              <a:ext uri="{FF2B5EF4-FFF2-40B4-BE49-F238E27FC236}">
                <a16:creationId xmlns:a16="http://schemas.microsoft.com/office/drawing/2014/main" id="{044E906E-ABC8-0AEB-E583-DF57F3CA71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62" name="Straight Connector 61">
              <a:extLst>
                <a:ext uri="{FF2B5EF4-FFF2-40B4-BE49-F238E27FC236}">
                  <a16:creationId xmlns:a16="http://schemas.microsoft.com/office/drawing/2014/main" id="{BAAF57E6-FF6E-7F7F-6117-ED971EBD6B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63" name="Straight Connector 62">
              <a:extLst>
                <a:ext uri="{FF2B5EF4-FFF2-40B4-BE49-F238E27FC236}">
                  <a16:creationId xmlns:a16="http://schemas.microsoft.com/office/drawing/2014/main" id="{7EDE0382-7AF3-0DAF-CEC6-14B9E6235A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4" name="Content Placeholder 3" descr="A diagram of a layer of squares&#10;&#10;AI-generated content may be incorrect.">
            <a:extLst>
              <a:ext uri="{FF2B5EF4-FFF2-40B4-BE49-F238E27FC236}">
                <a16:creationId xmlns:a16="http://schemas.microsoft.com/office/drawing/2014/main" id="{4F618CD8-DE37-696A-E864-21C30B3EA62D}"/>
              </a:ext>
            </a:extLst>
          </p:cNvPr>
          <p:cNvPicPr>
            <a:picLocks noGrp="1" noChangeAspect="1"/>
          </p:cNvPicPr>
          <p:nvPr>
            <p:ph idx="1"/>
          </p:nvPr>
        </p:nvPicPr>
        <p:blipFill>
          <a:blip r:embed="rId3"/>
          <a:stretch>
            <a:fillRect/>
          </a:stretch>
        </p:blipFill>
        <p:spPr>
          <a:xfrm>
            <a:off x="2223761" y="1928934"/>
            <a:ext cx="7744475" cy="3403334"/>
          </a:xfrm>
          <a:prstGeom prst="rect">
            <a:avLst/>
          </a:prstGeom>
        </p:spPr>
      </p:pic>
      <p:grpSp>
        <p:nvGrpSpPr>
          <p:cNvPr id="50" name="Bottom Right">
            <a:extLst>
              <a:ext uri="{FF2B5EF4-FFF2-40B4-BE49-F238E27FC236}">
                <a16:creationId xmlns:a16="http://schemas.microsoft.com/office/drawing/2014/main" id="{EBDEE5A9-E6F4-3080-DE4D-B13627D539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6" name="Freeform: Shape 65">
              <a:extLst>
                <a:ext uri="{FF2B5EF4-FFF2-40B4-BE49-F238E27FC236}">
                  <a16:creationId xmlns:a16="http://schemas.microsoft.com/office/drawing/2014/main" id="{203A8AFF-C71D-48BD-8363-0B06CABAD9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7" name="Graphic 157">
              <a:extLst>
                <a:ext uri="{FF2B5EF4-FFF2-40B4-BE49-F238E27FC236}">
                  <a16:creationId xmlns:a16="http://schemas.microsoft.com/office/drawing/2014/main" id="{92811994-9B1E-6A89-1BBE-139D8B7222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9" name="Freeform: Shape 68">
                <a:extLst>
                  <a:ext uri="{FF2B5EF4-FFF2-40B4-BE49-F238E27FC236}">
                    <a16:creationId xmlns:a16="http://schemas.microsoft.com/office/drawing/2014/main" id="{4FB1751D-CDF4-AB81-C628-E3A68DA30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4C58AA0B-E3EF-7B57-C8EB-EA7E4F941F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B7CA12D5-066B-043D-B880-117DEB828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B28AA773-7E73-FC39-D0C7-5AE9650A0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3" name="Freeform: Shape 72">
                <a:extLst>
                  <a:ext uri="{FF2B5EF4-FFF2-40B4-BE49-F238E27FC236}">
                    <a16:creationId xmlns:a16="http://schemas.microsoft.com/office/drawing/2014/main" id="{394EF18A-79D7-48BD-6F7A-2F53521F4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3BE6E279-82EF-483A-7BA3-8A1FB1C57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6F83872D-1413-D11C-085E-04C2136A9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8" name="Freeform: Shape 67">
              <a:extLst>
                <a:ext uri="{FF2B5EF4-FFF2-40B4-BE49-F238E27FC236}">
                  <a16:creationId xmlns:a16="http://schemas.microsoft.com/office/drawing/2014/main" id="{4B326944-926A-2DB9-90B0-467606019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Slide Number Placeholder 15">
            <a:extLst>
              <a:ext uri="{FF2B5EF4-FFF2-40B4-BE49-F238E27FC236}">
                <a16:creationId xmlns:a16="http://schemas.microsoft.com/office/drawing/2014/main" id="{8929D03F-D4DB-7A2E-E8FB-57AD83E43B33}"/>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14</a:t>
            </a:fld>
            <a:endParaRPr lang="en-US" cap="all">
              <a:cs typeface="Segoe UI Semilight" panose="020B0402040204020203" pitchFamily="34" charset="0"/>
            </a:endParaRPr>
          </a:p>
        </p:txBody>
      </p:sp>
    </p:spTree>
    <p:extLst>
      <p:ext uri="{BB962C8B-B14F-4D97-AF65-F5344CB8AC3E}">
        <p14:creationId xmlns:p14="http://schemas.microsoft.com/office/powerpoint/2010/main" val="4246592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E4436-CCAA-4E96-1DD7-D82A68A6128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9B49BC8-8295-9D6A-51A9-1B859723FF22}"/>
              </a:ext>
            </a:extLst>
          </p:cNvPr>
          <p:cNvSpPr>
            <a:spLocks noGrp="1"/>
          </p:cNvSpPr>
          <p:nvPr>
            <p:ph type="title"/>
          </p:nvPr>
        </p:nvSpPr>
        <p:spPr>
          <a:xfrm>
            <a:off x="1198182" y="559814"/>
            <a:ext cx="10419090" cy="1335662"/>
          </a:xfrm>
        </p:spPr>
        <p:txBody>
          <a:bodyPr lIns="91440" tIns="45720" rIns="91440" bIns="45720" anchor="t"/>
          <a:lstStyle/>
          <a:p>
            <a:r>
              <a:rPr lang="en-US" dirty="0">
                <a:ea typeface="+mj-lt"/>
                <a:cs typeface="+mj-lt"/>
              </a:rPr>
              <a:t>How R-CNN Works?</a:t>
            </a:r>
            <a:endParaRPr lang="en-US" dirty="0"/>
          </a:p>
        </p:txBody>
      </p:sp>
      <p:sp>
        <p:nvSpPr>
          <p:cNvPr id="11" name="Text Placeholder 10">
            <a:extLst>
              <a:ext uri="{FF2B5EF4-FFF2-40B4-BE49-F238E27FC236}">
                <a16:creationId xmlns:a16="http://schemas.microsoft.com/office/drawing/2014/main" id="{21747A8C-B99A-D2D9-7D7F-7543F6969516}"/>
              </a:ext>
            </a:extLst>
          </p:cNvPr>
          <p:cNvSpPr>
            <a:spLocks noGrp="1"/>
          </p:cNvSpPr>
          <p:nvPr>
            <p:ph type="body" sz="quarter" idx="13"/>
          </p:nvPr>
        </p:nvSpPr>
        <p:spPr>
          <a:xfrm>
            <a:off x="1327091" y="2107496"/>
            <a:ext cx="9667381" cy="607011"/>
          </a:xfrm>
        </p:spPr>
        <p:txBody>
          <a:bodyPr lIns="91440" tIns="45720" rIns="91440" bIns="45720" anchor="t"/>
          <a:lstStyle/>
          <a:p>
            <a:pPr algn="just"/>
            <a:r>
              <a:rPr lang="en-US" dirty="0">
                <a:ea typeface="+mn-lt"/>
                <a:cs typeface="+mn-lt"/>
              </a:rPr>
              <a:t>3. Object Classification</a:t>
            </a:r>
            <a:endParaRPr lang="en-US" dirty="0"/>
          </a:p>
        </p:txBody>
      </p:sp>
      <p:sp>
        <p:nvSpPr>
          <p:cNvPr id="10" name="Content Placeholder 9">
            <a:extLst>
              <a:ext uri="{FF2B5EF4-FFF2-40B4-BE49-F238E27FC236}">
                <a16:creationId xmlns:a16="http://schemas.microsoft.com/office/drawing/2014/main" id="{FB33B07F-0918-146D-2ECD-7A47C9820BAE}"/>
              </a:ext>
            </a:extLst>
          </p:cNvPr>
          <p:cNvSpPr>
            <a:spLocks noGrp="1"/>
          </p:cNvSpPr>
          <p:nvPr>
            <p:ph idx="1"/>
          </p:nvPr>
        </p:nvSpPr>
        <p:spPr>
          <a:xfrm>
            <a:off x="1195281" y="2717782"/>
            <a:ext cx="9797345" cy="3365605"/>
          </a:xfrm>
          <a:prstGeom prst="roundRect">
            <a:avLst/>
          </a:prstGeom>
        </p:spPr>
        <p:txBody>
          <a:bodyPr lIns="91440" tIns="45720" rIns="91440" bIns="45720" anchor="t">
            <a:normAutofit lnSpcReduction="10000"/>
          </a:bodyPr>
          <a:lstStyle/>
          <a:p>
            <a:pPr algn="just">
              <a:lnSpc>
                <a:spcPct val="150000"/>
              </a:lnSpc>
            </a:pPr>
            <a:r>
              <a:rPr lang="en-US" dirty="0">
                <a:ea typeface="+mn-lt"/>
                <a:cs typeface="+mn-lt"/>
              </a:rPr>
              <a:t>The extracted feature vectors from the region proposals are fed into a separate machine learning classifier for each object class of interest. R-CNN typically uses Support Vector Machines (SVMs) for classification. For each class, a unique SVM is trained to determine whether or not the region proposal contains an instance of that class.</a:t>
            </a:r>
          </a:p>
          <a:p>
            <a:pPr algn="just">
              <a:lnSpc>
                <a:spcPct val="150000"/>
              </a:lnSpc>
            </a:pPr>
            <a:r>
              <a:rPr lang="en-US" dirty="0">
                <a:ea typeface="+mn-lt"/>
                <a:cs typeface="+mn-lt"/>
              </a:rPr>
              <a:t>During training, positive samples are regions that contain an instance of the class. Negative samples are regions that do not.</a:t>
            </a:r>
            <a:endParaRPr lang="en-US" dirty="0"/>
          </a:p>
        </p:txBody>
      </p:sp>
      <p:sp>
        <p:nvSpPr>
          <p:cNvPr id="16" name="Slide Number Placeholder 15">
            <a:extLst>
              <a:ext uri="{FF2B5EF4-FFF2-40B4-BE49-F238E27FC236}">
                <a16:creationId xmlns:a16="http://schemas.microsoft.com/office/drawing/2014/main" id="{6E80BD66-843B-DCE7-F1BB-703AF9693710}"/>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15</a:t>
            </a:fld>
            <a:endParaRPr lang="en-US"/>
          </a:p>
        </p:txBody>
      </p:sp>
    </p:spTree>
    <p:extLst>
      <p:ext uri="{BB962C8B-B14F-4D97-AF65-F5344CB8AC3E}">
        <p14:creationId xmlns:p14="http://schemas.microsoft.com/office/powerpoint/2010/main" val="1438325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2F85E-AB86-E953-3DD0-E7CF13FC6488}"/>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6A70165-D88D-7F99-3D26-4BB7790DA947}"/>
              </a:ext>
            </a:extLst>
          </p:cNvPr>
          <p:cNvSpPr>
            <a:spLocks noGrp="1"/>
          </p:cNvSpPr>
          <p:nvPr>
            <p:ph type="title"/>
          </p:nvPr>
        </p:nvSpPr>
        <p:spPr>
          <a:xfrm>
            <a:off x="1198182" y="559814"/>
            <a:ext cx="10419090" cy="1335662"/>
          </a:xfrm>
        </p:spPr>
        <p:txBody>
          <a:bodyPr lIns="91440" tIns="45720" rIns="91440" bIns="45720" anchor="t"/>
          <a:lstStyle/>
          <a:p>
            <a:r>
              <a:rPr lang="en-US" dirty="0">
                <a:ea typeface="+mj-lt"/>
                <a:cs typeface="+mj-lt"/>
              </a:rPr>
              <a:t>How R-CNN Works?</a:t>
            </a:r>
            <a:endParaRPr lang="en-US" dirty="0"/>
          </a:p>
        </p:txBody>
      </p:sp>
      <p:sp>
        <p:nvSpPr>
          <p:cNvPr id="11" name="Text Placeholder 10">
            <a:extLst>
              <a:ext uri="{FF2B5EF4-FFF2-40B4-BE49-F238E27FC236}">
                <a16:creationId xmlns:a16="http://schemas.microsoft.com/office/drawing/2014/main" id="{C03CA129-3190-7F90-A7D8-0CDC3777D5B0}"/>
              </a:ext>
            </a:extLst>
          </p:cNvPr>
          <p:cNvSpPr>
            <a:spLocks noGrp="1"/>
          </p:cNvSpPr>
          <p:nvPr>
            <p:ph type="body" sz="quarter" idx="13"/>
          </p:nvPr>
        </p:nvSpPr>
        <p:spPr>
          <a:xfrm>
            <a:off x="1327091" y="2107496"/>
            <a:ext cx="9667381" cy="607011"/>
          </a:xfrm>
        </p:spPr>
        <p:txBody>
          <a:bodyPr lIns="91440" tIns="45720" rIns="91440" bIns="45720" anchor="t"/>
          <a:lstStyle/>
          <a:p>
            <a:pPr algn="just"/>
            <a:r>
              <a:rPr lang="en-US" dirty="0">
                <a:ea typeface="+mn-lt"/>
                <a:cs typeface="+mn-lt"/>
              </a:rPr>
              <a:t>4. Bounding Box Regression</a:t>
            </a:r>
            <a:endParaRPr lang="en-US" dirty="0"/>
          </a:p>
        </p:txBody>
      </p:sp>
      <p:sp>
        <p:nvSpPr>
          <p:cNvPr id="10" name="Content Placeholder 9">
            <a:extLst>
              <a:ext uri="{FF2B5EF4-FFF2-40B4-BE49-F238E27FC236}">
                <a16:creationId xmlns:a16="http://schemas.microsoft.com/office/drawing/2014/main" id="{7BF1918F-F2F3-8A30-F78E-DA8C4C449ABA}"/>
              </a:ext>
            </a:extLst>
          </p:cNvPr>
          <p:cNvSpPr>
            <a:spLocks noGrp="1"/>
          </p:cNvSpPr>
          <p:nvPr>
            <p:ph idx="1"/>
          </p:nvPr>
        </p:nvSpPr>
        <p:spPr>
          <a:xfrm>
            <a:off x="1195281" y="2717782"/>
            <a:ext cx="9797345" cy="3365605"/>
          </a:xfrm>
          <a:prstGeom prst="roundRect">
            <a:avLst/>
          </a:prstGeom>
        </p:spPr>
        <p:txBody>
          <a:bodyPr lIns="91440" tIns="45720" rIns="91440" bIns="45720" anchor="t">
            <a:normAutofit/>
          </a:bodyPr>
          <a:lstStyle/>
          <a:p>
            <a:pPr algn="just">
              <a:lnSpc>
                <a:spcPct val="150000"/>
              </a:lnSpc>
            </a:pPr>
            <a:r>
              <a:rPr lang="en-US">
                <a:ea typeface="+mn-lt"/>
                <a:cs typeface="+mn-lt"/>
              </a:rPr>
              <a:t>The initial boxes from Selective Search are often imprecise.</a:t>
            </a:r>
          </a:p>
          <a:p>
            <a:pPr algn="just">
              <a:lnSpc>
                <a:spcPct val="150000"/>
              </a:lnSpc>
            </a:pPr>
            <a:r>
              <a:rPr lang="en-US">
                <a:ea typeface="+mn-lt"/>
                <a:cs typeface="+mn-lt"/>
              </a:rPr>
              <a:t>For the regions that the SVMs classified as an object, R-CNN uses a separate bounding box regressor.</a:t>
            </a:r>
            <a:endParaRPr lang="en-US" dirty="0"/>
          </a:p>
          <a:p>
            <a:pPr algn="just">
              <a:lnSpc>
                <a:spcPct val="150000"/>
              </a:lnSpc>
            </a:pPr>
            <a:r>
              <a:rPr lang="en-US" dirty="0">
                <a:ea typeface="+mn-lt"/>
                <a:cs typeface="+mn-lt"/>
              </a:rPr>
              <a:t>This is a linear regression model (trained for each class) that learns to predict small corrections to the original box's coordinates (its center, width, and height) to make it fit the object more tightly.</a:t>
            </a:r>
            <a:endParaRPr lang="en-US" dirty="0"/>
          </a:p>
        </p:txBody>
      </p:sp>
      <p:sp>
        <p:nvSpPr>
          <p:cNvPr id="16" name="Slide Number Placeholder 15">
            <a:extLst>
              <a:ext uri="{FF2B5EF4-FFF2-40B4-BE49-F238E27FC236}">
                <a16:creationId xmlns:a16="http://schemas.microsoft.com/office/drawing/2014/main" id="{2AE87FD5-6AED-1962-FE93-F45093479A27}"/>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16</a:t>
            </a:fld>
            <a:endParaRPr lang="en-US"/>
          </a:p>
        </p:txBody>
      </p:sp>
    </p:spTree>
    <p:extLst>
      <p:ext uri="{BB962C8B-B14F-4D97-AF65-F5344CB8AC3E}">
        <p14:creationId xmlns:p14="http://schemas.microsoft.com/office/powerpoint/2010/main" val="1910917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E5EA-9B85-044A-3646-89B08435649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4750501-958C-C54A-46CF-C4EE7ECAD198}"/>
              </a:ext>
            </a:extLst>
          </p:cNvPr>
          <p:cNvSpPr>
            <a:spLocks noGrp="1"/>
          </p:cNvSpPr>
          <p:nvPr>
            <p:ph type="title"/>
          </p:nvPr>
        </p:nvSpPr>
        <p:spPr>
          <a:xfrm>
            <a:off x="1198182" y="559814"/>
            <a:ext cx="10419090" cy="1335662"/>
          </a:xfrm>
        </p:spPr>
        <p:txBody>
          <a:bodyPr lIns="91440" tIns="45720" rIns="91440" bIns="45720" anchor="t"/>
          <a:lstStyle/>
          <a:p>
            <a:r>
              <a:rPr lang="en-US" dirty="0">
                <a:ea typeface="+mj-lt"/>
                <a:cs typeface="+mj-lt"/>
              </a:rPr>
              <a:t>How R-CNN Works?</a:t>
            </a:r>
            <a:endParaRPr lang="en-US" dirty="0"/>
          </a:p>
        </p:txBody>
      </p:sp>
      <p:sp>
        <p:nvSpPr>
          <p:cNvPr id="11" name="Text Placeholder 10">
            <a:extLst>
              <a:ext uri="{FF2B5EF4-FFF2-40B4-BE49-F238E27FC236}">
                <a16:creationId xmlns:a16="http://schemas.microsoft.com/office/drawing/2014/main" id="{BD56E8EB-1215-49C1-4F9E-45F4B48B2E92}"/>
              </a:ext>
            </a:extLst>
          </p:cNvPr>
          <p:cNvSpPr>
            <a:spLocks noGrp="1"/>
          </p:cNvSpPr>
          <p:nvPr>
            <p:ph type="body" sz="quarter" idx="13"/>
          </p:nvPr>
        </p:nvSpPr>
        <p:spPr>
          <a:xfrm>
            <a:off x="1327091" y="2107496"/>
            <a:ext cx="9667381" cy="607011"/>
          </a:xfrm>
        </p:spPr>
        <p:txBody>
          <a:bodyPr lIns="91440" tIns="45720" rIns="91440" bIns="45720" anchor="t"/>
          <a:lstStyle/>
          <a:p>
            <a:pPr algn="just"/>
            <a:r>
              <a:rPr lang="en-US" dirty="0">
                <a:ea typeface="+mn-lt"/>
                <a:cs typeface="+mn-lt"/>
              </a:rPr>
              <a:t>5. Non-Maximum Suppression (NMS)</a:t>
            </a:r>
            <a:endParaRPr lang="en-US" dirty="0"/>
          </a:p>
        </p:txBody>
      </p:sp>
      <p:sp>
        <p:nvSpPr>
          <p:cNvPr id="10" name="Content Placeholder 9">
            <a:extLst>
              <a:ext uri="{FF2B5EF4-FFF2-40B4-BE49-F238E27FC236}">
                <a16:creationId xmlns:a16="http://schemas.microsoft.com/office/drawing/2014/main" id="{1D8DD2F5-4A6B-3D93-0813-0C002932740F}"/>
              </a:ext>
            </a:extLst>
          </p:cNvPr>
          <p:cNvSpPr>
            <a:spLocks noGrp="1"/>
          </p:cNvSpPr>
          <p:nvPr>
            <p:ph idx="1"/>
          </p:nvPr>
        </p:nvSpPr>
        <p:spPr>
          <a:xfrm>
            <a:off x="1195281" y="2717782"/>
            <a:ext cx="9797345" cy="3365605"/>
          </a:xfrm>
          <a:prstGeom prst="roundRect">
            <a:avLst/>
          </a:prstGeom>
        </p:spPr>
        <p:txBody>
          <a:bodyPr lIns="91440" tIns="45720" rIns="91440" bIns="45720" anchor="t">
            <a:normAutofit/>
          </a:bodyPr>
          <a:lstStyle/>
          <a:p>
            <a:pPr algn="just">
              <a:lnSpc>
                <a:spcPct val="150000"/>
              </a:lnSpc>
            </a:pPr>
            <a:r>
              <a:rPr lang="en-US" dirty="0">
                <a:ea typeface="+mn-lt"/>
                <a:cs typeface="+mn-lt"/>
              </a:rPr>
              <a:t>After classifying and regressing bounding boxes for each region proposal, R-CNN applies non-maximum suppression to eliminate duplicate or highly overlapping bounding boxes. </a:t>
            </a:r>
          </a:p>
          <a:p>
            <a:pPr algn="just">
              <a:lnSpc>
                <a:spcPct val="150000"/>
              </a:lnSpc>
            </a:pPr>
            <a:r>
              <a:rPr lang="en-US" dirty="0">
                <a:ea typeface="+mn-lt"/>
                <a:cs typeface="+mn-lt"/>
              </a:rPr>
              <a:t>NMS ensures that only the most confident and non-overlapping bounding boxes are retained as final object detections.</a:t>
            </a:r>
            <a:endParaRPr lang="en-US"/>
          </a:p>
        </p:txBody>
      </p:sp>
      <p:sp>
        <p:nvSpPr>
          <p:cNvPr id="16" name="Slide Number Placeholder 15">
            <a:extLst>
              <a:ext uri="{FF2B5EF4-FFF2-40B4-BE49-F238E27FC236}">
                <a16:creationId xmlns:a16="http://schemas.microsoft.com/office/drawing/2014/main" id="{4EEC9929-1205-3CEE-4477-A859BFBF257F}"/>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17</a:t>
            </a:fld>
            <a:endParaRPr lang="en-US"/>
          </a:p>
        </p:txBody>
      </p:sp>
    </p:spTree>
    <p:extLst>
      <p:ext uri="{BB962C8B-B14F-4D97-AF65-F5344CB8AC3E}">
        <p14:creationId xmlns:p14="http://schemas.microsoft.com/office/powerpoint/2010/main" val="2464907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0DADFD-E677-5BD3-095D-35C082C21ADF}"/>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 name="Freeform: Shape 18">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0" name="Freeform: Shape 19">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2" name="Freeform: Shape 21">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30" name="Freeform: Shape 29">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6"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9" name="Freeform: Shape 38">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28" name="Rectangle 27">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Rectangle 36">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6" name="Top left">
            <a:extLst>
              <a:ext uri="{FF2B5EF4-FFF2-40B4-BE49-F238E27FC236}">
                <a16:creationId xmlns:a16="http://schemas.microsoft.com/office/drawing/2014/main" id="{E4A71F22-0E43-4930-8185-0D8C173634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2" name="Freeform: Shape 51">
              <a:extLst>
                <a:ext uri="{FF2B5EF4-FFF2-40B4-BE49-F238E27FC236}">
                  <a16:creationId xmlns:a16="http://schemas.microsoft.com/office/drawing/2014/main" id="{E337B2BE-9368-41E7-B9D3-4F1F971F9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3" name="Freeform: Shape 52">
              <a:extLst>
                <a:ext uri="{FF2B5EF4-FFF2-40B4-BE49-F238E27FC236}">
                  <a16:creationId xmlns:a16="http://schemas.microsoft.com/office/drawing/2014/main" id="{C7EDF3EA-3138-4266-8511-D57CECF0A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EA12DCF8-5403-4AA2-818F-2DF853DC1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AD89B414-72F6-4409-A12B-4F23F1CE0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214BA161-43C1-4B9D-A341-694B88127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B211E8CC-9B3E-4E58-821A-069B7C109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B29FA542-0294-4239-B976-E5D20656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EA9045A3-208C-4023-9F44-D62234135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11" name="Text Placeholder 10">
            <a:extLst>
              <a:ext uri="{FF2B5EF4-FFF2-40B4-BE49-F238E27FC236}">
                <a16:creationId xmlns:a16="http://schemas.microsoft.com/office/drawing/2014/main" id="{7269513E-94DF-DECA-805E-5991C1A4CB44}"/>
              </a:ext>
            </a:extLst>
          </p:cNvPr>
          <p:cNvSpPr>
            <a:spLocks noGrp="1"/>
          </p:cNvSpPr>
          <p:nvPr>
            <p:ph type="body" sz="quarter" idx="13"/>
          </p:nvPr>
        </p:nvSpPr>
        <p:spPr>
          <a:xfrm>
            <a:off x="2472318" y="290559"/>
            <a:ext cx="7243302" cy="1184082"/>
          </a:xfrm>
        </p:spPr>
        <p:txBody>
          <a:bodyPr vert="horz" lIns="91440" tIns="45720" rIns="91440" bIns="45720" rtlCol="0" anchor="ctr">
            <a:normAutofit/>
          </a:bodyPr>
          <a:lstStyle/>
          <a:p>
            <a:pPr algn="ctr"/>
            <a:r>
              <a:rPr lang="en-US" sz="2200" kern="1200" dirty="0">
                <a:latin typeface="+mn-lt"/>
                <a:ea typeface="+mn-ea"/>
                <a:cs typeface="+mn-cs"/>
              </a:rPr>
              <a:t>5. Non-Maximum Suppression (NMS)</a:t>
            </a:r>
            <a:endParaRPr lang="en-US"/>
          </a:p>
        </p:txBody>
      </p:sp>
      <p:grpSp>
        <p:nvGrpSpPr>
          <p:cNvPr id="48" name="Cross">
            <a:extLst>
              <a:ext uri="{FF2B5EF4-FFF2-40B4-BE49-F238E27FC236}">
                <a16:creationId xmlns:a16="http://schemas.microsoft.com/office/drawing/2014/main" id="{1EDF0462-C0C2-4E84-A7EA-8EE60CEFF6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62" name="Straight Connector 61">
              <a:extLst>
                <a:ext uri="{FF2B5EF4-FFF2-40B4-BE49-F238E27FC236}">
                  <a16:creationId xmlns:a16="http://schemas.microsoft.com/office/drawing/2014/main" id="{DD5894EA-1641-49CE-AE6E-B9522736A0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63" name="Straight Connector 62">
              <a:extLst>
                <a:ext uri="{FF2B5EF4-FFF2-40B4-BE49-F238E27FC236}">
                  <a16:creationId xmlns:a16="http://schemas.microsoft.com/office/drawing/2014/main" id="{8C6415EB-8C9A-4F1B-A459-64B94A8651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4" name="Content Placeholder 3" descr="A comparison of a car&#10;&#10;AI-generated content may be incorrect.">
            <a:extLst>
              <a:ext uri="{FF2B5EF4-FFF2-40B4-BE49-F238E27FC236}">
                <a16:creationId xmlns:a16="http://schemas.microsoft.com/office/drawing/2014/main" id="{B4A3A0CD-EECD-9CC2-6A33-E4667DAABA1E}"/>
              </a:ext>
            </a:extLst>
          </p:cNvPr>
          <p:cNvPicPr>
            <a:picLocks noGrp="1" noChangeAspect="1"/>
          </p:cNvPicPr>
          <p:nvPr>
            <p:ph idx="1"/>
          </p:nvPr>
        </p:nvPicPr>
        <p:blipFill>
          <a:blip r:embed="rId3"/>
          <a:stretch>
            <a:fillRect/>
          </a:stretch>
        </p:blipFill>
        <p:spPr>
          <a:xfrm>
            <a:off x="1881273" y="1670754"/>
            <a:ext cx="8429451" cy="3919694"/>
          </a:xfrm>
          <a:prstGeom prst="rect">
            <a:avLst/>
          </a:prstGeom>
        </p:spPr>
      </p:pic>
      <p:grpSp>
        <p:nvGrpSpPr>
          <p:cNvPr id="50" name="Bottom Right">
            <a:extLst>
              <a:ext uri="{FF2B5EF4-FFF2-40B4-BE49-F238E27FC236}">
                <a16:creationId xmlns:a16="http://schemas.microsoft.com/office/drawing/2014/main" id="{B798A610-8506-4BC1-8108-8E1A31CAB8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6" name="Freeform: Shape 65">
              <a:extLst>
                <a:ext uri="{FF2B5EF4-FFF2-40B4-BE49-F238E27FC236}">
                  <a16:creationId xmlns:a16="http://schemas.microsoft.com/office/drawing/2014/main" id="{5C72D714-A610-482A-B26E-C679E9535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7" name="Graphic 157">
              <a:extLst>
                <a:ext uri="{FF2B5EF4-FFF2-40B4-BE49-F238E27FC236}">
                  <a16:creationId xmlns:a16="http://schemas.microsoft.com/office/drawing/2014/main" id="{D7EF30A6-8E6C-417A-B645-4EC7F0B3824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9" name="Freeform: Shape 68">
                <a:extLst>
                  <a:ext uri="{FF2B5EF4-FFF2-40B4-BE49-F238E27FC236}">
                    <a16:creationId xmlns:a16="http://schemas.microsoft.com/office/drawing/2014/main" id="{17D377E0-C3CC-48DC-B73B-09CEEDE39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80E2DF20-A9FD-4B82-8673-1091B4C00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2425BAEB-7B00-4394-8302-CF2DEA744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4917EE8E-E8BC-42F3-BEE3-2F84E8F64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3" name="Freeform: Shape 72">
                <a:extLst>
                  <a:ext uri="{FF2B5EF4-FFF2-40B4-BE49-F238E27FC236}">
                    <a16:creationId xmlns:a16="http://schemas.microsoft.com/office/drawing/2014/main" id="{B8647303-59FF-4A2B-8D6D-FB229E659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7BD597AB-C6D9-437D-BBFE-8007D4ED0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4FA09AC9-DA2A-4216-BBFD-96E701FB8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8" name="Freeform: Shape 67">
              <a:extLst>
                <a:ext uri="{FF2B5EF4-FFF2-40B4-BE49-F238E27FC236}">
                  <a16:creationId xmlns:a16="http://schemas.microsoft.com/office/drawing/2014/main" id="{A8AD4A98-C6D7-49C8-A31E-29C6DB7C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Slide Number Placeholder 15">
            <a:extLst>
              <a:ext uri="{FF2B5EF4-FFF2-40B4-BE49-F238E27FC236}">
                <a16:creationId xmlns:a16="http://schemas.microsoft.com/office/drawing/2014/main" id="{427CE027-96B4-081F-9751-FDA386934FDA}"/>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18</a:t>
            </a:fld>
            <a:endParaRPr lang="en-US" cap="all">
              <a:cs typeface="Segoe UI Semilight" panose="020B0402040204020203" pitchFamily="34" charset="0"/>
            </a:endParaRPr>
          </a:p>
        </p:txBody>
      </p:sp>
    </p:spTree>
    <p:extLst>
      <p:ext uri="{BB962C8B-B14F-4D97-AF65-F5344CB8AC3E}">
        <p14:creationId xmlns:p14="http://schemas.microsoft.com/office/powerpoint/2010/main" val="2493256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950528-5260-35FE-3558-A927940BDD22}"/>
            </a:ext>
          </a:extLst>
        </p:cNvPr>
        <p:cNvGrpSpPr/>
        <p:nvPr/>
      </p:nvGrpSpPr>
      <p:grpSpPr>
        <a:xfrm>
          <a:off x="0" y="0"/>
          <a:ext cx="0" cy="0"/>
          <a:chOff x="0" y="0"/>
          <a:chExt cx="0" cy="0"/>
        </a:xfrm>
      </p:grpSpPr>
      <p:sp>
        <p:nvSpPr>
          <p:cNvPr id="473" name="Rectangle 472">
            <a:extLst>
              <a:ext uri="{FF2B5EF4-FFF2-40B4-BE49-F238E27FC236}">
                <a16:creationId xmlns:a16="http://schemas.microsoft.com/office/drawing/2014/main" id="{0842DD77-28C6-B120-EF46-1DCA40338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75" name="Freeform: Shape 474">
            <a:extLst>
              <a:ext uri="{FF2B5EF4-FFF2-40B4-BE49-F238E27FC236}">
                <a16:creationId xmlns:a16="http://schemas.microsoft.com/office/drawing/2014/main" id="{1A0ECF08-BDAC-2FF9-7264-B78CC9F0F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477" name="Freeform: Shape 476">
            <a:extLst>
              <a:ext uri="{FF2B5EF4-FFF2-40B4-BE49-F238E27FC236}">
                <a16:creationId xmlns:a16="http://schemas.microsoft.com/office/drawing/2014/main" id="{7A6676D1-F4FF-905B-1BAE-C1E165468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479" name="Freeform: Shape 478">
            <a:extLst>
              <a:ext uri="{FF2B5EF4-FFF2-40B4-BE49-F238E27FC236}">
                <a16:creationId xmlns:a16="http://schemas.microsoft.com/office/drawing/2014/main" id="{E13C4D7D-322D-248E-5C91-377771C8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81" name="Graphic 141">
            <a:extLst>
              <a:ext uri="{FF2B5EF4-FFF2-40B4-BE49-F238E27FC236}">
                <a16:creationId xmlns:a16="http://schemas.microsoft.com/office/drawing/2014/main" id="{EC9F9E03-9807-CE3C-3BA9-3C90C4EA8F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482" name="Freeform: Shape 481">
              <a:extLst>
                <a:ext uri="{FF2B5EF4-FFF2-40B4-BE49-F238E27FC236}">
                  <a16:creationId xmlns:a16="http://schemas.microsoft.com/office/drawing/2014/main" id="{607B4477-42D0-193F-3024-B421047AB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3" name="Freeform: Shape 482">
              <a:extLst>
                <a:ext uri="{FF2B5EF4-FFF2-40B4-BE49-F238E27FC236}">
                  <a16:creationId xmlns:a16="http://schemas.microsoft.com/office/drawing/2014/main" id="{D5638069-1824-D50D-8D6A-9392B579D1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4" name="Freeform: Shape 483">
              <a:extLst>
                <a:ext uri="{FF2B5EF4-FFF2-40B4-BE49-F238E27FC236}">
                  <a16:creationId xmlns:a16="http://schemas.microsoft.com/office/drawing/2014/main" id="{7BB10AB2-8FCB-2D1F-D48B-8AADC2513B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485" name="Freeform: Shape 484">
              <a:extLst>
                <a:ext uri="{FF2B5EF4-FFF2-40B4-BE49-F238E27FC236}">
                  <a16:creationId xmlns:a16="http://schemas.microsoft.com/office/drawing/2014/main" id="{7A173261-57A9-0BFC-BA67-0B955A85A7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6" name="Freeform: Shape 485">
              <a:extLst>
                <a:ext uri="{FF2B5EF4-FFF2-40B4-BE49-F238E27FC236}">
                  <a16:creationId xmlns:a16="http://schemas.microsoft.com/office/drawing/2014/main" id="{8185EE03-3C72-8463-81F0-360A842C2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487" name="Freeform: Shape 486">
              <a:extLst>
                <a:ext uri="{FF2B5EF4-FFF2-40B4-BE49-F238E27FC236}">
                  <a16:creationId xmlns:a16="http://schemas.microsoft.com/office/drawing/2014/main" id="{F0A6DBD7-CB6F-A816-FBC1-5178442979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488" name="Freeform: Shape 487">
              <a:extLst>
                <a:ext uri="{FF2B5EF4-FFF2-40B4-BE49-F238E27FC236}">
                  <a16:creationId xmlns:a16="http://schemas.microsoft.com/office/drawing/2014/main" id="{7BA4DF15-203B-CEEA-D274-D524132A4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490" name="Graphic 157">
            <a:extLst>
              <a:ext uri="{FF2B5EF4-FFF2-40B4-BE49-F238E27FC236}">
                <a16:creationId xmlns:a16="http://schemas.microsoft.com/office/drawing/2014/main" id="{7B90EAF3-50E5-7EC3-9050-21554C1D8F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491" name="Freeform: Shape 490">
              <a:extLst>
                <a:ext uri="{FF2B5EF4-FFF2-40B4-BE49-F238E27FC236}">
                  <a16:creationId xmlns:a16="http://schemas.microsoft.com/office/drawing/2014/main" id="{8C6DEA56-65F7-DFBB-D5EB-C85BE4689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2" name="Freeform: Shape 491">
              <a:extLst>
                <a:ext uri="{FF2B5EF4-FFF2-40B4-BE49-F238E27FC236}">
                  <a16:creationId xmlns:a16="http://schemas.microsoft.com/office/drawing/2014/main" id="{8B3A0546-2E73-2014-4351-95D774C9D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3" name="Freeform: Shape 492">
              <a:extLst>
                <a:ext uri="{FF2B5EF4-FFF2-40B4-BE49-F238E27FC236}">
                  <a16:creationId xmlns:a16="http://schemas.microsoft.com/office/drawing/2014/main" id="{70904C98-FF65-FEC9-2C7E-FA4ED6DCD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4" name="Freeform: Shape 493">
              <a:extLst>
                <a:ext uri="{FF2B5EF4-FFF2-40B4-BE49-F238E27FC236}">
                  <a16:creationId xmlns:a16="http://schemas.microsoft.com/office/drawing/2014/main" id="{EF163E1A-DB77-0144-34EC-F2B01E325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5" name="Freeform: Shape 494">
              <a:extLst>
                <a:ext uri="{FF2B5EF4-FFF2-40B4-BE49-F238E27FC236}">
                  <a16:creationId xmlns:a16="http://schemas.microsoft.com/office/drawing/2014/main" id="{8EBB4474-1870-96F5-0BEB-8C1E56487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6" name="Freeform: Shape 495">
              <a:extLst>
                <a:ext uri="{FF2B5EF4-FFF2-40B4-BE49-F238E27FC236}">
                  <a16:creationId xmlns:a16="http://schemas.microsoft.com/office/drawing/2014/main" id="{8137407F-0464-280D-5201-34A32628DD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7" name="Freeform: Shape 496">
              <a:extLst>
                <a:ext uri="{FF2B5EF4-FFF2-40B4-BE49-F238E27FC236}">
                  <a16:creationId xmlns:a16="http://schemas.microsoft.com/office/drawing/2014/main" id="{2A8C61DD-3D06-09E9-9D91-6DDCA7F0D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499" name="Rectangle 498">
            <a:extLst>
              <a:ext uri="{FF2B5EF4-FFF2-40B4-BE49-F238E27FC236}">
                <a16:creationId xmlns:a16="http://schemas.microsoft.com/office/drawing/2014/main" id="{CBA3638D-FE97-114F-B67B-608473F025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01" name="Rectangle 500">
            <a:extLst>
              <a:ext uri="{FF2B5EF4-FFF2-40B4-BE49-F238E27FC236}">
                <a16:creationId xmlns:a16="http://schemas.microsoft.com/office/drawing/2014/main" id="{2DCC7D7B-D663-1C3B-430A-C82BDEB14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503" name="Top Left">
            <a:extLst>
              <a:ext uri="{FF2B5EF4-FFF2-40B4-BE49-F238E27FC236}">
                <a16:creationId xmlns:a16="http://schemas.microsoft.com/office/drawing/2014/main" id="{EC19AE25-0FB2-1C67-21D1-DCC627FC98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04" name="Freeform: Shape 503">
              <a:extLst>
                <a:ext uri="{FF2B5EF4-FFF2-40B4-BE49-F238E27FC236}">
                  <a16:creationId xmlns:a16="http://schemas.microsoft.com/office/drawing/2014/main" id="{83655448-B90E-FC13-4B8F-E3F8B77DAD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5" name="Freeform: Shape 504">
              <a:extLst>
                <a:ext uri="{FF2B5EF4-FFF2-40B4-BE49-F238E27FC236}">
                  <a16:creationId xmlns:a16="http://schemas.microsoft.com/office/drawing/2014/main" id="{C9CB98F9-EE5A-5CBA-A899-1DF9FCEE3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6" name="Freeform: Shape 505">
              <a:extLst>
                <a:ext uri="{FF2B5EF4-FFF2-40B4-BE49-F238E27FC236}">
                  <a16:creationId xmlns:a16="http://schemas.microsoft.com/office/drawing/2014/main" id="{0BCE3D5E-7618-0E41-5800-061977437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7" name="Freeform: Shape 506">
              <a:extLst>
                <a:ext uri="{FF2B5EF4-FFF2-40B4-BE49-F238E27FC236}">
                  <a16:creationId xmlns:a16="http://schemas.microsoft.com/office/drawing/2014/main" id="{37224508-8795-43F0-5B5A-61CEA49034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08" name="Freeform: Shape 507">
              <a:extLst>
                <a:ext uri="{FF2B5EF4-FFF2-40B4-BE49-F238E27FC236}">
                  <a16:creationId xmlns:a16="http://schemas.microsoft.com/office/drawing/2014/main" id="{CDDE8A47-B22D-EEA9-5B22-1704B5D74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9" name="Freeform: Shape 508">
              <a:extLst>
                <a:ext uri="{FF2B5EF4-FFF2-40B4-BE49-F238E27FC236}">
                  <a16:creationId xmlns:a16="http://schemas.microsoft.com/office/drawing/2014/main" id="{7B840BCB-25E5-F610-1855-F60AE4B3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10" name="Freeform: Shape 509">
              <a:extLst>
                <a:ext uri="{FF2B5EF4-FFF2-40B4-BE49-F238E27FC236}">
                  <a16:creationId xmlns:a16="http://schemas.microsoft.com/office/drawing/2014/main" id="{C68A5025-041E-EB31-09EE-25C32D6B07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1" name="Freeform: Shape 510">
              <a:extLst>
                <a:ext uri="{FF2B5EF4-FFF2-40B4-BE49-F238E27FC236}">
                  <a16:creationId xmlns:a16="http://schemas.microsoft.com/office/drawing/2014/main" id="{4577733B-AF51-CA5D-5026-F8938CCB9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513" name="Bottom Right">
            <a:extLst>
              <a:ext uri="{FF2B5EF4-FFF2-40B4-BE49-F238E27FC236}">
                <a16:creationId xmlns:a16="http://schemas.microsoft.com/office/drawing/2014/main" id="{3E63164E-3F85-D082-B546-DFF6351A13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14" name="Freeform: Shape 513">
              <a:extLst>
                <a:ext uri="{FF2B5EF4-FFF2-40B4-BE49-F238E27FC236}">
                  <a16:creationId xmlns:a16="http://schemas.microsoft.com/office/drawing/2014/main" id="{ACE20AEC-36F3-45C4-4C17-3ACD5A13C6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515" name="Graphic 157">
              <a:extLst>
                <a:ext uri="{FF2B5EF4-FFF2-40B4-BE49-F238E27FC236}">
                  <a16:creationId xmlns:a16="http://schemas.microsoft.com/office/drawing/2014/main" id="{5166663C-03E9-DFA5-8596-51CE468B70E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17" name="Freeform: Shape 516">
                <a:extLst>
                  <a:ext uri="{FF2B5EF4-FFF2-40B4-BE49-F238E27FC236}">
                    <a16:creationId xmlns:a16="http://schemas.microsoft.com/office/drawing/2014/main" id="{30FCFBCD-A06D-AA89-53B6-28272CC8F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8" name="Freeform: Shape 517">
                <a:extLst>
                  <a:ext uri="{FF2B5EF4-FFF2-40B4-BE49-F238E27FC236}">
                    <a16:creationId xmlns:a16="http://schemas.microsoft.com/office/drawing/2014/main" id="{48E3D14E-739A-955F-B296-CBF71B82E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9" name="Freeform: Shape 518">
                <a:extLst>
                  <a:ext uri="{FF2B5EF4-FFF2-40B4-BE49-F238E27FC236}">
                    <a16:creationId xmlns:a16="http://schemas.microsoft.com/office/drawing/2014/main" id="{6873133C-ADBA-2D39-3E01-89C4FCA1C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0" name="Freeform: Shape 519">
                <a:extLst>
                  <a:ext uri="{FF2B5EF4-FFF2-40B4-BE49-F238E27FC236}">
                    <a16:creationId xmlns:a16="http://schemas.microsoft.com/office/drawing/2014/main" id="{2BC67B95-76D2-8640-F392-A22EA689E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1" name="Freeform: Shape 520">
                <a:extLst>
                  <a:ext uri="{FF2B5EF4-FFF2-40B4-BE49-F238E27FC236}">
                    <a16:creationId xmlns:a16="http://schemas.microsoft.com/office/drawing/2014/main" id="{010DD154-FE35-055E-EF46-5CCB367AA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2" name="Freeform: Shape 521">
                <a:extLst>
                  <a:ext uri="{FF2B5EF4-FFF2-40B4-BE49-F238E27FC236}">
                    <a16:creationId xmlns:a16="http://schemas.microsoft.com/office/drawing/2014/main" id="{2941E843-46C8-42E8-DA3D-BA15D4F0C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3" name="Freeform: Shape 522">
                <a:extLst>
                  <a:ext uri="{FF2B5EF4-FFF2-40B4-BE49-F238E27FC236}">
                    <a16:creationId xmlns:a16="http://schemas.microsoft.com/office/drawing/2014/main" id="{E89891F8-9C48-BC27-D9C5-96214350B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16" name="Freeform: Shape 515">
              <a:extLst>
                <a:ext uri="{FF2B5EF4-FFF2-40B4-BE49-F238E27FC236}">
                  <a16:creationId xmlns:a16="http://schemas.microsoft.com/office/drawing/2014/main" id="{494BD93D-1943-53A0-682D-6F1AF50C4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Title 5">
            <a:extLst>
              <a:ext uri="{FF2B5EF4-FFF2-40B4-BE49-F238E27FC236}">
                <a16:creationId xmlns:a16="http://schemas.microsoft.com/office/drawing/2014/main" id="{16F7A964-1E6B-6148-462E-A6C2D5179470}"/>
              </a:ext>
            </a:extLst>
          </p:cNvPr>
          <p:cNvSpPr>
            <a:spLocks noGrp="1"/>
          </p:cNvSpPr>
          <p:nvPr>
            <p:ph type="ctrTitle"/>
          </p:nvPr>
        </p:nvSpPr>
        <p:spPr>
          <a:xfrm>
            <a:off x="996275" y="744909"/>
            <a:ext cx="10190071" cy="3145855"/>
          </a:xfrm>
        </p:spPr>
        <p:txBody>
          <a:bodyPr vert="horz" lIns="91440" tIns="45720" rIns="91440" bIns="45720" rtlCol="0" anchor="b">
            <a:normAutofit/>
          </a:bodyPr>
          <a:lstStyle/>
          <a:p>
            <a:pPr algn="ctr"/>
            <a:r>
              <a:rPr lang="en-US" sz="5400" dirty="0">
                <a:cs typeface="Posterama"/>
              </a:rPr>
              <a:t>Fast R-CNN</a:t>
            </a:r>
            <a:endParaRPr lang="en-US" sz="5400" kern="1200" dirty="0">
              <a:latin typeface="+mj-lt"/>
              <a:cs typeface="Posterama"/>
            </a:endParaRPr>
          </a:p>
        </p:txBody>
      </p:sp>
      <p:grpSp>
        <p:nvGrpSpPr>
          <p:cNvPr id="525" name="Cross">
            <a:extLst>
              <a:ext uri="{FF2B5EF4-FFF2-40B4-BE49-F238E27FC236}">
                <a16:creationId xmlns:a16="http://schemas.microsoft.com/office/drawing/2014/main" id="{8FBAECDF-0D1C-8BEF-DB4C-C0C3EBD889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23216" y="3924272"/>
            <a:ext cx="118872" cy="118872"/>
            <a:chOff x="1175347" y="3733800"/>
            <a:chExt cx="118872" cy="118872"/>
          </a:xfrm>
        </p:grpSpPr>
        <p:cxnSp>
          <p:nvCxnSpPr>
            <p:cNvPr id="526" name="Straight Connector 525">
              <a:extLst>
                <a:ext uri="{FF2B5EF4-FFF2-40B4-BE49-F238E27FC236}">
                  <a16:creationId xmlns:a16="http://schemas.microsoft.com/office/drawing/2014/main" id="{4D10973C-2886-D1C7-46F8-22C2B832CD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27" name="Straight Connector 526">
              <a:extLst>
                <a:ext uri="{FF2B5EF4-FFF2-40B4-BE49-F238E27FC236}">
                  <a16:creationId xmlns:a16="http://schemas.microsoft.com/office/drawing/2014/main" id="{C5C0EEA1-D480-0831-DE37-48B57FA7B9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338789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AC7858-93C0-E21B-CA18-E0F36553C71E}"/>
            </a:ext>
          </a:extLst>
        </p:cNvPr>
        <p:cNvGrpSpPr/>
        <p:nvPr/>
      </p:nvGrpSpPr>
      <p:grpSpPr>
        <a:xfrm>
          <a:off x="0" y="0"/>
          <a:ext cx="0" cy="0"/>
          <a:chOff x="0" y="0"/>
          <a:chExt cx="0" cy="0"/>
        </a:xfrm>
      </p:grpSpPr>
      <p:sp>
        <p:nvSpPr>
          <p:cNvPr id="102" name="Rectangle 101">
            <a:extLst>
              <a:ext uri="{FF2B5EF4-FFF2-40B4-BE49-F238E27FC236}">
                <a16:creationId xmlns:a16="http://schemas.microsoft.com/office/drawing/2014/main" id="{8BC32347-8E8B-7E4F-F806-6D6AC6AB7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1836FD3D-A321-F37A-9BE8-7F20C596D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4" name="Freeform: Shape 103">
            <a:extLst>
              <a:ext uri="{FF2B5EF4-FFF2-40B4-BE49-F238E27FC236}">
                <a16:creationId xmlns:a16="http://schemas.microsoft.com/office/drawing/2014/main" id="{3929AC26-1F82-AB94-4273-1575BEDFE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5" name="Freeform: Shape 104">
            <a:extLst>
              <a:ext uri="{FF2B5EF4-FFF2-40B4-BE49-F238E27FC236}">
                <a16:creationId xmlns:a16="http://schemas.microsoft.com/office/drawing/2014/main" id="{63C6735D-908C-6EA0-AF30-2984687E7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6" name="Graphic 141">
            <a:extLst>
              <a:ext uri="{FF2B5EF4-FFF2-40B4-BE49-F238E27FC236}">
                <a16:creationId xmlns:a16="http://schemas.microsoft.com/office/drawing/2014/main" id="{78DF3BEB-A9CA-46C4-804F-46E09868C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7" name="Freeform: Shape 26">
              <a:extLst>
                <a:ext uri="{FF2B5EF4-FFF2-40B4-BE49-F238E27FC236}">
                  <a16:creationId xmlns:a16="http://schemas.microsoft.com/office/drawing/2014/main" id="{0FAC16AF-AC8A-1EDC-8D16-D8BA85019A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FBB50D7B-714B-9CC4-E59F-1E76ED99BB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ECF83644-94F4-BC5C-DDD5-6109F740CD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E1F23382-2A8B-C40B-83E2-760BA0627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003069C3-1831-23BF-ED3B-7EBEAA71A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54D14786-8218-D6F6-2293-5C2A061928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403B31B6-7210-F6B1-9B23-E5C03636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07" name="Graphic 157">
            <a:extLst>
              <a:ext uri="{FF2B5EF4-FFF2-40B4-BE49-F238E27FC236}">
                <a16:creationId xmlns:a16="http://schemas.microsoft.com/office/drawing/2014/main" id="{878DAC50-2A88-7B8A-72AA-A0A7AEC79F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6" name="Freeform: Shape 35">
              <a:extLst>
                <a:ext uri="{FF2B5EF4-FFF2-40B4-BE49-F238E27FC236}">
                  <a16:creationId xmlns:a16="http://schemas.microsoft.com/office/drawing/2014/main" id="{E95A0EBE-63A8-6DBB-5673-8FE0BF47C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42DB2D78-CD72-F77D-F6D9-FF9AF70B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F0FBB765-F6C9-4DAC-AABA-E77AC32EDD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B55AFCA9-2AC6-C6B6-A4AD-D5D274E16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F096D8EE-6F03-FAE4-0614-B81D4BCDF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8C4F50BE-7C43-2723-49B8-B7C620F5C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3CC97D40-53DA-B67F-098F-8D664BCA5C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08" name="Rectangle 107">
            <a:extLst>
              <a:ext uri="{FF2B5EF4-FFF2-40B4-BE49-F238E27FC236}">
                <a16:creationId xmlns:a16="http://schemas.microsoft.com/office/drawing/2014/main" id="{D2EB01EA-2CD1-A742-742B-6EB8B5341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9" name="Rectangle 108">
            <a:extLst>
              <a:ext uri="{FF2B5EF4-FFF2-40B4-BE49-F238E27FC236}">
                <a16:creationId xmlns:a16="http://schemas.microsoft.com/office/drawing/2014/main" id="{85FC24D7-8FB9-6FA8-EAE9-D6067F011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10" name="Top Left">
            <a:extLst>
              <a:ext uri="{FF2B5EF4-FFF2-40B4-BE49-F238E27FC236}">
                <a16:creationId xmlns:a16="http://schemas.microsoft.com/office/drawing/2014/main" id="{60B8E16D-DF65-D73C-2BB0-E263E1CF8B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9" name="Freeform: Shape 48">
              <a:extLst>
                <a:ext uri="{FF2B5EF4-FFF2-40B4-BE49-F238E27FC236}">
                  <a16:creationId xmlns:a16="http://schemas.microsoft.com/office/drawing/2014/main" id="{9CD182A5-C4E0-4D8D-4B21-475F559D8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 name="Freeform: Shape 49">
              <a:extLst>
                <a:ext uri="{FF2B5EF4-FFF2-40B4-BE49-F238E27FC236}">
                  <a16:creationId xmlns:a16="http://schemas.microsoft.com/office/drawing/2014/main" id="{064BB549-B31E-613C-94F2-3B3375F11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1BAA9342-F4AF-784B-38EC-1DCA12E274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C17ECC41-4D3E-99C2-267A-2302100938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2F837DDC-7C2A-F95A-F39F-DFDE810EE2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024DBC91-566E-FBC0-7272-AA2C0481F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0C5F214E-4E25-CEA0-89B1-69AC2FE588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D3AC1199-A160-D424-6DE9-FB045A0E0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2" name="Title 11">
            <a:extLst>
              <a:ext uri="{FF2B5EF4-FFF2-40B4-BE49-F238E27FC236}">
                <a16:creationId xmlns:a16="http://schemas.microsoft.com/office/drawing/2014/main" id="{E491A2B2-3A4A-5800-C355-91C8A6BAD565}"/>
              </a:ext>
            </a:extLst>
          </p:cNvPr>
          <p:cNvSpPr>
            <a:spLocks noGrp="1"/>
          </p:cNvSpPr>
          <p:nvPr>
            <p:ph type="title"/>
          </p:nvPr>
        </p:nvSpPr>
        <p:spPr>
          <a:xfrm>
            <a:off x="1198181" y="559813"/>
            <a:ext cx="9988166" cy="1664573"/>
          </a:xfrm>
        </p:spPr>
        <p:txBody>
          <a:bodyPr vert="horz" lIns="91440" tIns="45720" rIns="91440" bIns="45720" rtlCol="0" anchor="ctr">
            <a:normAutofit/>
          </a:bodyPr>
          <a:lstStyle/>
          <a:p>
            <a:pPr algn="ctr"/>
            <a:r>
              <a:rPr lang="en-US" dirty="0"/>
              <a:t>Fast R-CNN</a:t>
            </a:r>
            <a:endParaRPr lang="en-US" kern="1200" dirty="0">
              <a:latin typeface="+mj-lt"/>
              <a:ea typeface="+mj-ea"/>
              <a:cs typeface="+mj-cs"/>
            </a:endParaRPr>
          </a:p>
        </p:txBody>
      </p:sp>
      <p:grpSp>
        <p:nvGrpSpPr>
          <p:cNvPr id="111" name="Bottom Right">
            <a:extLst>
              <a:ext uri="{FF2B5EF4-FFF2-40B4-BE49-F238E27FC236}">
                <a16:creationId xmlns:a16="http://schemas.microsoft.com/office/drawing/2014/main" id="{024F910C-21BB-6A3A-C5AF-5B5ECBFD1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9" name="Freeform: Shape 58">
              <a:extLst>
                <a:ext uri="{FF2B5EF4-FFF2-40B4-BE49-F238E27FC236}">
                  <a16:creationId xmlns:a16="http://schemas.microsoft.com/office/drawing/2014/main" id="{26675708-52EB-5877-A1F8-74C2ACEB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0" name="Graphic 157">
              <a:extLst>
                <a:ext uri="{FF2B5EF4-FFF2-40B4-BE49-F238E27FC236}">
                  <a16:creationId xmlns:a16="http://schemas.microsoft.com/office/drawing/2014/main" id="{D9C38BD1-91F2-040B-1853-D1A9926A219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 name="Freeform: Shape 61">
                <a:extLst>
                  <a:ext uri="{FF2B5EF4-FFF2-40B4-BE49-F238E27FC236}">
                    <a16:creationId xmlns:a16="http://schemas.microsoft.com/office/drawing/2014/main" id="{90C7C6FF-AAF6-F622-2A21-04889CBDF6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033E1D93-740C-1C78-D141-AB618B5AC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DDE3A037-6CB3-B866-7CF8-A2B727DFA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ADAEA3FE-8F73-4EEF-EF4C-28DA5FDC2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0092CFC0-87DE-F8FD-DB1A-73B6AD273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37EE4162-23F1-3505-13F8-F28C28BFA1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2" name="Freeform: Shape 111">
                <a:extLst>
                  <a:ext uri="{FF2B5EF4-FFF2-40B4-BE49-F238E27FC236}">
                    <a16:creationId xmlns:a16="http://schemas.microsoft.com/office/drawing/2014/main" id="{65ECA25D-D758-32E2-3CC8-175B47463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1" name="Freeform: Shape 60">
              <a:extLst>
                <a:ext uri="{FF2B5EF4-FFF2-40B4-BE49-F238E27FC236}">
                  <a16:creationId xmlns:a16="http://schemas.microsoft.com/office/drawing/2014/main" id="{D5CCC189-3402-6A79-B216-C2C683B520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Content Placeholder 12">
            <a:extLst>
              <a:ext uri="{FF2B5EF4-FFF2-40B4-BE49-F238E27FC236}">
                <a16:creationId xmlns:a16="http://schemas.microsoft.com/office/drawing/2014/main" id="{51EFA4F8-440D-D578-51C2-6CAB61E4896B}"/>
              </a:ext>
            </a:extLst>
          </p:cNvPr>
          <p:cNvSpPr>
            <a:spLocks noGrp="1"/>
          </p:cNvSpPr>
          <p:nvPr>
            <p:ph idx="1"/>
          </p:nvPr>
        </p:nvSpPr>
        <p:spPr>
          <a:xfrm>
            <a:off x="1194512" y="2051646"/>
            <a:ext cx="9978765" cy="4113992"/>
          </a:xfrm>
          <a:prstGeom prst="roundRect">
            <a:avLst/>
          </a:prstGeom>
        </p:spPr>
        <p:txBody>
          <a:bodyPr vert="horz" lIns="91440" tIns="45720" rIns="91440" bIns="45720" rtlCol="0" anchor="t">
            <a:normAutofit/>
          </a:bodyPr>
          <a:lstStyle/>
          <a:p>
            <a:pPr indent="-228600" algn="just">
              <a:lnSpc>
                <a:spcPct val="150000"/>
              </a:lnSpc>
              <a:buFont typeface="Avenir Next LT Pro" panose="020B0504020202020204" pitchFamily="34" charset="0"/>
              <a:buChar char="+"/>
            </a:pPr>
            <a:r>
              <a:rPr lang="en-US" dirty="0">
                <a:ea typeface="+mn-lt"/>
                <a:cs typeface="+mn-lt"/>
              </a:rPr>
              <a:t>Fast R-CNN optimizes the R-CNN architecture by sharing computations across proposals. Key improvements include:</a:t>
            </a:r>
          </a:p>
          <a:p>
            <a:pPr lvl="1" algn="just">
              <a:lnSpc>
                <a:spcPct val="150000"/>
              </a:lnSpc>
              <a:buFont typeface="Courier New" panose="020B0504020202020204" pitchFamily="34" charset="0"/>
              <a:buChar char="o"/>
            </a:pPr>
            <a:r>
              <a:rPr lang="en-US" sz="1800" dirty="0"/>
              <a:t>Single</a:t>
            </a:r>
            <a:r>
              <a:rPr lang="en-US" sz="1800" dirty="0">
                <a:ea typeface="+mn-lt"/>
                <a:cs typeface="+mn-lt"/>
              </a:rPr>
              <a:t> Stage Processing: Instead of extracting features for each region proposal independently, Fast R-CNN processes the entire image once through the CNN to generate a feature map. The region proposals are then extracted from this shared feature map.</a:t>
            </a:r>
            <a:endParaRPr lang="en-US" sz="1800" dirty="0"/>
          </a:p>
          <a:p>
            <a:pPr lvl="1" algn="just">
              <a:lnSpc>
                <a:spcPct val="150000"/>
              </a:lnSpc>
              <a:buFont typeface="Courier New" panose="020B0504020202020204" pitchFamily="34" charset="0"/>
              <a:buChar char="o"/>
            </a:pPr>
            <a:r>
              <a:rPr lang="en-US" sz="1800" dirty="0" err="1"/>
              <a:t>Softmax</a:t>
            </a:r>
            <a:r>
              <a:rPr lang="en-US" sz="1800" dirty="0">
                <a:ea typeface="+mn-lt"/>
                <a:cs typeface="+mn-lt"/>
              </a:rPr>
              <a:t> Classifier: Fast R-CNN replaces the SVM with a </a:t>
            </a:r>
            <a:r>
              <a:rPr lang="en-US" sz="1800" dirty="0" err="1">
                <a:ea typeface="+mn-lt"/>
                <a:cs typeface="+mn-lt"/>
              </a:rPr>
              <a:t>softmax</a:t>
            </a:r>
            <a:r>
              <a:rPr lang="en-US" sz="1800" dirty="0">
                <a:ea typeface="+mn-lt"/>
                <a:cs typeface="+mn-lt"/>
              </a:rPr>
              <a:t> classifier, allowing for end-to-end training of the network.</a:t>
            </a:r>
            <a:endParaRPr lang="en-US" dirty="0"/>
          </a:p>
          <a:p>
            <a:pPr indent="-228600" algn="just">
              <a:lnSpc>
                <a:spcPct val="150000"/>
              </a:lnSpc>
              <a:buFont typeface="Avenir Next LT Pro" panose="020B0504020202020204" pitchFamily="34" charset="0"/>
              <a:buChar char="+"/>
            </a:pPr>
            <a:endParaRPr lang="en-US" dirty="0"/>
          </a:p>
          <a:p>
            <a:pPr indent="-228600" algn="just">
              <a:lnSpc>
                <a:spcPct val="150000"/>
              </a:lnSpc>
              <a:buFont typeface="Avenir Next LT Pro" panose="020B0504020202020204" pitchFamily="34" charset="0"/>
              <a:buChar char="+"/>
            </a:pPr>
            <a:endParaRPr lang="en-US"/>
          </a:p>
          <a:p>
            <a:pPr indent="-228600" algn="just">
              <a:lnSpc>
                <a:spcPct val="150000"/>
              </a:lnSpc>
              <a:buFont typeface="Avenir Next LT Pro" panose="020B0504020202020204" pitchFamily="34" charset="0"/>
              <a:buChar char="+"/>
            </a:pPr>
            <a:endParaRPr lang="en-US"/>
          </a:p>
        </p:txBody>
      </p:sp>
      <p:sp>
        <p:nvSpPr>
          <p:cNvPr id="7" name="Slide Number Placeholder 6">
            <a:extLst>
              <a:ext uri="{FF2B5EF4-FFF2-40B4-BE49-F238E27FC236}">
                <a16:creationId xmlns:a16="http://schemas.microsoft.com/office/drawing/2014/main" id="{13A9D4C7-9355-112D-46B5-A0E3F56DE6CF}"/>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20</a:t>
            </a:fld>
            <a:endParaRPr lang="en-US" cap="all">
              <a:cs typeface="Segoe UI Semilight" panose="020B0402040204020203" pitchFamily="34" charset="0"/>
            </a:endParaRPr>
          </a:p>
        </p:txBody>
      </p:sp>
    </p:spTree>
    <p:extLst>
      <p:ext uri="{BB962C8B-B14F-4D97-AF65-F5344CB8AC3E}">
        <p14:creationId xmlns:p14="http://schemas.microsoft.com/office/powerpoint/2010/main" val="3606925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10A422-C765-3C47-84D1-318141F99692}"/>
            </a:ext>
          </a:extLst>
        </p:cNvPr>
        <p:cNvGrpSpPr/>
        <p:nvPr/>
      </p:nvGrpSpPr>
      <p:grpSpPr>
        <a:xfrm>
          <a:off x="0" y="0"/>
          <a:ext cx="0" cy="0"/>
          <a:chOff x="0" y="0"/>
          <a:chExt cx="0" cy="0"/>
        </a:xfrm>
      </p:grpSpPr>
      <p:sp>
        <p:nvSpPr>
          <p:cNvPr id="102" name="Rectangle 101">
            <a:extLst>
              <a:ext uri="{FF2B5EF4-FFF2-40B4-BE49-F238E27FC236}">
                <a16:creationId xmlns:a16="http://schemas.microsoft.com/office/drawing/2014/main" id="{5EB27956-CF79-FD3A-4F54-AE65587195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6F1F844F-6E4A-ACF1-FA20-1A112982A8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4" name="Freeform: Shape 103">
            <a:extLst>
              <a:ext uri="{FF2B5EF4-FFF2-40B4-BE49-F238E27FC236}">
                <a16:creationId xmlns:a16="http://schemas.microsoft.com/office/drawing/2014/main" id="{A4F43A63-F911-49D2-7CDC-FADEC71422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5" name="Freeform: Shape 104">
            <a:extLst>
              <a:ext uri="{FF2B5EF4-FFF2-40B4-BE49-F238E27FC236}">
                <a16:creationId xmlns:a16="http://schemas.microsoft.com/office/drawing/2014/main" id="{A3679FE4-EFD5-E454-734A-B67A7A2E0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6" name="Graphic 141">
            <a:extLst>
              <a:ext uri="{FF2B5EF4-FFF2-40B4-BE49-F238E27FC236}">
                <a16:creationId xmlns:a16="http://schemas.microsoft.com/office/drawing/2014/main" id="{8223F245-80C8-F271-3A6B-A29775EB1E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7" name="Freeform: Shape 26">
              <a:extLst>
                <a:ext uri="{FF2B5EF4-FFF2-40B4-BE49-F238E27FC236}">
                  <a16:creationId xmlns:a16="http://schemas.microsoft.com/office/drawing/2014/main" id="{4C199F69-808F-9C9A-278A-0DD41C687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13957922-4155-CEC5-B568-4249BD47E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5B26A504-3773-C2F8-6076-DA3580023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EB039350-3070-9DFB-8262-1A7ADDA1B6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9334701F-A363-279B-DC89-627E33E52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64813C73-D771-8BE0-7091-AA5B86B32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206A7474-9384-CD68-6BF9-D94B75698C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07" name="Graphic 157">
            <a:extLst>
              <a:ext uri="{FF2B5EF4-FFF2-40B4-BE49-F238E27FC236}">
                <a16:creationId xmlns:a16="http://schemas.microsoft.com/office/drawing/2014/main" id="{8CFB315A-4CB9-885F-8130-A1B289544E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6" name="Freeform: Shape 35">
              <a:extLst>
                <a:ext uri="{FF2B5EF4-FFF2-40B4-BE49-F238E27FC236}">
                  <a16:creationId xmlns:a16="http://schemas.microsoft.com/office/drawing/2014/main" id="{8208F42E-31E5-DEE2-6BE0-CC2D2FFF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41CD6EA6-B838-D078-8E71-00D8C63E9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035F73AF-FE2B-09A6-11A9-A58D60EC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67AD70C5-17C7-1671-0221-E78C17FE9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27D02F13-A376-7326-858F-E0B3D131C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4070DEF9-1EBF-52DC-235A-3C406D6DF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201E0EDA-DE41-8076-C424-CCAA42A11D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08" name="Rectangle 107">
            <a:extLst>
              <a:ext uri="{FF2B5EF4-FFF2-40B4-BE49-F238E27FC236}">
                <a16:creationId xmlns:a16="http://schemas.microsoft.com/office/drawing/2014/main" id="{8AF94D0B-9C35-77D8-0644-305BF91333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9" name="Rectangle 108">
            <a:extLst>
              <a:ext uri="{FF2B5EF4-FFF2-40B4-BE49-F238E27FC236}">
                <a16:creationId xmlns:a16="http://schemas.microsoft.com/office/drawing/2014/main" id="{FF6CDC54-C08F-1BF5-6156-68FA8A6F1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10" name="Top Left">
            <a:extLst>
              <a:ext uri="{FF2B5EF4-FFF2-40B4-BE49-F238E27FC236}">
                <a16:creationId xmlns:a16="http://schemas.microsoft.com/office/drawing/2014/main" id="{EF7A1A65-1591-6EF9-FE3B-16615E417E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9" name="Freeform: Shape 48">
              <a:extLst>
                <a:ext uri="{FF2B5EF4-FFF2-40B4-BE49-F238E27FC236}">
                  <a16:creationId xmlns:a16="http://schemas.microsoft.com/office/drawing/2014/main" id="{3B152649-49EF-CDAF-16D4-810D1895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 name="Freeform: Shape 49">
              <a:extLst>
                <a:ext uri="{FF2B5EF4-FFF2-40B4-BE49-F238E27FC236}">
                  <a16:creationId xmlns:a16="http://schemas.microsoft.com/office/drawing/2014/main" id="{2987CB9D-BA02-EDF7-3EAE-B1624656B7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2A36E2A3-E4AE-4A3C-888B-45D0D200A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7C83CD0A-2D46-57D0-348C-752D3C447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C71B1E07-CDC7-96B0-D39C-EB73EDCA9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DD25D060-EACF-2F39-B591-16269166B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0094C5AE-7C83-A209-8D1F-69DC46FEF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597A7F65-B359-B501-4B5E-D9A076EC5A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2" name="Title 11">
            <a:extLst>
              <a:ext uri="{FF2B5EF4-FFF2-40B4-BE49-F238E27FC236}">
                <a16:creationId xmlns:a16="http://schemas.microsoft.com/office/drawing/2014/main" id="{D5D43ADA-F16C-040F-8FBC-1559DEFDB74F}"/>
              </a:ext>
            </a:extLst>
          </p:cNvPr>
          <p:cNvSpPr>
            <a:spLocks noGrp="1"/>
          </p:cNvSpPr>
          <p:nvPr>
            <p:ph type="title"/>
          </p:nvPr>
        </p:nvSpPr>
        <p:spPr>
          <a:xfrm>
            <a:off x="1198181" y="559813"/>
            <a:ext cx="9988166" cy="1664573"/>
          </a:xfrm>
        </p:spPr>
        <p:txBody>
          <a:bodyPr vert="horz" lIns="91440" tIns="45720" rIns="91440" bIns="45720" rtlCol="0" anchor="ctr">
            <a:normAutofit/>
          </a:bodyPr>
          <a:lstStyle/>
          <a:p>
            <a:pPr algn="ctr"/>
            <a:r>
              <a:rPr lang="en-US" dirty="0"/>
              <a:t>Fast R-CNN</a:t>
            </a:r>
            <a:endParaRPr lang="en-US" kern="1200" dirty="0">
              <a:latin typeface="+mj-lt"/>
              <a:ea typeface="+mj-ea"/>
              <a:cs typeface="+mj-cs"/>
            </a:endParaRPr>
          </a:p>
        </p:txBody>
      </p:sp>
      <p:grpSp>
        <p:nvGrpSpPr>
          <p:cNvPr id="111" name="Bottom Right">
            <a:extLst>
              <a:ext uri="{FF2B5EF4-FFF2-40B4-BE49-F238E27FC236}">
                <a16:creationId xmlns:a16="http://schemas.microsoft.com/office/drawing/2014/main" id="{1E08474F-3C3D-18DB-E486-8B59067A3A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9" name="Freeform: Shape 58">
              <a:extLst>
                <a:ext uri="{FF2B5EF4-FFF2-40B4-BE49-F238E27FC236}">
                  <a16:creationId xmlns:a16="http://schemas.microsoft.com/office/drawing/2014/main" id="{007BF207-BB0D-2965-FF54-70CA1CFC5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0" name="Graphic 157">
              <a:extLst>
                <a:ext uri="{FF2B5EF4-FFF2-40B4-BE49-F238E27FC236}">
                  <a16:creationId xmlns:a16="http://schemas.microsoft.com/office/drawing/2014/main" id="{2A14A49F-53E7-CBD0-3F91-3FDA94CAB3D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 name="Freeform: Shape 61">
                <a:extLst>
                  <a:ext uri="{FF2B5EF4-FFF2-40B4-BE49-F238E27FC236}">
                    <a16:creationId xmlns:a16="http://schemas.microsoft.com/office/drawing/2014/main" id="{9337BEA5-719C-7643-2898-E1F642739E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6616CA31-9188-8AB6-47F1-7623C407D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D0E341FA-D99F-4607-296F-47BF44B2C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C96330C0-85A4-38F3-EA8D-BE39948D1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B3E2FE54-601C-E5BC-282F-4EA3778B2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883D59A4-5795-1B8B-C7E4-9C0ED9297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2" name="Freeform: Shape 111">
                <a:extLst>
                  <a:ext uri="{FF2B5EF4-FFF2-40B4-BE49-F238E27FC236}">
                    <a16:creationId xmlns:a16="http://schemas.microsoft.com/office/drawing/2014/main" id="{D81D19A6-05EF-C02F-C9F8-FEC61F9D7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1" name="Freeform: Shape 60">
              <a:extLst>
                <a:ext uri="{FF2B5EF4-FFF2-40B4-BE49-F238E27FC236}">
                  <a16:creationId xmlns:a16="http://schemas.microsoft.com/office/drawing/2014/main" id="{421E2C5D-9EC4-742D-5F5E-CA72BF996A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Content Placeholder 12">
            <a:extLst>
              <a:ext uri="{FF2B5EF4-FFF2-40B4-BE49-F238E27FC236}">
                <a16:creationId xmlns:a16="http://schemas.microsoft.com/office/drawing/2014/main" id="{146249CB-7F1F-7F0C-F550-3DCD40203BCC}"/>
              </a:ext>
            </a:extLst>
          </p:cNvPr>
          <p:cNvSpPr>
            <a:spLocks noGrp="1"/>
          </p:cNvSpPr>
          <p:nvPr>
            <p:ph idx="1"/>
          </p:nvPr>
        </p:nvSpPr>
        <p:spPr>
          <a:xfrm>
            <a:off x="1194512" y="2051646"/>
            <a:ext cx="9978765" cy="4113992"/>
          </a:xfrm>
          <a:prstGeom prst="roundRect">
            <a:avLst/>
          </a:prstGeom>
        </p:spPr>
        <p:txBody>
          <a:bodyPr vert="horz" lIns="91440" tIns="45720" rIns="91440" bIns="45720" rtlCol="0" anchor="t">
            <a:normAutofit/>
          </a:bodyPr>
          <a:lstStyle/>
          <a:p>
            <a:pPr lvl="1" algn="just">
              <a:lnSpc>
                <a:spcPct val="150000"/>
              </a:lnSpc>
              <a:buFont typeface="Courier New" panose="020B0504020202020204" pitchFamily="34" charset="0"/>
              <a:buChar char="o"/>
            </a:pPr>
            <a:r>
              <a:rPr lang="en-US" sz="1800" dirty="0"/>
              <a:t>Improved</a:t>
            </a:r>
            <a:r>
              <a:rPr lang="en-US" sz="1800" dirty="0">
                <a:ea typeface="+mn-lt"/>
                <a:cs typeface="+mn-lt"/>
              </a:rPr>
              <a:t> Bounding Box Regression: Fast R-CNN enhances the bounding box regression process, leading to better localization accuracy.</a:t>
            </a:r>
          </a:p>
          <a:p>
            <a:pPr indent="-228600" algn="just">
              <a:lnSpc>
                <a:spcPct val="150000"/>
              </a:lnSpc>
              <a:buFont typeface="Avenir Next LT Pro" panose="020B0504020202020204" pitchFamily="34" charset="0"/>
              <a:buChar char="+"/>
            </a:pPr>
            <a:endParaRPr lang="en-US" dirty="0"/>
          </a:p>
          <a:p>
            <a:pPr indent="-228600" algn="just">
              <a:lnSpc>
                <a:spcPct val="150000"/>
              </a:lnSpc>
              <a:buFont typeface="Avenir Next LT Pro" panose="020B0504020202020204" pitchFamily="34" charset="0"/>
              <a:buChar char="+"/>
            </a:pPr>
            <a:endParaRPr lang="en-US"/>
          </a:p>
          <a:p>
            <a:pPr indent="-228600" algn="just">
              <a:lnSpc>
                <a:spcPct val="150000"/>
              </a:lnSpc>
              <a:buFont typeface="Avenir Next LT Pro" panose="020B0504020202020204" pitchFamily="34" charset="0"/>
              <a:buChar char="+"/>
            </a:pPr>
            <a:endParaRPr lang="en-US"/>
          </a:p>
        </p:txBody>
      </p:sp>
      <p:sp>
        <p:nvSpPr>
          <p:cNvPr id="7" name="Slide Number Placeholder 6">
            <a:extLst>
              <a:ext uri="{FF2B5EF4-FFF2-40B4-BE49-F238E27FC236}">
                <a16:creationId xmlns:a16="http://schemas.microsoft.com/office/drawing/2014/main" id="{93CFC6BD-53AF-4ED9-8121-87B95F97C237}"/>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21</a:t>
            </a:fld>
            <a:endParaRPr lang="en-US" cap="all">
              <a:cs typeface="Segoe UI Semilight" panose="020B0402040204020203" pitchFamily="34" charset="0"/>
            </a:endParaRPr>
          </a:p>
        </p:txBody>
      </p:sp>
    </p:spTree>
    <p:extLst>
      <p:ext uri="{BB962C8B-B14F-4D97-AF65-F5344CB8AC3E}">
        <p14:creationId xmlns:p14="http://schemas.microsoft.com/office/powerpoint/2010/main" val="3887934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825CA1-B91F-019C-A6DD-2FB097A0DE6F}"/>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C7BF3017-2BBF-02FF-1F83-C73BFCD1C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 name="Freeform: Shape 18">
            <a:extLst>
              <a:ext uri="{FF2B5EF4-FFF2-40B4-BE49-F238E27FC236}">
                <a16:creationId xmlns:a16="http://schemas.microsoft.com/office/drawing/2014/main" id="{23E61979-F836-49F2-9BF6-381669BC9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0" name="Freeform: Shape 19">
            <a:extLst>
              <a:ext uri="{FF2B5EF4-FFF2-40B4-BE49-F238E27FC236}">
                <a16:creationId xmlns:a16="http://schemas.microsoft.com/office/drawing/2014/main" id="{15433FD1-0B52-078D-823C-277428EAD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2" name="Freeform: Shape 21">
            <a:extLst>
              <a:ext uri="{FF2B5EF4-FFF2-40B4-BE49-F238E27FC236}">
                <a16:creationId xmlns:a16="http://schemas.microsoft.com/office/drawing/2014/main" id="{88D3F9AE-3B48-B97F-1252-5EE46BE00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141">
            <a:extLst>
              <a:ext uri="{FF2B5EF4-FFF2-40B4-BE49-F238E27FC236}">
                <a16:creationId xmlns:a16="http://schemas.microsoft.com/office/drawing/2014/main" id="{AB249C08-114D-AD1B-AE4A-A2CA700038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30" name="Freeform: Shape 29">
              <a:extLst>
                <a:ext uri="{FF2B5EF4-FFF2-40B4-BE49-F238E27FC236}">
                  <a16:creationId xmlns:a16="http://schemas.microsoft.com/office/drawing/2014/main" id="{8DF56552-16FE-EC37-ED53-B885B7F9A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05829F8C-8589-BE66-A1F2-1AAB87358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A2F6D660-4546-28F8-19AB-BC6857AB9A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BCFA7A58-F275-B105-C2A2-3210C5C14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B92D41B8-93E5-E9A4-2C0C-04ABBE9C4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F99EB227-1A6C-BD8A-BBE2-F1677D480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B848B20A-83AB-2162-D0F9-59026C52C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6" name="Graphic 157">
            <a:extLst>
              <a:ext uri="{FF2B5EF4-FFF2-40B4-BE49-F238E27FC236}">
                <a16:creationId xmlns:a16="http://schemas.microsoft.com/office/drawing/2014/main" id="{F9AB62AD-8920-4DAB-C49A-5EB1FBF96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9" name="Freeform: Shape 38">
              <a:extLst>
                <a:ext uri="{FF2B5EF4-FFF2-40B4-BE49-F238E27FC236}">
                  <a16:creationId xmlns:a16="http://schemas.microsoft.com/office/drawing/2014/main" id="{77E5CBAF-6611-FB61-41E1-A2478A794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2DD256D4-966E-CEDF-3CAE-F9DF4F006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5B6A2835-5F0B-68B0-5DA9-C4BEA8D8B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21365F6D-A60C-223F-2B0C-7D348C1D6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506927C3-95A5-7A2E-50BD-408F57728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7C0E17E6-D947-4787-264A-E03404C39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5F479DC5-D738-3897-A56F-8CA617B45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28" name="Rectangle 27">
            <a:extLst>
              <a:ext uri="{FF2B5EF4-FFF2-40B4-BE49-F238E27FC236}">
                <a16:creationId xmlns:a16="http://schemas.microsoft.com/office/drawing/2014/main" id="{F48C8243-33F4-CEBD-9514-ADF7F4426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Rectangle 36">
            <a:extLst>
              <a:ext uri="{FF2B5EF4-FFF2-40B4-BE49-F238E27FC236}">
                <a16:creationId xmlns:a16="http://schemas.microsoft.com/office/drawing/2014/main" id="{FEC11DB8-8035-DC21-8F71-2512562B9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6" name="Top left">
            <a:extLst>
              <a:ext uri="{FF2B5EF4-FFF2-40B4-BE49-F238E27FC236}">
                <a16:creationId xmlns:a16="http://schemas.microsoft.com/office/drawing/2014/main" id="{5B4F86FC-C618-3F44-DAE5-887AB415AB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2" name="Freeform: Shape 51">
              <a:extLst>
                <a:ext uri="{FF2B5EF4-FFF2-40B4-BE49-F238E27FC236}">
                  <a16:creationId xmlns:a16="http://schemas.microsoft.com/office/drawing/2014/main" id="{5203F10A-F658-4CBF-736F-D95D7880C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3" name="Freeform: Shape 52">
              <a:extLst>
                <a:ext uri="{FF2B5EF4-FFF2-40B4-BE49-F238E27FC236}">
                  <a16:creationId xmlns:a16="http://schemas.microsoft.com/office/drawing/2014/main" id="{E65AB3A0-849C-47F8-34F8-D4DF19B47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CFFF952F-2829-759E-5358-B1E2032A1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2967F0D1-BA18-C55C-AEBD-032BEBF33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D01C01CF-780E-3F54-7A04-EEA3A47EE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05F54913-B8E0-DE56-ED11-C7B10D961C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C42665D2-4ECE-CF14-7AD9-344496DA4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BB10A03D-6B9A-38FC-D626-91A130A36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11" name="Text Placeholder 10">
            <a:extLst>
              <a:ext uri="{FF2B5EF4-FFF2-40B4-BE49-F238E27FC236}">
                <a16:creationId xmlns:a16="http://schemas.microsoft.com/office/drawing/2014/main" id="{8B1F1898-E6AE-5B19-8C20-271E38C45CF2}"/>
              </a:ext>
            </a:extLst>
          </p:cNvPr>
          <p:cNvSpPr>
            <a:spLocks noGrp="1"/>
          </p:cNvSpPr>
          <p:nvPr>
            <p:ph type="body" sz="quarter" idx="13"/>
          </p:nvPr>
        </p:nvSpPr>
        <p:spPr>
          <a:xfrm>
            <a:off x="2472318" y="290559"/>
            <a:ext cx="7243302" cy="1184082"/>
          </a:xfrm>
        </p:spPr>
        <p:txBody>
          <a:bodyPr vert="horz" lIns="91440" tIns="45720" rIns="91440" bIns="45720" rtlCol="0" anchor="ctr">
            <a:noAutofit/>
          </a:bodyPr>
          <a:lstStyle/>
          <a:p>
            <a:pPr algn="ctr"/>
            <a:r>
              <a:rPr lang="en-US" sz="4400" b="0" dirty="0">
                <a:solidFill>
                  <a:srgbClr val="201449"/>
                </a:solidFill>
                <a:latin typeface="Posterama"/>
                <a:cs typeface="Posterama"/>
              </a:rPr>
              <a:t>Fast R-CNN</a:t>
            </a:r>
            <a:endParaRPr lang="en-US" dirty="0"/>
          </a:p>
        </p:txBody>
      </p:sp>
      <p:grpSp>
        <p:nvGrpSpPr>
          <p:cNvPr id="48" name="Cross">
            <a:extLst>
              <a:ext uri="{FF2B5EF4-FFF2-40B4-BE49-F238E27FC236}">
                <a16:creationId xmlns:a16="http://schemas.microsoft.com/office/drawing/2014/main" id="{7264DE27-A4A2-272D-BAF7-213048F144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62" name="Straight Connector 61">
              <a:extLst>
                <a:ext uri="{FF2B5EF4-FFF2-40B4-BE49-F238E27FC236}">
                  <a16:creationId xmlns:a16="http://schemas.microsoft.com/office/drawing/2014/main" id="{0E79CC78-7D67-A0A0-5F56-3AC000E10A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63" name="Straight Connector 62">
              <a:extLst>
                <a:ext uri="{FF2B5EF4-FFF2-40B4-BE49-F238E27FC236}">
                  <a16:creationId xmlns:a16="http://schemas.microsoft.com/office/drawing/2014/main" id="{48D01744-7E0E-A26D-DB6B-BFBC7E400E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4" name="Content Placeholder 3" descr="A diagram of a structure&#10;&#10;AI-generated content may be incorrect.">
            <a:extLst>
              <a:ext uri="{FF2B5EF4-FFF2-40B4-BE49-F238E27FC236}">
                <a16:creationId xmlns:a16="http://schemas.microsoft.com/office/drawing/2014/main" id="{2A49F2D2-81EC-5EA4-39B3-35091CC7C9DC}"/>
              </a:ext>
            </a:extLst>
          </p:cNvPr>
          <p:cNvPicPr>
            <a:picLocks noGrp="1" noChangeAspect="1"/>
          </p:cNvPicPr>
          <p:nvPr>
            <p:ph idx="1"/>
          </p:nvPr>
        </p:nvPicPr>
        <p:blipFill>
          <a:blip r:embed="rId3"/>
          <a:stretch>
            <a:fillRect/>
          </a:stretch>
        </p:blipFill>
        <p:spPr>
          <a:xfrm>
            <a:off x="1881273" y="1919494"/>
            <a:ext cx="8429451" cy="3422213"/>
          </a:xfrm>
          <a:prstGeom prst="rect">
            <a:avLst/>
          </a:prstGeom>
        </p:spPr>
      </p:pic>
      <p:grpSp>
        <p:nvGrpSpPr>
          <p:cNvPr id="50" name="Bottom Right">
            <a:extLst>
              <a:ext uri="{FF2B5EF4-FFF2-40B4-BE49-F238E27FC236}">
                <a16:creationId xmlns:a16="http://schemas.microsoft.com/office/drawing/2014/main" id="{ABC258DD-2947-9E65-D4B3-12D93C0E84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6" name="Freeform: Shape 65">
              <a:extLst>
                <a:ext uri="{FF2B5EF4-FFF2-40B4-BE49-F238E27FC236}">
                  <a16:creationId xmlns:a16="http://schemas.microsoft.com/office/drawing/2014/main" id="{D32CECB6-BC7F-AA05-A361-D5F8A6F7A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7" name="Graphic 157">
              <a:extLst>
                <a:ext uri="{FF2B5EF4-FFF2-40B4-BE49-F238E27FC236}">
                  <a16:creationId xmlns:a16="http://schemas.microsoft.com/office/drawing/2014/main" id="{5A21F5A3-EDDF-FFF1-2637-1A85479B692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9" name="Freeform: Shape 68">
                <a:extLst>
                  <a:ext uri="{FF2B5EF4-FFF2-40B4-BE49-F238E27FC236}">
                    <a16:creationId xmlns:a16="http://schemas.microsoft.com/office/drawing/2014/main" id="{D5E2B159-1817-FEE8-2E93-2DC10AF20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691C1B89-C56D-0808-CDB0-D71F7D6806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5EF13FCE-9085-602B-102E-E96D8880C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1A55DE8E-F9BE-6BAC-EA02-F32A2E85AE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3" name="Freeform: Shape 72">
                <a:extLst>
                  <a:ext uri="{FF2B5EF4-FFF2-40B4-BE49-F238E27FC236}">
                    <a16:creationId xmlns:a16="http://schemas.microsoft.com/office/drawing/2014/main" id="{9F3386F3-8CB2-38E2-30C2-09FB27E83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5B941BCD-20F1-44E5-D4DE-C7696F307E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AE152C5F-B5AB-DCDA-0D7D-CD101BEFBE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8" name="Freeform: Shape 67">
              <a:extLst>
                <a:ext uri="{FF2B5EF4-FFF2-40B4-BE49-F238E27FC236}">
                  <a16:creationId xmlns:a16="http://schemas.microsoft.com/office/drawing/2014/main" id="{9EAEDE32-420D-0DA6-3A30-3FC675D7F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Slide Number Placeholder 15">
            <a:extLst>
              <a:ext uri="{FF2B5EF4-FFF2-40B4-BE49-F238E27FC236}">
                <a16:creationId xmlns:a16="http://schemas.microsoft.com/office/drawing/2014/main" id="{7A22F5E3-8D70-F940-F8CC-8A75BE4C749D}"/>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22</a:t>
            </a:fld>
            <a:endParaRPr lang="en-US" cap="all">
              <a:cs typeface="Segoe UI Semilight" panose="020B0402040204020203" pitchFamily="34" charset="0"/>
            </a:endParaRPr>
          </a:p>
        </p:txBody>
      </p:sp>
    </p:spTree>
    <p:extLst>
      <p:ext uri="{BB962C8B-B14F-4D97-AF65-F5344CB8AC3E}">
        <p14:creationId xmlns:p14="http://schemas.microsoft.com/office/powerpoint/2010/main" val="3026312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9A131-1D32-4519-3B2D-2FC99C5D2594}"/>
            </a:ext>
          </a:extLst>
        </p:cNvPr>
        <p:cNvGrpSpPr/>
        <p:nvPr/>
      </p:nvGrpSpPr>
      <p:grpSpPr>
        <a:xfrm>
          <a:off x="0" y="0"/>
          <a:ext cx="0" cy="0"/>
          <a:chOff x="0" y="0"/>
          <a:chExt cx="0" cy="0"/>
        </a:xfrm>
      </p:grpSpPr>
      <p:sp>
        <p:nvSpPr>
          <p:cNvPr id="473" name="Rectangle 472">
            <a:extLst>
              <a:ext uri="{FF2B5EF4-FFF2-40B4-BE49-F238E27FC236}">
                <a16:creationId xmlns:a16="http://schemas.microsoft.com/office/drawing/2014/main" id="{5568A997-7BE6-C7A0-DD31-53118483E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75" name="Freeform: Shape 474">
            <a:extLst>
              <a:ext uri="{FF2B5EF4-FFF2-40B4-BE49-F238E27FC236}">
                <a16:creationId xmlns:a16="http://schemas.microsoft.com/office/drawing/2014/main" id="{3F070D3B-E1C0-FF3D-9DCF-0591CC425D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477" name="Freeform: Shape 476">
            <a:extLst>
              <a:ext uri="{FF2B5EF4-FFF2-40B4-BE49-F238E27FC236}">
                <a16:creationId xmlns:a16="http://schemas.microsoft.com/office/drawing/2014/main" id="{5593D5B9-522B-46F5-D2ED-3DD455A70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479" name="Freeform: Shape 478">
            <a:extLst>
              <a:ext uri="{FF2B5EF4-FFF2-40B4-BE49-F238E27FC236}">
                <a16:creationId xmlns:a16="http://schemas.microsoft.com/office/drawing/2014/main" id="{DE8B2EC7-FDCA-3E2E-A288-DCA2F7728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81" name="Graphic 141">
            <a:extLst>
              <a:ext uri="{FF2B5EF4-FFF2-40B4-BE49-F238E27FC236}">
                <a16:creationId xmlns:a16="http://schemas.microsoft.com/office/drawing/2014/main" id="{9F7902D6-8CCA-3A22-98EA-65FF84A5F1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482" name="Freeform: Shape 481">
              <a:extLst>
                <a:ext uri="{FF2B5EF4-FFF2-40B4-BE49-F238E27FC236}">
                  <a16:creationId xmlns:a16="http://schemas.microsoft.com/office/drawing/2014/main" id="{016068BF-C8EF-085A-F3A2-B17BC648D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3" name="Freeform: Shape 482">
              <a:extLst>
                <a:ext uri="{FF2B5EF4-FFF2-40B4-BE49-F238E27FC236}">
                  <a16:creationId xmlns:a16="http://schemas.microsoft.com/office/drawing/2014/main" id="{0C5BC229-1794-AA82-7ABC-AE0477556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4" name="Freeform: Shape 483">
              <a:extLst>
                <a:ext uri="{FF2B5EF4-FFF2-40B4-BE49-F238E27FC236}">
                  <a16:creationId xmlns:a16="http://schemas.microsoft.com/office/drawing/2014/main" id="{FD8CE204-3832-38C3-3116-45FBDDD8D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485" name="Freeform: Shape 484">
              <a:extLst>
                <a:ext uri="{FF2B5EF4-FFF2-40B4-BE49-F238E27FC236}">
                  <a16:creationId xmlns:a16="http://schemas.microsoft.com/office/drawing/2014/main" id="{D99A1D0F-47CC-E3A8-61B9-458C190BB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486" name="Freeform: Shape 485">
              <a:extLst>
                <a:ext uri="{FF2B5EF4-FFF2-40B4-BE49-F238E27FC236}">
                  <a16:creationId xmlns:a16="http://schemas.microsoft.com/office/drawing/2014/main" id="{97E928FC-949E-4241-E1DB-69C6CEFAEF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487" name="Freeform: Shape 486">
              <a:extLst>
                <a:ext uri="{FF2B5EF4-FFF2-40B4-BE49-F238E27FC236}">
                  <a16:creationId xmlns:a16="http://schemas.microsoft.com/office/drawing/2014/main" id="{D34D60B9-67F5-AF9B-BF59-BBD01C2ED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488" name="Freeform: Shape 487">
              <a:extLst>
                <a:ext uri="{FF2B5EF4-FFF2-40B4-BE49-F238E27FC236}">
                  <a16:creationId xmlns:a16="http://schemas.microsoft.com/office/drawing/2014/main" id="{E6FC0F41-05F3-FDE4-DC81-659848232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490" name="Graphic 157">
            <a:extLst>
              <a:ext uri="{FF2B5EF4-FFF2-40B4-BE49-F238E27FC236}">
                <a16:creationId xmlns:a16="http://schemas.microsoft.com/office/drawing/2014/main" id="{7387589F-B93D-9529-D20F-FEF5EF49B0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491" name="Freeform: Shape 490">
              <a:extLst>
                <a:ext uri="{FF2B5EF4-FFF2-40B4-BE49-F238E27FC236}">
                  <a16:creationId xmlns:a16="http://schemas.microsoft.com/office/drawing/2014/main" id="{9BD60751-BCFF-0187-9ED5-D43E1BC51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2" name="Freeform: Shape 491">
              <a:extLst>
                <a:ext uri="{FF2B5EF4-FFF2-40B4-BE49-F238E27FC236}">
                  <a16:creationId xmlns:a16="http://schemas.microsoft.com/office/drawing/2014/main" id="{343DE8FC-B2D1-B7C3-73FC-D4007B242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3" name="Freeform: Shape 492">
              <a:extLst>
                <a:ext uri="{FF2B5EF4-FFF2-40B4-BE49-F238E27FC236}">
                  <a16:creationId xmlns:a16="http://schemas.microsoft.com/office/drawing/2014/main" id="{CB3F7F21-E989-5F81-38E9-D42BE9AE9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4" name="Freeform: Shape 493">
              <a:extLst>
                <a:ext uri="{FF2B5EF4-FFF2-40B4-BE49-F238E27FC236}">
                  <a16:creationId xmlns:a16="http://schemas.microsoft.com/office/drawing/2014/main" id="{345B2358-82A7-6C1B-E7C8-00EE1F946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5" name="Freeform: Shape 494">
              <a:extLst>
                <a:ext uri="{FF2B5EF4-FFF2-40B4-BE49-F238E27FC236}">
                  <a16:creationId xmlns:a16="http://schemas.microsoft.com/office/drawing/2014/main" id="{53003332-6F4F-9F6C-ED52-198AED526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6" name="Freeform: Shape 495">
              <a:extLst>
                <a:ext uri="{FF2B5EF4-FFF2-40B4-BE49-F238E27FC236}">
                  <a16:creationId xmlns:a16="http://schemas.microsoft.com/office/drawing/2014/main" id="{A630650F-D1E8-47E9-8F3E-22A65E293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97" name="Freeform: Shape 496">
              <a:extLst>
                <a:ext uri="{FF2B5EF4-FFF2-40B4-BE49-F238E27FC236}">
                  <a16:creationId xmlns:a16="http://schemas.microsoft.com/office/drawing/2014/main" id="{65937507-58D9-5225-D0CD-228B074C4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499" name="Rectangle 498">
            <a:extLst>
              <a:ext uri="{FF2B5EF4-FFF2-40B4-BE49-F238E27FC236}">
                <a16:creationId xmlns:a16="http://schemas.microsoft.com/office/drawing/2014/main" id="{04E1CB59-089E-CB91-6448-6A0702B91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01" name="Rectangle 500">
            <a:extLst>
              <a:ext uri="{FF2B5EF4-FFF2-40B4-BE49-F238E27FC236}">
                <a16:creationId xmlns:a16="http://schemas.microsoft.com/office/drawing/2014/main" id="{E16B7DAF-F0FF-7C67-A881-5E46601E9B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503" name="Top Left">
            <a:extLst>
              <a:ext uri="{FF2B5EF4-FFF2-40B4-BE49-F238E27FC236}">
                <a16:creationId xmlns:a16="http://schemas.microsoft.com/office/drawing/2014/main" id="{8A645F08-BDA7-777E-CC25-3E505961F8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04" name="Freeform: Shape 503">
              <a:extLst>
                <a:ext uri="{FF2B5EF4-FFF2-40B4-BE49-F238E27FC236}">
                  <a16:creationId xmlns:a16="http://schemas.microsoft.com/office/drawing/2014/main" id="{D3794470-42E6-FB12-2584-06B7B42B8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5" name="Freeform: Shape 504">
              <a:extLst>
                <a:ext uri="{FF2B5EF4-FFF2-40B4-BE49-F238E27FC236}">
                  <a16:creationId xmlns:a16="http://schemas.microsoft.com/office/drawing/2014/main" id="{A7552956-2523-C5B7-7C19-D24EAC2A3D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6" name="Freeform: Shape 505">
              <a:extLst>
                <a:ext uri="{FF2B5EF4-FFF2-40B4-BE49-F238E27FC236}">
                  <a16:creationId xmlns:a16="http://schemas.microsoft.com/office/drawing/2014/main" id="{E989C489-A3BB-46BF-CAEA-56AA67B60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7" name="Freeform: Shape 506">
              <a:extLst>
                <a:ext uri="{FF2B5EF4-FFF2-40B4-BE49-F238E27FC236}">
                  <a16:creationId xmlns:a16="http://schemas.microsoft.com/office/drawing/2014/main" id="{C2493D9A-99FD-F045-9B31-F63E8FCBCA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08" name="Freeform: Shape 507">
              <a:extLst>
                <a:ext uri="{FF2B5EF4-FFF2-40B4-BE49-F238E27FC236}">
                  <a16:creationId xmlns:a16="http://schemas.microsoft.com/office/drawing/2014/main" id="{DDFBF459-0597-8903-D922-593B50962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09" name="Freeform: Shape 508">
              <a:extLst>
                <a:ext uri="{FF2B5EF4-FFF2-40B4-BE49-F238E27FC236}">
                  <a16:creationId xmlns:a16="http://schemas.microsoft.com/office/drawing/2014/main" id="{FA3FACA7-A85D-F3DB-3B92-05FCE6FEC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10" name="Freeform: Shape 509">
              <a:extLst>
                <a:ext uri="{FF2B5EF4-FFF2-40B4-BE49-F238E27FC236}">
                  <a16:creationId xmlns:a16="http://schemas.microsoft.com/office/drawing/2014/main" id="{EFD77EBA-9B11-F111-8BDC-5CCF8D121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1" name="Freeform: Shape 510">
              <a:extLst>
                <a:ext uri="{FF2B5EF4-FFF2-40B4-BE49-F238E27FC236}">
                  <a16:creationId xmlns:a16="http://schemas.microsoft.com/office/drawing/2014/main" id="{74DDD9DA-D1B7-8292-A5A7-69D2CBD53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513" name="Bottom Right">
            <a:extLst>
              <a:ext uri="{FF2B5EF4-FFF2-40B4-BE49-F238E27FC236}">
                <a16:creationId xmlns:a16="http://schemas.microsoft.com/office/drawing/2014/main" id="{1E090128-F3E8-96F8-8D77-A79C427F59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14" name="Freeform: Shape 513">
              <a:extLst>
                <a:ext uri="{FF2B5EF4-FFF2-40B4-BE49-F238E27FC236}">
                  <a16:creationId xmlns:a16="http://schemas.microsoft.com/office/drawing/2014/main" id="{E9B5C513-F7FE-FC9E-E896-F79A364F1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515" name="Graphic 157">
              <a:extLst>
                <a:ext uri="{FF2B5EF4-FFF2-40B4-BE49-F238E27FC236}">
                  <a16:creationId xmlns:a16="http://schemas.microsoft.com/office/drawing/2014/main" id="{555D117F-BFEF-E00B-C311-5C388CF5998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17" name="Freeform: Shape 516">
                <a:extLst>
                  <a:ext uri="{FF2B5EF4-FFF2-40B4-BE49-F238E27FC236}">
                    <a16:creationId xmlns:a16="http://schemas.microsoft.com/office/drawing/2014/main" id="{7D4D0E07-2592-1D4C-806E-F562F1E47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8" name="Freeform: Shape 517">
                <a:extLst>
                  <a:ext uri="{FF2B5EF4-FFF2-40B4-BE49-F238E27FC236}">
                    <a16:creationId xmlns:a16="http://schemas.microsoft.com/office/drawing/2014/main" id="{3C81F119-A94D-FC70-CA37-E2ADDFF66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9" name="Freeform: Shape 518">
                <a:extLst>
                  <a:ext uri="{FF2B5EF4-FFF2-40B4-BE49-F238E27FC236}">
                    <a16:creationId xmlns:a16="http://schemas.microsoft.com/office/drawing/2014/main" id="{4D6FE206-F714-84C5-9948-F3DDC441BF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0" name="Freeform: Shape 519">
                <a:extLst>
                  <a:ext uri="{FF2B5EF4-FFF2-40B4-BE49-F238E27FC236}">
                    <a16:creationId xmlns:a16="http://schemas.microsoft.com/office/drawing/2014/main" id="{140FD50A-59E5-8B97-082F-1679E003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1" name="Freeform: Shape 520">
                <a:extLst>
                  <a:ext uri="{FF2B5EF4-FFF2-40B4-BE49-F238E27FC236}">
                    <a16:creationId xmlns:a16="http://schemas.microsoft.com/office/drawing/2014/main" id="{EDDD7D07-C30C-33B8-412B-25BBBD584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2" name="Freeform: Shape 521">
                <a:extLst>
                  <a:ext uri="{FF2B5EF4-FFF2-40B4-BE49-F238E27FC236}">
                    <a16:creationId xmlns:a16="http://schemas.microsoft.com/office/drawing/2014/main" id="{EFE2914D-D4F9-E658-8361-3E3BCB560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3" name="Freeform: Shape 522">
                <a:extLst>
                  <a:ext uri="{FF2B5EF4-FFF2-40B4-BE49-F238E27FC236}">
                    <a16:creationId xmlns:a16="http://schemas.microsoft.com/office/drawing/2014/main" id="{B99E5330-D935-14C6-027E-0E1680EFD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16" name="Freeform: Shape 515">
              <a:extLst>
                <a:ext uri="{FF2B5EF4-FFF2-40B4-BE49-F238E27FC236}">
                  <a16:creationId xmlns:a16="http://schemas.microsoft.com/office/drawing/2014/main" id="{C1FECDA9-764B-7339-952B-3EE0DC46B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Title 5">
            <a:extLst>
              <a:ext uri="{FF2B5EF4-FFF2-40B4-BE49-F238E27FC236}">
                <a16:creationId xmlns:a16="http://schemas.microsoft.com/office/drawing/2014/main" id="{10268E52-B494-063F-4249-27A38669B591}"/>
              </a:ext>
            </a:extLst>
          </p:cNvPr>
          <p:cNvSpPr>
            <a:spLocks noGrp="1"/>
          </p:cNvSpPr>
          <p:nvPr>
            <p:ph type="ctrTitle"/>
          </p:nvPr>
        </p:nvSpPr>
        <p:spPr>
          <a:xfrm>
            <a:off x="996275" y="744909"/>
            <a:ext cx="10190071" cy="3145855"/>
          </a:xfrm>
        </p:spPr>
        <p:txBody>
          <a:bodyPr vert="horz" lIns="91440" tIns="45720" rIns="91440" bIns="45720" rtlCol="0" anchor="b">
            <a:normAutofit/>
          </a:bodyPr>
          <a:lstStyle/>
          <a:p>
            <a:pPr algn="ctr"/>
            <a:r>
              <a:rPr lang="en-US" sz="5400" dirty="0"/>
              <a:t>Faster R-CNN</a:t>
            </a:r>
            <a:endParaRPr lang="en-US" sz="5400" kern="1200" dirty="0">
              <a:latin typeface="+mj-lt"/>
              <a:cs typeface="Posterama"/>
            </a:endParaRPr>
          </a:p>
        </p:txBody>
      </p:sp>
      <p:grpSp>
        <p:nvGrpSpPr>
          <p:cNvPr id="525" name="Cross">
            <a:extLst>
              <a:ext uri="{FF2B5EF4-FFF2-40B4-BE49-F238E27FC236}">
                <a16:creationId xmlns:a16="http://schemas.microsoft.com/office/drawing/2014/main" id="{671E84F2-8591-4287-5D8E-6E25AFF674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23216" y="3924272"/>
            <a:ext cx="118872" cy="118872"/>
            <a:chOff x="1175347" y="3733800"/>
            <a:chExt cx="118872" cy="118872"/>
          </a:xfrm>
        </p:grpSpPr>
        <p:cxnSp>
          <p:nvCxnSpPr>
            <p:cNvPr id="526" name="Straight Connector 525">
              <a:extLst>
                <a:ext uri="{FF2B5EF4-FFF2-40B4-BE49-F238E27FC236}">
                  <a16:creationId xmlns:a16="http://schemas.microsoft.com/office/drawing/2014/main" id="{7C276603-E4B7-3ED9-36EF-5FD91E0708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27" name="Straight Connector 526">
              <a:extLst>
                <a:ext uri="{FF2B5EF4-FFF2-40B4-BE49-F238E27FC236}">
                  <a16:creationId xmlns:a16="http://schemas.microsoft.com/office/drawing/2014/main" id="{28A6035E-BEC4-3746-7EB4-DD9C19F49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135559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75D05A-0040-FCAD-7B85-B11F230804C8}"/>
            </a:ext>
          </a:extLst>
        </p:cNvPr>
        <p:cNvGrpSpPr/>
        <p:nvPr/>
      </p:nvGrpSpPr>
      <p:grpSpPr>
        <a:xfrm>
          <a:off x="0" y="0"/>
          <a:ext cx="0" cy="0"/>
          <a:chOff x="0" y="0"/>
          <a:chExt cx="0" cy="0"/>
        </a:xfrm>
      </p:grpSpPr>
      <p:sp>
        <p:nvSpPr>
          <p:cNvPr id="102" name="Rectangle 101">
            <a:extLst>
              <a:ext uri="{FF2B5EF4-FFF2-40B4-BE49-F238E27FC236}">
                <a16:creationId xmlns:a16="http://schemas.microsoft.com/office/drawing/2014/main" id="{F090AFB5-2686-F5BC-2D02-50A448DA63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12AE457C-69EF-0FE4-F974-77CB43F9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4" name="Freeform: Shape 103">
            <a:extLst>
              <a:ext uri="{FF2B5EF4-FFF2-40B4-BE49-F238E27FC236}">
                <a16:creationId xmlns:a16="http://schemas.microsoft.com/office/drawing/2014/main" id="{CE6106C8-70E5-7FFF-8660-F7E26AFE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5" name="Freeform: Shape 104">
            <a:extLst>
              <a:ext uri="{FF2B5EF4-FFF2-40B4-BE49-F238E27FC236}">
                <a16:creationId xmlns:a16="http://schemas.microsoft.com/office/drawing/2014/main" id="{D69F6758-58A1-3620-4EB4-898787FFD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6" name="Graphic 141">
            <a:extLst>
              <a:ext uri="{FF2B5EF4-FFF2-40B4-BE49-F238E27FC236}">
                <a16:creationId xmlns:a16="http://schemas.microsoft.com/office/drawing/2014/main" id="{A6A7EB4E-E535-2EB3-E2D9-B821E19975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7" name="Freeform: Shape 26">
              <a:extLst>
                <a:ext uri="{FF2B5EF4-FFF2-40B4-BE49-F238E27FC236}">
                  <a16:creationId xmlns:a16="http://schemas.microsoft.com/office/drawing/2014/main" id="{9B17D90D-4B7A-8554-68E8-5F84257980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421DF5B2-20A2-2D4F-BE9C-5C7B034D8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8CE4133B-DF02-933A-3CC3-9B3D3520F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56B6685E-E9F0-3ACF-4B83-FBBEB9AF6C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D72455B0-6D3A-D2AD-E42F-524E433B7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C11B9D91-8781-813A-6C77-1F960FB22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0C057A47-7A67-1615-A893-838444B9D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07" name="Graphic 157">
            <a:extLst>
              <a:ext uri="{FF2B5EF4-FFF2-40B4-BE49-F238E27FC236}">
                <a16:creationId xmlns:a16="http://schemas.microsoft.com/office/drawing/2014/main" id="{92BE13D6-18C0-3337-5D1A-B357EF1070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6" name="Freeform: Shape 35">
              <a:extLst>
                <a:ext uri="{FF2B5EF4-FFF2-40B4-BE49-F238E27FC236}">
                  <a16:creationId xmlns:a16="http://schemas.microsoft.com/office/drawing/2014/main" id="{FD9B2655-13C2-2CE2-C66E-35BFB6973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628EC368-ECD9-EB16-CFB7-26EB83537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BE9C3355-A141-0A2B-EBC3-1BDE1F8A2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1ABAAB50-48EA-21AE-1016-D3ECF90A2B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CC445FF0-2EF3-5B56-245B-0AD17F3FF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AE96EB0F-DE76-FAB2-7E80-36B6524E8C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FC708308-4DF9-AE78-914D-4F91DEB3D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08" name="Rectangle 107">
            <a:extLst>
              <a:ext uri="{FF2B5EF4-FFF2-40B4-BE49-F238E27FC236}">
                <a16:creationId xmlns:a16="http://schemas.microsoft.com/office/drawing/2014/main" id="{89F338A8-13A2-9D46-A7E3-2BAAFD39F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9" name="Rectangle 108">
            <a:extLst>
              <a:ext uri="{FF2B5EF4-FFF2-40B4-BE49-F238E27FC236}">
                <a16:creationId xmlns:a16="http://schemas.microsoft.com/office/drawing/2014/main" id="{2EFFD62F-941D-2346-7B05-DD32F2C1CD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10" name="Top Left">
            <a:extLst>
              <a:ext uri="{FF2B5EF4-FFF2-40B4-BE49-F238E27FC236}">
                <a16:creationId xmlns:a16="http://schemas.microsoft.com/office/drawing/2014/main" id="{C0C611CF-1135-BFEC-1145-7E1724E3F2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9" name="Freeform: Shape 48">
              <a:extLst>
                <a:ext uri="{FF2B5EF4-FFF2-40B4-BE49-F238E27FC236}">
                  <a16:creationId xmlns:a16="http://schemas.microsoft.com/office/drawing/2014/main" id="{533CCA1F-D9A4-61C0-868E-32C95EEC6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 name="Freeform: Shape 49">
              <a:extLst>
                <a:ext uri="{FF2B5EF4-FFF2-40B4-BE49-F238E27FC236}">
                  <a16:creationId xmlns:a16="http://schemas.microsoft.com/office/drawing/2014/main" id="{F9B9C549-268D-45C0-7034-87C9869713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AED4A58F-E4DC-514C-CC8B-17D46C4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E6AF7C27-23FF-0D13-11AB-7BEA96729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42DF1934-FA6E-B1ED-9079-B51C0FCC1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49D0E565-5272-EF80-2981-880CCAD74A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ACC0299C-3638-3963-6C08-FA0D731B2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165344F4-B562-E420-AC04-E6BDF5BD0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2" name="Title 11">
            <a:extLst>
              <a:ext uri="{FF2B5EF4-FFF2-40B4-BE49-F238E27FC236}">
                <a16:creationId xmlns:a16="http://schemas.microsoft.com/office/drawing/2014/main" id="{7E4FEFFC-D5BB-C8D2-F83B-FB46F257A4B6}"/>
              </a:ext>
            </a:extLst>
          </p:cNvPr>
          <p:cNvSpPr>
            <a:spLocks noGrp="1"/>
          </p:cNvSpPr>
          <p:nvPr>
            <p:ph type="title"/>
          </p:nvPr>
        </p:nvSpPr>
        <p:spPr>
          <a:xfrm>
            <a:off x="1198181" y="559813"/>
            <a:ext cx="9988166" cy="1664573"/>
          </a:xfrm>
        </p:spPr>
        <p:txBody>
          <a:bodyPr vert="horz" lIns="91440" tIns="45720" rIns="91440" bIns="45720" rtlCol="0" anchor="ctr">
            <a:normAutofit/>
          </a:bodyPr>
          <a:lstStyle/>
          <a:p>
            <a:pPr algn="ctr"/>
            <a:r>
              <a:rPr lang="en-US" dirty="0"/>
              <a:t>Faster R-CNN</a:t>
            </a:r>
            <a:endParaRPr lang="en-US" kern="1200" dirty="0">
              <a:latin typeface="+mj-lt"/>
              <a:ea typeface="+mj-ea"/>
              <a:cs typeface="+mj-cs"/>
            </a:endParaRPr>
          </a:p>
        </p:txBody>
      </p:sp>
      <p:grpSp>
        <p:nvGrpSpPr>
          <p:cNvPr id="111" name="Bottom Right">
            <a:extLst>
              <a:ext uri="{FF2B5EF4-FFF2-40B4-BE49-F238E27FC236}">
                <a16:creationId xmlns:a16="http://schemas.microsoft.com/office/drawing/2014/main" id="{98D63022-C3CB-5FDD-95FC-3515C7E1AD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9" name="Freeform: Shape 58">
              <a:extLst>
                <a:ext uri="{FF2B5EF4-FFF2-40B4-BE49-F238E27FC236}">
                  <a16:creationId xmlns:a16="http://schemas.microsoft.com/office/drawing/2014/main" id="{A6B28F49-41C0-4F2D-7A48-67B457C25F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0" name="Graphic 157">
              <a:extLst>
                <a:ext uri="{FF2B5EF4-FFF2-40B4-BE49-F238E27FC236}">
                  <a16:creationId xmlns:a16="http://schemas.microsoft.com/office/drawing/2014/main" id="{6F43260D-E4E2-22AE-EA7C-4993B3D9AA8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 name="Freeform: Shape 61">
                <a:extLst>
                  <a:ext uri="{FF2B5EF4-FFF2-40B4-BE49-F238E27FC236}">
                    <a16:creationId xmlns:a16="http://schemas.microsoft.com/office/drawing/2014/main" id="{E103EFBD-C0C1-AF61-6968-7BB76DB4B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5B556FFE-7C18-227B-642A-4C86F8DB4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1B304E99-9380-F58F-DAA4-7842864163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8F7296A6-2789-8294-4489-047CC8F17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9FFA0BE2-DA9E-612B-5643-567AF8D48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935FFDCF-0A69-C595-8C2D-F613EEDA7B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2" name="Freeform: Shape 111">
                <a:extLst>
                  <a:ext uri="{FF2B5EF4-FFF2-40B4-BE49-F238E27FC236}">
                    <a16:creationId xmlns:a16="http://schemas.microsoft.com/office/drawing/2014/main" id="{4B44DFB4-07FA-ECBB-CE5C-1C872BF78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1" name="Freeform: Shape 60">
              <a:extLst>
                <a:ext uri="{FF2B5EF4-FFF2-40B4-BE49-F238E27FC236}">
                  <a16:creationId xmlns:a16="http://schemas.microsoft.com/office/drawing/2014/main" id="{7EBDBD66-7B79-8238-169E-9C7F5EAD7F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Content Placeholder 12">
            <a:extLst>
              <a:ext uri="{FF2B5EF4-FFF2-40B4-BE49-F238E27FC236}">
                <a16:creationId xmlns:a16="http://schemas.microsoft.com/office/drawing/2014/main" id="{88873F94-C527-5C0D-D0AE-79967136C352}"/>
              </a:ext>
            </a:extLst>
          </p:cNvPr>
          <p:cNvSpPr>
            <a:spLocks noGrp="1"/>
          </p:cNvSpPr>
          <p:nvPr>
            <p:ph idx="1"/>
          </p:nvPr>
        </p:nvSpPr>
        <p:spPr>
          <a:xfrm>
            <a:off x="1194512" y="2051646"/>
            <a:ext cx="9978765" cy="4113992"/>
          </a:xfrm>
          <a:prstGeom prst="roundRect">
            <a:avLst/>
          </a:prstGeom>
        </p:spPr>
        <p:txBody>
          <a:bodyPr vert="horz" lIns="91440" tIns="45720" rIns="91440" bIns="45720" rtlCol="0" anchor="t">
            <a:normAutofit/>
          </a:bodyPr>
          <a:lstStyle/>
          <a:p>
            <a:pPr indent="-228600" algn="just">
              <a:lnSpc>
                <a:spcPct val="150000"/>
              </a:lnSpc>
              <a:buFont typeface="Avenir Next LT Pro" panose="020B0504020202020204" pitchFamily="34" charset="0"/>
              <a:buChar char="+"/>
            </a:pPr>
            <a:r>
              <a:rPr lang="en-US" dirty="0">
                <a:ea typeface="+mn-lt"/>
                <a:cs typeface="+mn-lt"/>
              </a:rPr>
              <a:t>Faster R-CNN further advances the R-CNN framework by incorporating a Region Proposal Network (RPN). Key features include:</a:t>
            </a:r>
          </a:p>
          <a:p>
            <a:pPr lvl="1" algn="just">
              <a:lnSpc>
                <a:spcPct val="150000"/>
              </a:lnSpc>
              <a:buFont typeface="Courier New" panose="020B0504020202020204" pitchFamily="34" charset="0"/>
              <a:buChar char="o"/>
            </a:pPr>
            <a:r>
              <a:rPr lang="en-US" sz="1800" dirty="0"/>
              <a:t>Region</a:t>
            </a:r>
            <a:r>
              <a:rPr lang="en-US" sz="1800" dirty="0">
                <a:ea typeface="+mn-lt"/>
                <a:cs typeface="+mn-lt"/>
              </a:rPr>
              <a:t> Proposal Network: The RPN generates high-quality region proposals directly from the feature maps produced by the CNN, eliminating the need for selective search.</a:t>
            </a:r>
          </a:p>
          <a:p>
            <a:pPr lvl="1" algn="just">
              <a:lnSpc>
                <a:spcPct val="150000"/>
              </a:lnSpc>
              <a:buFont typeface="Courier New" panose="020B0504020202020204" pitchFamily="34" charset="0"/>
              <a:buChar char="o"/>
            </a:pPr>
            <a:r>
              <a:rPr lang="en-US" sz="1800" dirty="0"/>
              <a:t>Shared</a:t>
            </a:r>
            <a:r>
              <a:rPr lang="en-US" sz="1800" dirty="0">
                <a:ea typeface="+mn-lt"/>
                <a:cs typeface="+mn-lt"/>
              </a:rPr>
              <a:t> Convolutional Features: Both the RPN and the detection network share the convolutional features, significantly reducing computation time.</a:t>
            </a:r>
          </a:p>
          <a:p>
            <a:pPr indent="-228600" algn="just">
              <a:lnSpc>
                <a:spcPct val="150000"/>
              </a:lnSpc>
              <a:buFont typeface="Avenir Next LT Pro" panose="020B0504020202020204" pitchFamily="34" charset="0"/>
              <a:buChar char="+"/>
            </a:pPr>
            <a:endParaRPr lang="en-US" dirty="0"/>
          </a:p>
          <a:p>
            <a:pPr indent="-228600" algn="just">
              <a:lnSpc>
                <a:spcPct val="150000"/>
              </a:lnSpc>
              <a:buFont typeface="Avenir Next LT Pro" panose="020B0504020202020204" pitchFamily="34" charset="0"/>
              <a:buChar char="+"/>
            </a:pPr>
            <a:endParaRPr lang="en-US"/>
          </a:p>
          <a:p>
            <a:pPr indent="-228600" algn="just">
              <a:lnSpc>
                <a:spcPct val="150000"/>
              </a:lnSpc>
              <a:buFont typeface="Avenir Next LT Pro" panose="020B0504020202020204" pitchFamily="34" charset="0"/>
              <a:buChar char="+"/>
            </a:pPr>
            <a:endParaRPr lang="en-US"/>
          </a:p>
        </p:txBody>
      </p:sp>
      <p:sp>
        <p:nvSpPr>
          <p:cNvPr id="7" name="Slide Number Placeholder 6">
            <a:extLst>
              <a:ext uri="{FF2B5EF4-FFF2-40B4-BE49-F238E27FC236}">
                <a16:creationId xmlns:a16="http://schemas.microsoft.com/office/drawing/2014/main" id="{F1D04CFF-AAE3-037D-1649-A61303F3D2A4}"/>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24</a:t>
            </a:fld>
            <a:endParaRPr lang="en-US" cap="all">
              <a:cs typeface="Segoe UI Semilight" panose="020B0402040204020203" pitchFamily="34" charset="0"/>
            </a:endParaRPr>
          </a:p>
        </p:txBody>
      </p:sp>
    </p:spTree>
    <p:extLst>
      <p:ext uri="{BB962C8B-B14F-4D97-AF65-F5344CB8AC3E}">
        <p14:creationId xmlns:p14="http://schemas.microsoft.com/office/powerpoint/2010/main" val="4189937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27EE88-E4D7-09BD-03B5-4D9D379B98F3}"/>
            </a:ext>
          </a:extLst>
        </p:cNvPr>
        <p:cNvGrpSpPr/>
        <p:nvPr/>
      </p:nvGrpSpPr>
      <p:grpSpPr>
        <a:xfrm>
          <a:off x="0" y="0"/>
          <a:ext cx="0" cy="0"/>
          <a:chOff x="0" y="0"/>
          <a:chExt cx="0" cy="0"/>
        </a:xfrm>
      </p:grpSpPr>
      <p:sp>
        <p:nvSpPr>
          <p:cNvPr id="102" name="Rectangle 101">
            <a:extLst>
              <a:ext uri="{FF2B5EF4-FFF2-40B4-BE49-F238E27FC236}">
                <a16:creationId xmlns:a16="http://schemas.microsoft.com/office/drawing/2014/main" id="{E7597E8D-0746-CF99-0883-4CADA49A6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CB39B871-F350-6099-7385-E9576CB57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4" name="Freeform: Shape 103">
            <a:extLst>
              <a:ext uri="{FF2B5EF4-FFF2-40B4-BE49-F238E27FC236}">
                <a16:creationId xmlns:a16="http://schemas.microsoft.com/office/drawing/2014/main" id="{D7380EA1-C2DD-268C-8DCD-2886B154ED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05" name="Freeform: Shape 104">
            <a:extLst>
              <a:ext uri="{FF2B5EF4-FFF2-40B4-BE49-F238E27FC236}">
                <a16:creationId xmlns:a16="http://schemas.microsoft.com/office/drawing/2014/main" id="{B5F4C150-7D11-C7CE-B5A3-C59684C1B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6" name="Graphic 141">
            <a:extLst>
              <a:ext uri="{FF2B5EF4-FFF2-40B4-BE49-F238E27FC236}">
                <a16:creationId xmlns:a16="http://schemas.microsoft.com/office/drawing/2014/main" id="{844DADF8-DD9F-EF46-6628-3A65056BBF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7" name="Freeform: Shape 26">
              <a:extLst>
                <a:ext uri="{FF2B5EF4-FFF2-40B4-BE49-F238E27FC236}">
                  <a16:creationId xmlns:a16="http://schemas.microsoft.com/office/drawing/2014/main" id="{1E8FF82C-59D1-4265-A5A3-4D13830F8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9F887358-F27B-A6A0-0F08-05321C39B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5047A804-DA3B-4B19-6DA8-A9F195823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3498D3B1-C636-F3AB-D532-71F3D0513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F26EA00C-A214-FD99-1028-9E7CD82A8E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8AD11F97-EE35-6533-CDA1-DBEDD96DCC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31A462CE-04CB-150B-C75C-9B3676752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07" name="Graphic 157">
            <a:extLst>
              <a:ext uri="{FF2B5EF4-FFF2-40B4-BE49-F238E27FC236}">
                <a16:creationId xmlns:a16="http://schemas.microsoft.com/office/drawing/2014/main" id="{C80E27E7-4F5D-8A21-2DB4-A4ABBE3E60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6" name="Freeform: Shape 35">
              <a:extLst>
                <a:ext uri="{FF2B5EF4-FFF2-40B4-BE49-F238E27FC236}">
                  <a16:creationId xmlns:a16="http://schemas.microsoft.com/office/drawing/2014/main" id="{9B5E0351-F3B4-6587-7F18-832EE4208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35D00008-0BFA-1F22-4703-89E9207EE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89505EDC-E30E-DE34-48E6-B65A8426C3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B2D185C7-521F-6F36-0EF8-ACD96DB02F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D8C30387-E458-2582-97AA-6855E8D7F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EF0D16D5-0AAE-8988-A9FE-BB3E800FB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70327EC6-E583-0F8E-2631-0213BDA6A1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08" name="Rectangle 107">
            <a:extLst>
              <a:ext uri="{FF2B5EF4-FFF2-40B4-BE49-F238E27FC236}">
                <a16:creationId xmlns:a16="http://schemas.microsoft.com/office/drawing/2014/main" id="{926C370F-3FB8-E31E-2795-0CC10E7FF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9" name="Rectangle 108">
            <a:extLst>
              <a:ext uri="{FF2B5EF4-FFF2-40B4-BE49-F238E27FC236}">
                <a16:creationId xmlns:a16="http://schemas.microsoft.com/office/drawing/2014/main" id="{6AB23918-B9CB-A20E-D567-962746EB5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10" name="Top Left">
            <a:extLst>
              <a:ext uri="{FF2B5EF4-FFF2-40B4-BE49-F238E27FC236}">
                <a16:creationId xmlns:a16="http://schemas.microsoft.com/office/drawing/2014/main" id="{0DD132B9-A0EE-CE06-23AE-953EC8318D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9" name="Freeform: Shape 48">
              <a:extLst>
                <a:ext uri="{FF2B5EF4-FFF2-40B4-BE49-F238E27FC236}">
                  <a16:creationId xmlns:a16="http://schemas.microsoft.com/office/drawing/2014/main" id="{AB37F235-E77E-D681-B8F4-8747F1BA17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50" name="Freeform: Shape 49">
              <a:extLst>
                <a:ext uri="{FF2B5EF4-FFF2-40B4-BE49-F238E27FC236}">
                  <a16:creationId xmlns:a16="http://schemas.microsoft.com/office/drawing/2014/main" id="{2F41C6A6-3DE2-9E43-1E2A-61E6D3246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F79E830A-59ED-D9B1-02EB-09FE4121D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DF95F5A1-C6ED-D981-9F2D-C8E679E9D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538FFAC0-7477-4CF1-954E-A0040AEDB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20450133-1412-21CE-20D8-7B41C85D2F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015C4785-ACF4-CB50-E493-2EDA52CB8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14D1060D-1B1B-E681-B84B-5B3981356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2" name="Title 11">
            <a:extLst>
              <a:ext uri="{FF2B5EF4-FFF2-40B4-BE49-F238E27FC236}">
                <a16:creationId xmlns:a16="http://schemas.microsoft.com/office/drawing/2014/main" id="{9CF9A07F-7CE7-498B-1926-0F3A435BD4E6}"/>
              </a:ext>
            </a:extLst>
          </p:cNvPr>
          <p:cNvSpPr>
            <a:spLocks noGrp="1"/>
          </p:cNvSpPr>
          <p:nvPr>
            <p:ph type="title"/>
          </p:nvPr>
        </p:nvSpPr>
        <p:spPr>
          <a:xfrm>
            <a:off x="1198181" y="559813"/>
            <a:ext cx="9988166" cy="1664573"/>
          </a:xfrm>
        </p:spPr>
        <p:txBody>
          <a:bodyPr vert="horz" lIns="91440" tIns="45720" rIns="91440" bIns="45720" rtlCol="0" anchor="ctr">
            <a:normAutofit/>
          </a:bodyPr>
          <a:lstStyle/>
          <a:p>
            <a:pPr algn="ctr"/>
            <a:r>
              <a:rPr lang="en-US" dirty="0"/>
              <a:t>Faster R-CNN</a:t>
            </a:r>
            <a:endParaRPr lang="en-US" kern="1200" dirty="0">
              <a:latin typeface="+mj-lt"/>
              <a:ea typeface="+mj-ea"/>
              <a:cs typeface="+mj-cs"/>
            </a:endParaRPr>
          </a:p>
        </p:txBody>
      </p:sp>
      <p:grpSp>
        <p:nvGrpSpPr>
          <p:cNvPr id="111" name="Bottom Right">
            <a:extLst>
              <a:ext uri="{FF2B5EF4-FFF2-40B4-BE49-F238E27FC236}">
                <a16:creationId xmlns:a16="http://schemas.microsoft.com/office/drawing/2014/main" id="{C4642534-6ED8-7D30-5B49-C071C441F1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9" name="Freeform: Shape 58">
              <a:extLst>
                <a:ext uri="{FF2B5EF4-FFF2-40B4-BE49-F238E27FC236}">
                  <a16:creationId xmlns:a16="http://schemas.microsoft.com/office/drawing/2014/main" id="{0BFC1CA9-723B-1192-D0EA-995C401B58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0" name="Graphic 157">
              <a:extLst>
                <a:ext uri="{FF2B5EF4-FFF2-40B4-BE49-F238E27FC236}">
                  <a16:creationId xmlns:a16="http://schemas.microsoft.com/office/drawing/2014/main" id="{17874E72-DEBD-3B93-67F4-BFA04C7838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 name="Freeform: Shape 61">
                <a:extLst>
                  <a:ext uri="{FF2B5EF4-FFF2-40B4-BE49-F238E27FC236}">
                    <a16:creationId xmlns:a16="http://schemas.microsoft.com/office/drawing/2014/main" id="{9FDC80A9-947E-3618-3320-143264B68A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63F8CED3-A1BF-50D4-D105-B1BB5AF27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D02B6088-0F27-362B-7101-096C29A8E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196D8108-30CB-97FA-C9D1-72AEC033E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C5DDBCD3-E6AD-6901-0403-D7C5C661C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2230C58B-C5A9-96A5-3E29-B7E9FDDD52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2" name="Freeform: Shape 111">
                <a:extLst>
                  <a:ext uri="{FF2B5EF4-FFF2-40B4-BE49-F238E27FC236}">
                    <a16:creationId xmlns:a16="http://schemas.microsoft.com/office/drawing/2014/main" id="{E8243FEE-3A0D-7279-327C-481CC6C1B6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1" name="Freeform: Shape 60">
              <a:extLst>
                <a:ext uri="{FF2B5EF4-FFF2-40B4-BE49-F238E27FC236}">
                  <a16:creationId xmlns:a16="http://schemas.microsoft.com/office/drawing/2014/main" id="{2F2F4FB9-AD36-B323-94A8-FB7DC60FEB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Content Placeholder 12">
            <a:extLst>
              <a:ext uri="{FF2B5EF4-FFF2-40B4-BE49-F238E27FC236}">
                <a16:creationId xmlns:a16="http://schemas.microsoft.com/office/drawing/2014/main" id="{395DD785-96E8-03B6-BC9D-2955299D4238}"/>
              </a:ext>
            </a:extLst>
          </p:cNvPr>
          <p:cNvSpPr>
            <a:spLocks noGrp="1"/>
          </p:cNvSpPr>
          <p:nvPr>
            <p:ph idx="1"/>
          </p:nvPr>
        </p:nvSpPr>
        <p:spPr>
          <a:xfrm>
            <a:off x="1194512" y="2051646"/>
            <a:ext cx="9978765" cy="4113992"/>
          </a:xfrm>
          <a:prstGeom prst="roundRect">
            <a:avLst/>
          </a:prstGeom>
        </p:spPr>
        <p:txBody>
          <a:bodyPr vert="horz" lIns="91440" tIns="45720" rIns="91440" bIns="45720" rtlCol="0" anchor="t">
            <a:normAutofit/>
          </a:bodyPr>
          <a:lstStyle/>
          <a:p>
            <a:pPr lvl="1" algn="just">
              <a:lnSpc>
                <a:spcPct val="150000"/>
              </a:lnSpc>
              <a:buFont typeface="Courier New" panose="020B0504020202020204" pitchFamily="34" charset="0"/>
              <a:buChar char="o"/>
            </a:pPr>
            <a:r>
              <a:rPr lang="en-US" sz="1800" dirty="0"/>
              <a:t>Improved</a:t>
            </a:r>
            <a:r>
              <a:rPr lang="en-US" sz="1800" dirty="0">
                <a:ea typeface="+mn-lt"/>
                <a:cs typeface="+mn-lt"/>
              </a:rPr>
              <a:t> Speed: Faster R-CNN achieves real-time processing speeds of around 0.1 seconds per image while maintaining high detection accuracy.</a:t>
            </a:r>
          </a:p>
          <a:p>
            <a:pPr indent="-228600" algn="just">
              <a:lnSpc>
                <a:spcPct val="150000"/>
              </a:lnSpc>
              <a:buFont typeface="Avenir Next LT Pro" panose="020B0504020202020204" pitchFamily="34" charset="0"/>
              <a:buChar char="+"/>
            </a:pPr>
            <a:endParaRPr lang="en-US" dirty="0"/>
          </a:p>
          <a:p>
            <a:pPr indent="-228600" algn="just">
              <a:lnSpc>
                <a:spcPct val="150000"/>
              </a:lnSpc>
              <a:buFont typeface="Avenir Next LT Pro" panose="020B0504020202020204" pitchFamily="34" charset="0"/>
              <a:buChar char="+"/>
            </a:pPr>
            <a:endParaRPr lang="en-US"/>
          </a:p>
          <a:p>
            <a:pPr indent="-228600" algn="just">
              <a:lnSpc>
                <a:spcPct val="150000"/>
              </a:lnSpc>
              <a:buFont typeface="Avenir Next LT Pro" panose="020B0504020202020204" pitchFamily="34" charset="0"/>
              <a:buChar char="+"/>
            </a:pPr>
            <a:endParaRPr lang="en-US"/>
          </a:p>
        </p:txBody>
      </p:sp>
      <p:sp>
        <p:nvSpPr>
          <p:cNvPr id="7" name="Slide Number Placeholder 6">
            <a:extLst>
              <a:ext uri="{FF2B5EF4-FFF2-40B4-BE49-F238E27FC236}">
                <a16:creationId xmlns:a16="http://schemas.microsoft.com/office/drawing/2014/main" id="{D849AC9F-3D01-CFE4-2421-AA977766AED2}"/>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25</a:t>
            </a:fld>
            <a:endParaRPr lang="en-US" cap="all">
              <a:cs typeface="Segoe UI Semilight" panose="020B0402040204020203" pitchFamily="34" charset="0"/>
            </a:endParaRPr>
          </a:p>
        </p:txBody>
      </p:sp>
    </p:spTree>
    <p:extLst>
      <p:ext uri="{BB962C8B-B14F-4D97-AF65-F5344CB8AC3E}">
        <p14:creationId xmlns:p14="http://schemas.microsoft.com/office/powerpoint/2010/main" val="1040867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850B23-0577-2C51-5351-F74035FAFA6F}"/>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DE53EBF4-67F8-A8E7-51F6-64AB86D8A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 name="Freeform: Shape 18">
            <a:extLst>
              <a:ext uri="{FF2B5EF4-FFF2-40B4-BE49-F238E27FC236}">
                <a16:creationId xmlns:a16="http://schemas.microsoft.com/office/drawing/2014/main" id="{338379C4-40A0-02C4-E896-B3B7C321E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0" name="Freeform: Shape 19">
            <a:extLst>
              <a:ext uri="{FF2B5EF4-FFF2-40B4-BE49-F238E27FC236}">
                <a16:creationId xmlns:a16="http://schemas.microsoft.com/office/drawing/2014/main" id="{763E7C14-B944-62AA-94A2-8ED118317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22" name="Freeform: Shape 21">
            <a:extLst>
              <a:ext uri="{FF2B5EF4-FFF2-40B4-BE49-F238E27FC236}">
                <a16:creationId xmlns:a16="http://schemas.microsoft.com/office/drawing/2014/main" id="{98E5E237-D774-6236-5A73-998C70D5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aphic 141">
            <a:extLst>
              <a:ext uri="{FF2B5EF4-FFF2-40B4-BE49-F238E27FC236}">
                <a16:creationId xmlns:a16="http://schemas.microsoft.com/office/drawing/2014/main" id="{A5EF26FF-4C0C-42AA-E7AA-8015840A52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30" name="Freeform: Shape 29">
              <a:extLst>
                <a:ext uri="{FF2B5EF4-FFF2-40B4-BE49-F238E27FC236}">
                  <a16:creationId xmlns:a16="http://schemas.microsoft.com/office/drawing/2014/main" id="{FF689C28-EF66-CCA8-DEC3-F85418DC9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8D2CF630-CD12-5AC4-4591-4CC7309AAC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A43F5D32-8088-110C-6CA3-82452B5389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CEB8C76F-EA6B-1EFF-5315-760209AC7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434BF7F3-4CA7-C50A-7980-BC3CC1F6D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F6819AE9-7455-2F4F-0458-6BC327310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5495F593-2FEB-08FE-53E2-F2F5F8792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6" name="Graphic 157">
            <a:extLst>
              <a:ext uri="{FF2B5EF4-FFF2-40B4-BE49-F238E27FC236}">
                <a16:creationId xmlns:a16="http://schemas.microsoft.com/office/drawing/2014/main" id="{0A32714E-CB43-B9E9-370B-DA0AE06AA0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9" name="Freeform: Shape 38">
              <a:extLst>
                <a:ext uri="{FF2B5EF4-FFF2-40B4-BE49-F238E27FC236}">
                  <a16:creationId xmlns:a16="http://schemas.microsoft.com/office/drawing/2014/main" id="{C66739A2-B149-C1BF-E634-AFACC68EB2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E46843E6-FD07-BF13-5FB7-AB3A62673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5153128A-99F6-6CF6-C955-905A49044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39334F04-7724-44DD-FF57-04CD30B1DE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C4FB3BB6-DFFB-56E0-E6C4-54CDFA3A5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DFDCACB0-0386-73AE-9599-93A6BD0F37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CA10CFF6-331D-FCFE-060B-97F872FE2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28" name="Rectangle 27">
            <a:extLst>
              <a:ext uri="{FF2B5EF4-FFF2-40B4-BE49-F238E27FC236}">
                <a16:creationId xmlns:a16="http://schemas.microsoft.com/office/drawing/2014/main" id="{04508093-1774-69A3-292E-1DFB6DD7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Rectangle 36">
            <a:extLst>
              <a:ext uri="{FF2B5EF4-FFF2-40B4-BE49-F238E27FC236}">
                <a16:creationId xmlns:a16="http://schemas.microsoft.com/office/drawing/2014/main" id="{210FDE53-5280-9250-FA1D-0B2D7CC121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6" name="Top left">
            <a:extLst>
              <a:ext uri="{FF2B5EF4-FFF2-40B4-BE49-F238E27FC236}">
                <a16:creationId xmlns:a16="http://schemas.microsoft.com/office/drawing/2014/main" id="{A1C86C75-807C-EBA7-13F1-BF84E74568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2" name="Freeform: Shape 51">
              <a:extLst>
                <a:ext uri="{FF2B5EF4-FFF2-40B4-BE49-F238E27FC236}">
                  <a16:creationId xmlns:a16="http://schemas.microsoft.com/office/drawing/2014/main" id="{292D15FC-FA7C-9618-B857-E7A1AD0A2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3" name="Freeform: Shape 52">
              <a:extLst>
                <a:ext uri="{FF2B5EF4-FFF2-40B4-BE49-F238E27FC236}">
                  <a16:creationId xmlns:a16="http://schemas.microsoft.com/office/drawing/2014/main" id="{65C13BD2-DFC1-9914-D571-BBE799E71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13258D26-D333-D88A-0915-B4D6C605A8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37BAD264-BA98-5A25-F66A-3EF981C25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BEAD1A16-2CDB-E3FE-3030-DE25A51185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3EDFB6F9-728F-505B-F8B8-DCFA52D60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D445F41C-7719-2179-48CE-7A60056C2E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6D02127D-DACD-B6A7-2402-F1A0CE68A3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11" name="Text Placeholder 10">
            <a:extLst>
              <a:ext uri="{FF2B5EF4-FFF2-40B4-BE49-F238E27FC236}">
                <a16:creationId xmlns:a16="http://schemas.microsoft.com/office/drawing/2014/main" id="{E14CE10C-CFFB-B753-AEF2-2098A8503C1F}"/>
              </a:ext>
            </a:extLst>
          </p:cNvPr>
          <p:cNvSpPr>
            <a:spLocks noGrp="1"/>
          </p:cNvSpPr>
          <p:nvPr>
            <p:ph type="body" sz="quarter" idx="13"/>
          </p:nvPr>
        </p:nvSpPr>
        <p:spPr>
          <a:xfrm>
            <a:off x="2472318" y="290559"/>
            <a:ext cx="7243302" cy="1184082"/>
          </a:xfrm>
        </p:spPr>
        <p:txBody>
          <a:bodyPr vert="horz" lIns="91440" tIns="45720" rIns="91440" bIns="45720" rtlCol="0" anchor="ctr">
            <a:noAutofit/>
          </a:bodyPr>
          <a:lstStyle/>
          <a:p>
            <a:pPr algn="ctr"/>
            <a:r>
              <a:rPr lang="en-US" sz="4400" b="0" dirty="0">
                <a:solidFill>
                  <a:srgbClr val="201449"/>
                </a:solidFill>
                <a:latin typeface="Posterama"/>
                <a:cs typeface="Posterama"/>
              </a:rPr>
              <a:t>Faster R-CNN</a:t>
            </a:r>
            <a:endParaRPr lang="en-US" dirty="0"/>
          </a:p>
        </p:txBody>
      </p:sp>
      <p:grpSp>
        <p:nvGrpSpPr>
          <p:cNvPr id="48" name="Cross">
            <a:extLst>
              <a:ext uri="{FF2B5EF4-FFF2-40B4-BE49-F238E27FC236}">
                <a16:creationId xmlns:a16="http://schemas.microsoft.com/office/drawing/2014/main" id="{C984E0FB-DEA0-25A8-3225-4FD2BCC906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62" name="Straight Connector 61">
              <a:extLst>
                <a:ext uri="{FF2B5EF4-FFF2-40B4-BE49-F238E27FC236}">
                  <a16:creationId xmlns:a16="http://schemas.microsoft.com/office/drawing/2014/main" id="{8F76D47F-043C-E749-6E05-9200BA0991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63" name="Straight Connector 62">
              <a:extLst>
                <a:ext uri="{FF2B5EF4-FFF2-40B4-BE49-F238E27FC236}">
                  <a16:creationId xmlns:a16="http://schemas.microsoft.com/office/drawing/2014/main" id="{2FE7F172-3531-4C0E-0ECC-D0BFF2D4EF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4" name="Content Placeholder 3" descr="A diagram of a network&#10;&#10;AI-generated content may be incorrect.">
            <a:extLst>
              <a:ext uri="{FF2B5EF4-FFF2-40B4-BE49-F238E27FC236}">
                <a16:creationId xmlns:a16="http://schemas.microsoft.com/office/drawing/2014/main" id="{0A808CBD-9796-F963-0ABD-421CBAE5989F}"/>
              </a:ext>
            </a:extLst>
          </p:cNvPr>
          <p:cNvPicPr>
            <a:picLocks noGrp="1" noChangeAspect="1"/>
          </p:cNvPicPr>
          <p:nvPr>
            <p:ph idx="1"/>
          </p:nvPr>
        </p:nvPicPr>
        <p:blipFill>
          <a:blip r:embed="rId3"/>
          <a:stretch>
            <a:fillRect/>
          </a:stretch>
        </p:blipFill>
        <p:spPr>
          <a:xfrm>
            <a:off x="4398889" y="1919494"/>
            <a:ext cx="3394219" cy="3422213"/>
          </a:xfrm>
          <a:prstGeom prst="rect">
            <a:avLst/>
          </a:prstGeom>
        </p:spPr>
      </p:pic>
      <p:grpSp>
        <p:nvGrpSpPr>
          <p:cNvPr id="50" name="Bottom Right">
            <a:extLst>
              <a:ext uri="{FF2B5EF4-FFF2-40B4-BE49-F238E27FC236}">
                <a16:creationId xmlns:a16="http://schemas.microsoft.com/office/drawing/2014/main" id="{B9CAD25D-5C68-04C7-EF3C-BE7150FE19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6" name="Freeform: Shape 65">
              <a:extLst>
                <a:ext uri="{FF2B5EF4-FFF2-40B4-BE49-F238E27FC236}">
                  <a16:creationId xmlns:a16="http://schemas.microsoft.com/office/drawing/2014/main" id="{0D821D73-09A4-F913-D09A-7ACA31A00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7" name="Graphic 157">
              <a:extLst>
                <a:ext uri="{FF2B5EF4-FFF2-40B4-BE49-F238E27FC236}">
                  <a16:creationId xmlns:a16="http://schemas.microsoft.com/office/drawing/2014/main" id="{793B72D7-42DA-122C-95FA-4C5D3AFEB2B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9" name="Freeform: Shape 68">
                <a:extLst>
                  <a:ext uri="{FF2B5EF4-FFF2-40B4-BE49-F238E27FC236}">
                    <a16:creationId xmlns:a16="http://schemas.microsoft.com/office/drawing/2014/main" id="{0D7468C7-7388-4E00-236C-613C17D04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2675108D-4135-191C-3313-396A7A19DD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9DDD1308-B083-EAE5-DD35-FFC958287C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2E567073-2300-269A-E3DE-3E8FBC777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3" name="Freeform: Shape 72">
                <a:extLst>
                  <a:ext uri="{FF2B5EF4-FFF2-40B4-BE49-F238E27FC236}">
                    <a16:creationId xmlns:a16="http://schemas.microsoft.com/office/drawing/2014/main" id="{96C01EC6-9A0F-7DC5-42B6-47CB2E33F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CDC24DFA-4FFB-8857-54A0-87DEB8CC1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6F73FCC5-0861-6A76-C272-8841C17449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8" name="Freeform: Shape 67">
              <a:extLst>
                <a:ext uri="{FF2B5EF4-FFF2-40B4-BE49-F238E27FC236}">
                  <a16:creationId xmlns:a16="http://schemas.microsoft.com/office/drawing/2014/main" id="{B5B70FC4-828E-3FDC-8F37-ACB81F6BB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Slide Number Placeholder 15">
            <a:extLst>
              <a:ext uri="{FF2B5EF4-FFF2-40B4-BE49-F238E27FC236}">
                <a16:creationId xmlns:a16="http://schemas.microsoft.com/office/drawing/2014/main" id="{6E4B6236-43FC-6368-4FD5-FE1D34BCD9DF}"/>
              </a:ext>
            </a:extLst>
          </p:cNvPr>
          <p:cNvSpPr>
            <a:spLocks noGrp="1"/>
          </p:cNvSpPr>
          <p:nvPr>
            <p:ph type="sldNum" sz="quarter" idx="12"/>
          </p:nvPr>
        </p:nvSpPr>
        <p:spPr>
          <a:xfrm>
            <a:off x="9906000" y="6356350"/>
            <a:ext cx="1447800" cy="365125"/>
          </a:xfrm>
        </p:spPr>
        <p:txBody>
          <a:bodyPr vert="horz" lIns="91440" tIns="45720" rIns="91440" bIns="45720" rtlCol="0" anchor="ctr">
            <a:normAutofit/>
          </a:bodyPr>
          <a:lstStyle/>
          <a:p>
            <a:pPr>
              <a:spcAft>
                <a:spcPts val="600"/>
              </a:spcAft>
            </a:pPr>
            <a:fld id="{73B850FF-6169-4056-8077-06FFA93A5366}" type="slidenum">
              <a:rPr lang="en-US" cap="all" smtClean="0">
                <a:cs typeface="Segoe UI Semilight" panose="020B0402040204020203" pitchFamily="34" charset="0"/>
              </a:rPr>
              <a:pPr>
                <a:spcAft>
                  <a:spcPts val="600"/>
                </a:spcAft>
              </a:pPr>
              <a:t>26</a:t>
            </a:fld>
            <a:endParaRPr lang="en-US" cap="all">
              <a:cs typeface="Segoe UI Semilight" panose="020B0402040204020203" pitchFamily="34" charset="0"/>
            </a:endParaRPr>
          </a:p>
        </p:txBody>
      </p:sp>
    </p:spTree>
    <p:extLst>
      <p:ext uri="{BB962C8B-B14F-4D97-AF65-F5344CB8AC3E}">
        <p14:creationId xmlns:p14="http://schemas.microsoft.com/office/powerpoint/2010/main" val="1001121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F9B1D76-03F2-436A-9708-6B223EA28E13}"/>
              </a:ext>
            </a:extLst>
          </p:cNvPr>
          <p:cNvSpPr>
            <a:spLocks noGrp="1"/>
          </p:cNvSpPr>
          <p:nvPr>
            <p:ph type="ctrTitle"/>
          </p:nvPr>
        </p:nvSpPr>
        <p:spPr>
          <a:xfrm>
            <a:off x="996275" y="4098524"/>
            <a:ext cx="5996628" cy="2226076"/>
          </a:xfrm>
        </p:spPr>
        <p:txBody>
          <a:bodyPr/>
          <a:lstStyle/>
          <a:p>
            <a:r>
              <a:rPr lang="en-US"/>
              <a:t>Thank You</a:t>
            </a:r>
          </a:p>
        </p:txBody>
      </p:sp>
      <p:sp>
        <p:nvSpPr>
          <p:cNvPr id="7" name="Slide Number Placeholder 6">
            <a:extLst>
              <a:ext uri="{FF2B5EF4-FFF2-40B4-BE49-F238E27FC236}">
                <a16:creationId xmlns:a16="http://schemas.microsoft.com/office/drawing/2014/main" id="{A61B86B7-24ED-4261-979C-42CCFAC83F1D}"/>
              </a:ext>
            </a:extLst>
          </p:cNvPr>
          <p:cNvSpPr>
            <a:spLocks noGrp="1"/>
          </p:cNvSpPr>
          <p:nvPr>
            <p:ph type="sldNum" sz="quarter" idx="12"/>
          </p:nvPr>
        </p:nvSpPr>
        <p:spPr>
          <a:xfrm>
            <a:off x="9906000" y="6356350"/>
            <a:ext cx="1447800" cy="365125"/>
          </a:xfrm>
        </p:spPr>
        <p:txBody>
          <a:bodyPr/>
          <a:lstStyle/>
          <a:p>
            <a:fld id="{73B850FF-6169-4056-8077-06FFA93A5366}" type="slidenum">
              <a:rPr lang="en-US" smtClean="0"/>
              <a:pPr/>
              <a:t>27</a:t>
            </a:fld>
            <a:endParaRPr lang="en-US"/>
          </a:p>
        </p:txBody>
      </p:sp>
      <p:pic>
        <p:nvPicPr>
          <p:cNvPr id="36" name="Picture Placeholder 35" descr="Picture of a yacht sailing on the water at sunset">
            <a:extLst>
              <a:ext uri="{FF2B5EF4-FFF2-40B4-BE49-F238E27FC236}">
                <a16:creationId xmlns:a16="http://schemas.microsoft.com/office/drawing/2014/main" id="{BB3E2B51-62E1-4C2D-86B7-1C4FF75F21C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19842" y="0"/>
            <a:ext cx="11084189" cy="3854030"/>
          </a:xfrm>
        </p:spPr>
      </p:pic>
    </p:spTree>
    <p:extLst>
      <p:ext uri="{BB962C8B-B14F-4D97-AF65-F5344CB8AC3E}">
        <p14:creationId xmlns:p14="http://schemas.microsoft.com/office/powerpoint/2010/main" val="1684746586"/>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945E2802-9433-4964-B550-6B2C67F93765}">
  <ds:schemaRefs>
    <ds:schemaRef ds:uri="http://schemas.microsoft.com/sharepoint/v3/contenttype/forms"/>
  </ds:schemaRefs>
</ds:datastoreItem>
</file>

<file path=customXml/itemProps2.xml><?xml version="1.0" encoding="utf-8"?>
<ds:datastoreItem xmlns:ds="http://schemas.openxmlformats.org/officeDocument/2006/customXml" ds:itemID="{9B5E3B5A-BC69-49FF-8D6A-CC47CD10268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22B19F1-827B-4D29-A0BB-81814D5A90F0}">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27</Slides>
  <Notes>18</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ExploreVTI</vt:lpstr>
      <vt:lpstr>Object Detection Using Faster R-CNN</vt:lpstr>
      <vt:lpstr>Agenda</vt:lpstr>
      <vt:lpstr>Object Detection</vt:lpstr>
      <vt:lpstr>What is Object Detection?</vt:lpstr>
      <vt:lpstr>Key Components of Object Detection</vt:lpstr>
      <vt:lpstr>Key Components of Object Detection</vt:lpstr>
      <vt:lpstr>Key Components of Object Detection</vt:lpstr>
      <vt:lpstr>Region-Based Convolutional Neural Networks (R-CNN)</vt:lpstr>
      <vt:lpstr>What is R-CNN?</vt:lpstr>
      <vt:lpstr>What is R-CNN?</vt:lpstr>
      <vt:lpstr>How R-CNN Works?</vt:lpstr>
      <vt:lpstr>PowerPoint Presentation</vt:lpstr>
      <vt:lpstr>How R-CNN Works?</vt:lpstr>
      <vt:lpstr>PowerPoint Presentation</vt:lpstr>
      <vt:lpstr>How R-CNN Works?</vt:lpstr>
      <vt:lpstr>How R-CNN Works?</vt:lpstr>
      <vt:lpstr>How R-CNN Works?</vt:lpstr>
      <vt:lpstr>PowerPoint Presentation</vt:lpstr>
      <vt:lpstr>Fast R-CNN</vt:lpstr>
      <vt:lpstr>Fast R-CNN</vt:lpstr>
      <vt:lpstr>Fast R-CNN</vt:lpstr>
      <vt:lpstr>PowerPoint Presentation</vt:lpstr>
      <vt:lpstr>Faster R-CNN</vt:lpstr>
      <vt:lpstr>Faster R-CNN</vt:lpstr>
      <vt:lpstr>Faster R-CNN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806</cp:revision>
  <dcterms:created xsi:type="dcterms:W3CDTF">2025-09-17T13:49:37Z</dcterms:created>
  <dcterms:modified xsi:type="dcterms:W3CDTF">2025-11-05T10:52:08Z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